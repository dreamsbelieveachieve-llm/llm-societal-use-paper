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50" r:id="rId2"/>
    <p:sldMasterId id="2147483717" r:id="rId3"/>
  </p:sldMasterIdLst>
  <p:notesMasterIdLst>
    <p:notesMasterId r:id="rId24"/>
  </p:notesMasterIdLst>
  <p:sldIdLst>
    <p:sldId id="27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52"/>
    <p:restoredTop sz="94610"/>
  </p:normalViewPr>
  <p:slideViewPr>
    <p:cSldViewPr snapToGrid="0" snapToObjects="1">
      <p:cViewPr varScale="1">
        <p:scale>
          <a:sx n="102" d="100"/>
          <a:sy n="102" d="100"/>
        </p:scale>
        <p:origin x="19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D36AE879-984D-984C-93C5-3F1577C0115E}" type="datetimeFigureOut">
              <a:rPr kumimoji="1" lang="ja-JP" altLang="en-US" smtClean="0"/>
              <a:t>2026/3/16</a:t>
            </a:fld>
            <a:endParaRPr kumimoji="1" lang="ja-JP" altLang="en-US"/>
          </a:p>
        </p:txBody>
      </p:sp>
      <p:sp>
        <p:nvSpPr>
          <p:cNvPr id="4" name="スライド イメージ プレースホルダー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53F0A24B-99BC-2048-BFF3-710BEB398B04}" type="slidenum">
              <a:rPr kumimoji="1" lang="ja-JP" altLang="en-US" smtClean="0"/>
              <a:t>‹#›</a:t>
            </a:fld>
            <a:endParaRPr kumimoji="1" lang="ja-JP" altLang="en-US"/>
          </a:p>
        </p:txBody>
      </p:sp>
    </p:spTree>
    <p:extLst>
      <p:ext uri="{BB962C8B-B14F-4D97-AF65-F5344CB8AC3E}">
        <p14:creationId xmlns:p14="http://schemas.microsoft.com/office/powerpoint/2010/main" val="368253633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游ゴシック"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f.有_表紙_赤">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0214DD3F-9B37-DE11-92D4-3A468DD1FA4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2101" b="1614"/>
          <a:stretch/>
        </p:blipFill>
        <p:spPr>
          <a:xfrm>
            <a:off x="0" y="0"/>
            <a:ext cx="12192000" cy="6881209"/>
          </a:xfrm>
          <a:prstGeom prst="rect">
            <a:avLst/>
          </a:prstGeom>
        </p:spPr>
      </p:pic>
      <p:grpSp>
        <p:nvGrpSpPr>
          <p:cNvPr id="16" name="グラフィックス 19">
            <a:extLst>
              <a:ext uri="{FF2B5EF4-FFF2-40B4-BE49-F238E27FC236}">
                <a16:creationId xmlns:a16="http://schemas.microsoft.com/office/drawing/2014/main" id="{3EA1E08A-D1DA-151A-C660-C4E53E46F85B}"/>
              </a:ext>
            </a:extLst>
          </p:cNvPr>
          <p:cNvGrpSpPr>
            <a:grpSpLocks noChangeAspect="1"/>
          </p:cNvGrpSpPr>
          <p:nvPr userDrawn="1"/>
        </p:nvGrpSpPr>
        <p:grpSpPr>
          <a:xfrm>
            <a:off x="10261706" y="395037"/>
            <a:ext cx="1595332" cy="468000"/>
            <a:chOff x="2798085" y="-4814712"/>
            <a:chExt cx="1375400" cy="403482"/>
          </a:xfrm>
          <a:solidFill>
            <a:schemeClr val="bg1"/>
          </a:solidFill>
        </p:grpSpPr>
        <p:sp>
          <p:nvSpPr>
            <p:cNvPr id="17" name="フリーフォーム 16">
              <a:extLst>
                <a:ext uri="{FF2B5EF4-FFF2-40B4-BE49-F238E27FC236}">
                  <a16:creationId xmlns:a16="http://schemas.microsoft.com/office/drawing/2014/main" id="{21F105FA-D46F-FE54-9105-F7F487990C25}"/>
                </a:ext>
              </a:extLst>
            </p:cNvPr>
            <p:cNvSpPr/>
            <p:nvPr/>
          </p:nvSpPr>
          <p:spPr>
            <a:xfrm>
              <a:off x="2798085" y="-4633745"/>
              <a:ext cx="1375400" cy="222515"/>
            </a:xfrm>
            <a:custGeom>
              <a:avLst/>
              <a:gdLst>
                <a:gd name="connsiteX0" fmla="*/ 587084 w 1375400"/>
                <a:gd name="connsiteY0" fmla="*/ 923 h 222515"/>
                <a:gd name="connsiteX1" fmla="*/ 557545 w 1375400"/>
                <a:gd name="connsiteY1" fmla="*/ 93253 h 222515"/>
                <a:gd name="connsiteX2" fmla="*/ 426467 w 1375400"/>
                <a:gd name="connsiteY2" fmla="*/ 93253 h 222515"/>
                <a:gd name="connsiteX3" fmla="*/ 456005 w 1375400"/>
                <a:gd name="connsiteY3" fmla="*/ 923 h 222515"/>
                <a:gd name="connsiteX4" fmla="*/ 174464 w 1375400"/>
                <a:gd name="connsiteY4" fmla="*/ 923 h 222515"/>
                <a:gd name="connsiteX5" fmla="*/ 40616 w 1375400"/>
                <a:gd name="connsiteY5" fmla="*/ 69248 h 222515"/>
                <a:gd name="connsiteX6" fmla="*/ 130155 w 1375400"/>
                <a:gd name="connsiteY6" fmla="*/ 131109 h 222515"/>
                <a:gd name="connsiteX7" fmla="*/ 169848 w 1375400"/>
                <a:gd name="connsiteY7" fmla="*/ 131109 h 222515"/>
                <a:gd name="connsiteX8" fmla="*/ 213233 w 1375400"/>
                <a:gd name="connsiteY8" fmla="*/ 158808 h 222515"/>
                <a:gd name="connsiteX9" fmla="*/ 155079 w 1375400"/>
                <a:gd name="connsiteY9" fmla="*/ 184660 h 222515"/>
                <a:gd name="connsiteX10" fmla="*/ 12000 w 1375400"/>
                <a:gd name="connsiteY10" fmla="*/ 184660 h 222515"/>
                <a:gd name="connsiteX11" fmla="*/ 0 w 1375400"/>
                <a:gd name="connsiteY11" fmla="*/ 222516 h 222515"/>
                <a:gd name="connsiteX12" fmla="*/ 167079 w 1375400"/>
                <a:gd name="connsiteY12" fmla="*/ 222516 h 222515"/>
                <a:gd name="connsiteX13" fmla="*/ 300927 w 1375400"/>
                <a:gd name="connsiteY13" fmla="*/ 155115 h 222515"/>
                <a:gd name="connsiteX14" fmla="*/ 210464 w 1375400"/>
                <a:gd name="connsiteY14" fmla="*/ 92330 h 222515"/>
                <a:gd name="connsiteX15" fmla="*/ 172617 w 1375400"/>
                <a:gd name="connsiteY15" fmla="*/ 92330 h 222515"/>
                <a:gd name="connsiteX16" fmla="*/ 129232 w 1375400"/>
                <a:gd name="connsiteY16" fmla="*/ 64631 h 222515"/>
                <a:gd name="connsiteX17" fmla="*/ 187387 w 1375400"/>
                <a:gd name="connsiteY17" fmla="*/ 39702 h 222515"/>
                <a:gd name="connsiteX18" fmla="*/ 365543 w 1375400"/>
                <a:gd name="connsiteY18" fmla="*/ 39702 h 222515"/>
                <a:gd name="connsiteX19" fmla="*/ 307388 w 1375400"/>
                <a:gd name="connsiteY19" fmla="*/ 222516 h 222515"/>
                <a:gd name="connsiteX20" fmla="*/ 385851 w 1375400"/>
                <a:gd name="connsiteY20" fmla="*/ 222516 h 222515"/>
                <a:gd name="connsiteX21" fmla="*/ 415390 w 1375400"/>
                <a:gd name="connsiteY21" fmla="*/ 131109 h 222515"/>
                <a:gd name="connsiteX22" fmla="*/ 544622 w 1375400"/>
                <a:gd name="connsiteY22" fmla="*/ 131109 h 222515"/>
                <a:gd name="connsiteX23" fmla="*/ 516006 w 1375400"/>
                <a:gd name="connsiteY23" fmla="*/ 221592 h 222515"/>
                <a:gd name="connsiteX24" fmla="*/ 594469 w 1375400"/>
                <a:gd name="connsiteY24" fmla="*/ 221592 h 222515"/>
                <a:gd name="connsiteX25" fmla="*/ 665546 w 1375400"/>
                <a:gd name="connsiteY25" fmla="*/ 0 h 222515"/>
                <a:gd name="connsiteX26" fmla="*/ 587084 w 1375400"/>
                <a:gd name="connsiteY26" fmla="*/ 923 h 222515"/>
                <a:gd name="connsiteX27" fmla="*/ 701547 w 1375400"/>
                <a:gd name="connsiteY27" fmla="*/ 923 h 222515"/>
                <a:gd name="connsiteX28" fmla="*/ 630469 w 1375400"/>
                <a:gd name="connsiteY28" fmla="*/ 222516 h 222515"/>
                <a:gd name="connsiteX29" fmla="*/ 708932 w 1375400"/>
                <a:gd name="connsiteY29" fmla="*/ 222516 h 222515"/>
                <a:gd name="connsiteX30" fmla="*/ 780009 w 1375400"/>
                <a:gd name="connsiteY30" fmla="*/ 923 h 222515"/>
                <a:gd name="connsiteX31" fmla="*/ 701547 w 1375400"/>
                <a:gd name="connsiteY31" fmla="*/ 923 h 222515"/>
                <a:gd name="connsiteX32" fmla="*/ 959088 w 1375400"/>
                <a:gd name="connsiteY32" fmla="*/ 923 h 222515"/>
                <a:gd name="connsiteX33" fmla="*/ 780009 w 1375400"/>
                <a:gd name="connsiteY33" fmla="*/ 114489 h 222515"/>
                <a:gd name="connsiteX34" fmla="*/ 745855 w 1375400"/>
                <a:gd name="connsiteY34" fmla="*/ 222516 h 222515"/>
                <a:gd name="connsiteX35" fmla="*/ 825241 w 1375400"/>
                <a:gd name="connsiteY35" fmla="*/ 222516 h 222515"/>
                <a:gd name="connsiteX36" fmla="*/ 854779 w 1375400"/>
                <a:gd name="connsiteY36" fmla="*/ 131109 h 222515"/>
                <a:gd name="connsiteX37" fmla="*/ 1049551 w 1375400"/>
                <a:gd name="connsiteY37" fmla="*/ 131109 h 222515"/>
                <a:gd name="connsiteX38" fmla="*/ 1061551 w 1375400"/>
                <a:gd name="connsiteY38" fmla="*/ 92330 h 222515"/>
                <a:gd name="connsiteX39" fmla="*/ 869549 w 1375400"/>
                <a:gd name="connsiteY39" fmla="*/ 92330 h 222515"/>
                <a:gd name="connsiteX40" fmla="*/ 952627 w 1375400"/>
                <a:gd name="connsiteY40" fmla="*/ 39702 h 222515"/>
                <a:gd name="connsiteX41" fmla="*/ 1181553 w 1375400"/>
                <a:gd name="connsiteY41" fmla="*/ 39702 h 222515"/>
                <a:gd name="connsiteX42" fmla="*/ 1123398 w 1375400"/>
                <a:gd name="connsiteY42" fmla="*/ 222516 h 222515"/>
                <a:gd name="connsiteX43" fmla="*/ 1201860 w 1375400"/>
                <a:gd name="connsiteY43" fmla="*/ 222516 h 222515"/>
                <a:gd name="connsiteX44" fmla="*/ 1260015 w 1375400"/>
                <a:gd name="connsiteY44" fmla="*/ 39702 h 222515"/>
                <a:gd name="connsiteX45" fmla="*/ 1363401 w 1375400"/>
                <a:gd name="connsiteY45" fmla="*/ 39702 h 222515"/>
                <a:gd name="connsiteX46" fmla="*/ 1375401 w 1375400"/>
                <a:gd name="connsiteY46" fmla="*/ 923 h 222515"/>
                <a:gd name="connsiteX47" fmla="*/ 959088 w 1375400"/>
                <a:gd name="connsiteY47" fmla="*/ 923 h 222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375400" h="222515">
                  <a:moveTo>
                    <a:pt x="587084" y="923"/>
                  </a:moveTo>
                  <a:lnTo>
                    <a:pt x="557545" y="93253"/>
                  </a:lnTo>
                  <a:lnTo>
                    <a:pt x="426467" y="93253"/>
                  </a:lnTo>
                  <a:lnTo>
                    <a:pt x="456005" y="923"/>
                  </a:lnTo>
                  <a:lnTo>
                    <a:pt x="174464" y="923"/>
                  </a:lnTo>
                  <a:cubicBezTo>
                    <a:pt x="173541" y="923"/>
                    <a:pt x="60924" y="5540"/>
                    <a:pt x="40616" y="69248"/>
                  </a:cubicBezTo>
                  <a:cubicBezTo>
                    <a:pt x="24000" y="121876"/>
                    <a:pt x="99694" y="131109"/>
                    <a:pt x="130155" y="131109"/>
                  </a:cubicBezTo>
                  <a:lnTo>
                    <a:pt x="169848" y="131109"/>
                  </a:lnTo>
                  <a:cubicBezTo>
                    <a:pt x="182771" y="131109"/>
                    <a:pt x="221541" y="134802"/>
                    <a:pt x="213233" y="158808"/>
                  </a:cubicBezTo>
                  <a:cubicBezTo>
                    <a:pt x="204926" y="182814"/>
                    <a:pt x="159694" y="184660"/>
                    <a:pt x="155079" y="184660"/>
                  </a:cubicBezTo>
                  <a:lnTo>
                    <a:pt x="12000" y="184660"/>
                  </a:lnTo>
                  <a:lnTo>
                    <a:pt x="0" y="222516"/>
                  </a:lnTo>
                  <a:lnTo>
                    <a:pt x="167079" y="222516"/>
                  </a:lnTo>
                  <a:cubicBezTo>
                    <a:pt x="168002" y="222516"/>
                    <a:pt x="280619" y="217899"/>
                    <a:pt x="300927" y="155115"/>
                  </a:cubicBezTo>
                  <a:cubicBezTo>
                    <a:pt x="317542" y="102486"/>
                    <a:pt x="241849" y="92330"/>
                    <a:pt x="210464" y="92330"/>
                  </a:cubicBezTo>
                  <a:lnTo>
                    <a:pt x="172617" y="92330"/>
                  </a:lnTo>
                  <a:cubicBezTo>
                    <a:pt x="158771" y="92330"/>
                    <a:pt x="120925" y="88637"/>
                    <a:pt x="129232" y="64631"/>
                  </a:cubicBezTo>
                  <a:cubicBezTo>
                    <a:pt x="137540" y="40625"/>
                    <a:pt x="182771" y="39702"/>
                    <a:pt x="187387" y="39702"/>
                  </a:cubicBezTo>
                  <a:lnTo>
                    <a:pt x="365543" y="39702"/>
                  </a:lnTo>
                  <a:lnTo>
                    <a:pt x="307388" y="222516"/>
                  </a:lnTo>
                  <a:lnTo>
                    <a:pt x="385851" y="222516"/>
                  </a:lnTo>
                  <a:lnTo>
                    <a:pt x="415390" y="131109"/>
                  </a:lnTo>
                  <a:lnTo>
                    <a:pt x="544622" y="131109"/>
                  </a:lnTo>
                  <a:lnTo>
                    <a:pt x="516006" y="221592"/>
                  </a:lnTo>
                  <a:lnTo>
                    <a:pt x="594469" y="221592"/>
                  </a:lnTo>
                  <a:lnTo>
                    <a:pt x="665546" y="0"/>
                  </a:lnTo>
                  <a:lnTo>
                    <a:pt x="587084" y="923"/>
                  </a:lnTo>
                  <a:close/>
                  <a:moveTo>
                    <a:pt x="701547" y="923"/>
                  </a:moveTo>
                  <a:lnTo>
                    <a:pt x="630469" y="222516"/>
                  </a:lnTo>
                  <a:lnTo>
                    <a:pt x="708932" y="222516"/>
                  </a:lnTo>
                  <a:lnTo>
                    <a:pt x="780009" y="923"/>
                  </a:lnTo>
                  <a:lnTo>
                    <a:pt x="701547" y="923"/>
                  </a:lnTo>
                  <a:close/>
                  <a:moveTo>
                    <a:pt x="959088" y="923"/>
                  </a:moveTo>
                  <a:cubicBezTo>
                    <a:pt x="958165" y="923"/>
                    <a:pt x="816010" y="2770"/>
                    <a:pt x="780009" y="114489"/>
                  </a:cubicBezTo>
                  <a:cubicBezTo>
                    <a:pt x="780009" y="114489"/>
                    <a:pt x="753240" y="199433"/>
                    <a:pt x="745855" y="222516"/>
                  </a:cubicBezTo>
                  <a:lnTo>
                    <a:pt x="825241" y="222516"/>
                  </a:lnTo>
                  <a:lnTo>
                    <a:pt x="854779" y="131109"/>
                  </a:lnTo>
                  <a:lnTo>
                    <a:pt x="1049551" y="131109"/>
                  </a:lnTo>
                  <a:lnTo>
                    <a:pt x="1061551" y="92330"/>
                  </a:lnTo>
                  <a:lnTo>
                    <a:pt x="869549" y="92330"/>
                  </a:lnTo>
                  <a:cubicBezTo>
                    <a:pt x="888934" y="60938"/>
                    <a:pt x="917549" y="39702"/>
                    <a:pt x="952627" y="39702"/>
                  </a:cubicBezTo>
                  <a:lnTo>
                    <a:pt x="1181553" y="39702"/>
                  </a:lnTo>
                  <a:lnTo>
                    <a:pt x="1123398" y="222516"/>
                  </a:lnTo>
                  <a:lnTo>
                    <a:pt x="1201860" y="222516"/>
                  </a:lnTo>
                  <a:lnTo>
                    <a:pt x="1260015" y="39702"/>
                  </a:lnTo>
                  <a:lnTo>
                    <a:pt x="1363401" y="39702"/>
                  </a:lnTo>
                  <a:lnTo>
                    <a:pt x="1375401" y="923"/>
                  </a:lnTo>
                  <a:lnTo>
                    <a:pt x="959088" y="923"/>
                  </a:lnTo>
                  <a:close/>
                </a:path>
              </a:pathLst>
            </a:custGeom>
            <a:grpFill/>
            <a:ln w="9231" cap="flat">
              <a:noFill/>
              <a:prstDash val="solid"/>
              <a:miter/>
            </a:ln>
          </p:spPr>
          <p:txBody>
            <a:bodyPr rtlCol="0" anchor="ctr"/>
            <a:lstStyle/>
            <a:p>
              <a:endParaRPr lang="ja-JP" altLang="en-US" b="0" i="0">
                <a:latin typeface="Arial" panose="020B0604020202020204" pitchFamily="34" charset="0"/>
              </a:endParaRPr>
            </a:p>
          </p:txBody>
        </p:sp>
        <p:sp>
          <p:nvSpPr>
            <p:cNvPr id="18" name="フリーフォーム 17">
              <a:extLst>
                <a:ext uri="{FF2B5EF4-FFF2-40B4-BE49-F238E27FC236}">
                  <a16:creationId xmlns:a16="http://schemas.microsoft.com/office/drawing/2014/main" id="{CBA33E19-CC7E-3924-48E1-016523BB1A78}"/>
                </a:ext>
              </a:extLst>
            </p:cNvPr>
            <p:cNvSpPr/>
            <p:nvPr/>
          </p:nvSpPr>
          <p:spPr>
            <a:xfrm>
              <a:off x="2829470" y="-4814712"/>
              <a:ext cx="1275707" cy="79404"/>
            </a:xfrm>
            <a:custGeom>
              <a:avLst/>
              <a:gdLst>
                <a:gd name="connsiteX0" fmla="*/ 73847 w 1275707"/>
                <a:gd name="connsiteY0" fmla="*/ 33239 h 79404"/>
                <a:gd name="connsiteX1" fmla="*/ 36924 w 1275707"/>
                <a:gd name="connsiteY1" fmla="*/ 57245 h 79404"/>
                <a:gd name="connsiteX2" fmla="*/ 60924 w 1275707"/>
                <a:gd name="connsiteY2" fmla="*/ 67401 h 79404"/>
                <a:gd name="connsiteX3" fmla="*/ 57231 w 1275707"/>
                <a:gd name="connsiteY3" fmla="*/ 77557 h 79404"/>
                <a:gd name="connsiteX4" fmla="*/ 24923 w 1275707"/>
                <a:gd name="connsiteY4" fmla="*/ 58168 h 79404"/>
                <a:gd name="connsiteX5" fmla="*/ 36000 w 1275707"/>
                <a:gd name="connsiteY5" fmla="*/ 38779 h 79404"/>
                <a:gd name="connsiteX6" fmla="*/ 2769 w 1275707"/>
                <a:gd name="connsiteY6" fmla="*/ 46165 h 79404"/>
                <a:gd name="connsiteX7" fmla="*/ 0 w 1275707"/>
                <a:gd name="connsiteY7" fmla="*/ 33239 h 79404"/>
                <a:gd name="connsiteX8" fmla="*/ 20308 w 1275707"/>
                <a:gd name="connsiteY8" fmla="*/ 31392 h 79404"/>
                <a:gd name="connsiteX9" fmla="*/ 35077 w 1275707"/>
                <a:gd name="connsiteY9" fmla="*/ 18466 h 79404"/>
                <a:gd name="connsiteX10" fmla="*/ 38770 w 1275707"/>
                <a:gd name="connsiteY10" fmla="*/ 14773 h 79404"/>
                <a:gd name="connsiteX11" fmla="*/ 15693 w 1275707"/>
                <a:gd name="connsiteY11" fmla="*/ 16619 h 79404"/>
                <a:gd name="connsiteX12" fmla="*/ 14769 w 1275707"/>
                <a:gd name="connsiteY12" fmla="*/ 4617 h 79404"/>
                <a:gd name="connsiteX13" fmla="*/ 24000 w 1275707"/>
                <a:gd name="connsiteY13" fmla="*/ 4617 h 79404"/>
                <a:gd name="connsiteX14" fmla="*/ 50770 w 1275707"/>
                <a:gd name="connsiteY14" fmla="*/ 2770 h 79404"/>
                <a:gd name="connsiteX15" fmla="*/ 58155 w 1275707"/>
                <a:gd name="connsiteY15" fmla="*/ 923 h 79404"/>
                <a:gd name="connsiteX16" fmla="*/ 62770 w 1275707"/>
                <a:gd name="connsiteY16" fmla="*/ 7386 h 79404"/>
                <a:gd name="connsiteX17" fmla="*/ 36924 w 1275707"/>
                <a:gd name="connsiteY17" fmla="*/ 29546 h 79404"/>
                <a:gd name="connsiteX18" fmla="*/ 72924 w 1275707"/>
                <a:gd name="connsiteY18" fmla="*/ 23083 h 79404"/>
                <a:gd name="connsiteX19" fmla="*/ 73847 w 1275707"/>
                <a:gd name="connsiteY19" fmla="*/ 33239 h 79404"/>
                <a:gd name="connsiteX20" fmla="*/ 176310 w 1275707"/>
                <a:gd name="connsiteY20" fmla="*/ 64631 h 79404"/>
                <a:gd name="connsiteX21" fmla="*/ 201233 w 1275707"/>
                <a:gd name="connsiteY21" fmla="*/ 36932 h 79404"/>
                <a:gd name="connsiteX22" fmla="*/ 180002 w 1275707"/>
                <a:gd name="connsiteY22" fmla="*/ 14773 h 79404"/>
                <a:gd name="connsiteX23" fmla="*/ 156002 w 1275707"/>
                <a:gd name="connsiteY23" fmla="*/ 68324 h 79404"/>
                <a:gd name="connsiteX24" fmla="*/ 138463 w 1275707"/>
                <a:gd name="connsiteY24" fmla="*/ 42472 h 79404"/>
                <a:gd name="connsiteX25" fmla="*/ 178156 w 1275707"/>
                <a:gd name="connsiteY25" fmla="*/ 3693 h 79404"/>
                <a:gd name="connsiteX26" fmla="*/ 212310 w 1275707"/>
                <a:gd name="connsiteY26" fmla="*/ 36009 h 79404"/>
                <a:gd name="connsiteX27" fmla="*/ 202156 w 1275707"/>
                <a:gd name="connsiteY27" fmla="*/ 61861 h 79404"/>
                <a:gd name="connsiteX28" fmla="*/ 183695 w 1275707"/>
                <a:gd name="connsiteY28" fmla="*/ 73864 h 79404"/>
                <a:gd name="connsiteX29" fmla="*/ 176310 w 1275707"/>
                <a:gd name="connsiteY29" fmla="*/ 64631 h 79404"/>
                <a:gd name="connsiteX30" fmla="*/ 149540 w 1275707"/>
                <a:gd name="connsiteY30" fmla="*/ 42472 h 79404"/>
                <a:gd name="connsiteX31" fmla="*/ 156002 w 1275707"/>
                <a:gd name="connsiteY31" fmla="*/ 55398 h 79404"/>
                <a:gd name="connsiteX32" fmla="*/ 162463 w 1275707"/>
                <a:gd name="connsiteY32" fmla="*/ 46165 h 79404"/>
                <a:gd name="connsiteX33" fmla="*/ 168925 w 1275707"/>
                <a:gd name="connsiteY33" fmla="*/ 16619 h 79404"/>
                <a:gd name="connsiteX34" fmla="*/ 149540 w 1275707"/>
                <a:gd name="connsiteY34" fmla="*/ 42472 h 79404"/>
                <a:gd name="connsiteX35" fmla="*/ 307388 w 1275707"/>
                <a:gd name="connsiteY35" fmla="*/ 14773 h 79404"/>
                <a:gd name="connsiteX36" fmla="*/ 307388 w 1275707"/>
                <a:gd name="connsiteY36" fmla="*/ 0 h 79404"/>
                <a:gd name="connsiteX37" fmla="*/ 318465 w 1275707"/>
                <a:gd name="connsiteY37" fmla="*/ 0 h 79404"/>
                <a:gd name="connsiteX38" fmla="*/ 320312 w 1275707"/>
                <a:gd name="connsiteY38" fmla="*/ 923 h 79404"/>
                <a:gd name="connsiteX39" fmla="*/ 317542 w 1275707"/>
                <a:gd name="connsiteY39" fmla="*/ 2770 h 79404"/>
                <a:gd name="connsiteX40" fmla="*/ 317542 w 1275707"/>
                <a:gd name="connsiteY40" fmla="*/ 14773 h 79404"/>
                <a:gd name="connsiteX41" fmla="*/ 329542 w 1275707"/>
                <a:gd name="connsiteY41" fmla="*/ 14773 h 79404"/>
                <a:gd name="connsiteX42" fmla="*/ 324004 w 1275707"/>
                <a:gd name="connsiteY42" fmla="*/ 12003 h 79404"/>
                <a:gd name="connsiteX43" fmla="*/ 330466 w 1275707"/>
                <a:gd name="connsiteY43" fmla="*/ 923 h 79404"/>
                <a:gd name="connsiteX44" fmla="*/ 340619 w 1275707"/>
                <a:gd name="connsiteY44" fmla="*/ 4617 h 79404"/>
                <a:gd name="connsiteX45" fmla="*/ 341543 w 1275707"/>
                <a:gd name="connsiteY45" fmla="*/ 5540 h 79404"/>
                <a:gd name="connsiteX46" fmla="*/ 338773 w 1275707"/>
                <a:gd name="connsiteY46" fmla="*/ 6463 h 79404"/>
                <a:gd name="connsiteX47" fmla="*/ 334158 w 1275707"/>
                <a:gd name="connsiteY47" fmla="*/ 14773 h 79404"/>
                <a:gd name="connsiteX48" fmla="*/ 349850 w 1275707"/>
                <a:gd name="connsiteY48" fmla="*/ 14773 h 79404"/>
                <a:gd name="connsiteX49" fmla="*/ 349850 w 1275707"/>
                <a:gd name="connsiteY49" fmla="*/ 33239 h 79404"/>
                <a:gd name="connsiteX50" fmla="*/ 339696 w 1275707"/>
                <a:gd name="connsiteY50" fmla="*/ 33239 h 79404"/>
                <a:gd name="connsiteX51" fmla="*/ 339696 w 1275707"/>
                <a:gd name="connsiteY51" fmla="*/ 22159 h 79404"/>
                <a:gd name="connsiteX52" fmla="*/ 287080 w 1275707"/>
                <a:gd name="connsiteY52" fmla="*/ 22159 h 79404"/>
                <a:gd name="connsiteX53" fmla="*/ 287080 w 1275707"/>
                <a:gd name="connsiteY53" fmla="*/ 33239 h 79404"/>
                <a:gd name="connsiteX54" fmla="*/ 276926 w 1275707"/>
                <a:gd name="connsiteY54" fmla="*/ 33239 h 79404"/>
                <a:gd name="connsiteX55" fmla="*/ 276926 w 1275707"/>
                <a:gd name="connsiteY55" fmla="*/ 14773 h 79404"/>
                <a:gd name="connsiteX56" fmla="*/ 291696 w 1275707"/>
                <a:gd name="connsiteY56" fmla="*/ 14773 h 79404"/>
                <a:gd name="connsiteX57" fmla="*/ 286157 w 1275707"/>
                <a:gd name="connsiteY57" fmla="*/ 5540 h 79404"/>
                <a:gd name="connsiteX58" fmla="*/ 294465 w 1275707"/>
                <a:gd name="connsiteY58" fmla="*/ 923 h 79404"/>
                <a:gd name="connsiteX59" fmla="*/ 301850 w 1275707"/>
                <a:gd name="connsiteY59" fmla="*/ 12003 h 79404"/>
                <a:gd name="connsiteX60" fmla="*/ 297234 w 1275707"/>
                <a:gd name="connsiteY60" fmla="*/ 14773 h 79404"/>
                <a:gd name="connsiteX61" fmla="*/ 307388 w 1275707"/>
                <a:gd name="connsiteY61" fmla="*/ 14773 h 79404"/>
                <a:gd name="connsiteX62" fmla="*/ 318465 w 1275707"/>
                <a:gd name="connsiteY62" fmla="*/ 47088 h 79404"/>
                <a:gd name="connsiteX63" fmla="*/ 342466 w 1275707"/>
                <a:gd name="connsiteY63" fmla="*/ 47088 h 79404"/>
                <a:gd name="connsiteX64" fmla="*/ 342466 w 1275707"/>
                <a:gd name="connsiteY64" fmla="*/ 65554 h 79404"/>
                <a:gd name="connsiteX65" fmla="*/ 337850 w 1275707"/>
                <a:gd name="connsiteY65" fmla="*/ 72941 h 79404"/>
                <a:gd name="connsiteX66" fmla="*/ 325850 w 1275707"/>
                <a:gd name="connsiteY66" fmla="*/ 74787 h 79404"/>
                <a:gd name="connsiteX67" fmla="*/ 322158 w 1275707"/>
                <a:gd name="connsiteY67" fmla="*/ 64631 h 79404"/>
                <a:gd name="connsiteX68" fmla="*/ 327696 w 1275707"/>
                <a:gd name="connsiteY68" fmla="*/ 65554 h 79404"/>
                <a:gd name="connsiteX69" fmla="*/ 331389 w 1275707"/>
                <a:gd name="connsiteY69" fmla="*/ 56321 h 79404"/>
                <a:gd name="connsiteX70" fmla="*/ 318465 w 1275707"/>
                <a:gd name="connsiteY70" fmla="*/ 56321 h 79404"/>
                <a:gd name="connsiteX71" fmla="*/ 318465 w 1275707"/>
                <a:gd name="connsiteY71" fmla="*/ 78481 h 79404"/>
                <a:gd name="connsiteX72" fmla="*/ 308311 w 1275707"/>
                <a:gd name="connsiteY72" fmla="*/ 78481 h 79404"/>
                <a:gd name="connsiteX73" fmla="*/ 308311 w 1275707"/>
                <a:gd name="connsiteY73" fmla="*/ 55398 h 79404"/>
                <a:gd name="connsiteX74" fmla="*/ 295388 w 1275707"/>
                <a:gd name="connsiteY74" fmla="*/ 55398 h 79404"/>
                <a:gd name="connsiteX75" fmla="*/ 295388 w 1275707"/>
                <a:gd name="connsiteY75" fmla="*/ 72941 h 79404"/>
                <a:gd name="connsiteX76" fmla="*/ 285234 w 1275707"/>
                <a:gd name="connsiteY76" fmla="*/ 72941 h 79404"/>
                <a:gd name="connsiteX77" fmla="*/ 285234 w 1275707"/>
                <a:gd name="connsiteY77" fmla="*/ 47088 h 79404"/>
                <a:gd name="connsiteX78" fmla="*/ 308311 w 1275707"/>
                <a:gd name="connsiteY78" fmla="*/ 47088 h 79404"/>
                <a:gd name="connsiteX79" fmla="*/ 308311 w 1275707"/>
                <a:gd name="connsiteY79" fmla="*/ 43395 h 79404"/>
                <a:gd name="connsiteX80" fmla="*/ 291696 w 1275707"/>
                <a:gd name="connsiteY80" fmla="*/ 43395 h 79404"/>
                <a:gd name="connsiteX81" fmla="*/ 291696 w 1275707"/>
                <a:gd name="connsiteY81" fmla="*/ 24929 h 79404"/>
                <a:gd name="connsiteX82" fmla="*/ 335081 w 1275707"/>
                <a:gd name="connsiteY82" fmla="*/ 24929 h 79404"/>
                <a:gd name="connsiteX83" fmla="*/ 335081 w 1275707"/>
                <a:gd name="connsiteY83" fmla="*/ 43395 h 79404"/>
                <a:gd name="connsiteX84" fmla="*/ 318465 w 1275707"/>
                <a:gd name="connsiteY84" fmla="*/ 43395 h 79404"/>
                <a:gd name="connsiteX85" fmla="*/ 318465 w 1275707"/>
                <a:gd name="connsiteY85" fmla="*/ 47088 h 79404"/>
                <a:gd name="connsiteX86" fmla="*/ 300927 w 1275707"/>
                <a:gd name="connsiteY86" fmla="*/ 32316 h 79404"/>
                <a:gd name="connsiteX87" fmla="*/ 300927 w 1275707"/>
                <a:gd name="connsiteY87" fmla="*/ 37855 h 79404"/>
                <a:gd name="connsiteX88" fmla="*/ 324927 w 1275707"/>
                <a:gd name="connsiteY88" fmla="*/ 37855 h 79404"/>
                <a:gd name="connsiteX89" fmla="*/ 324927 w 1275707"/>
                <a:gd name="connsiteY89" fmla="*/ 32316 h 79404"/>
                <a:gd name="connsiteX90" fmla="*/ 300927 w 1275707"/>
                <a:gd name="connsiteY90" fmla="*/ 32316 h 79404"/>
                <a:gd name="connsiteX91" fmla="*/ 444005 w 1275707"/>
                <a:gd name="connsiteY91" fmla="*/ 14773 h 79404"/>
                <a:gd name="connsiteX92" fmla="*/ 444005 w 1275707"/>
                <a:gd name="connsiteY92" fmla="*/ 22159 h 79404"/>
                <a:gd name="connsiteX93" fmla="*/ 417236 w 1275707"/>
                <a:gd name="connsiteY93" fmla="*/ 22159 h 79404"/>
                <a:gd name="connsiteX94" fmla="*/ 417236 w 1275707"/>
                <a:gd name="connsiteY94" fmla="*/ 14773 h 79404"/>
                <a:gd name="connsiteX95" fmla="*/ 444005 w 1275707"/>
                <a:gd name="connsiteY95" fmla="*/ 14773 h 79404"/>
                <a:gd name="connsiteX96" fmla="*/ 428313 w 1275707"/>
                <a:gd name="connsiteY96" fmla="*/ 73864 h 79404"/>
                <a:gd name="connsiteX97" fmla="*/ 428313 w 1275707"/>
                <a:gd name="connsiteY97" fmla="*/ 77557 h 79404"/>
                <a:gd name="connsiteX98" fmla="*/ 419082 w 1275707"/>
                <a:gd name="connsiteY98" fmla="*/ 77557 h 79404"/>
                <a:gd name="connsiteX99" fmla="*/ 419082 w 1275707"/>
                <a:gd name="connsiteY99" fmla="*/ 47088 h 79404"/>
                <a:gd name="connsiteX100" fmla="*/ 443082 w 1275707"/>
                <a:gd name="connsiteY100" fmla="*/ 47088 h 79404"/>
                <a:gd name="connsiteX101" fmla="*/ 443082 w 1275707"/>
                <a:gd name="connsiteY101" fmla="*/ 76634 h 79404"/>
                <a:gd name="connsiteX102" fmla="*/ 434774 w 1275707"/>
                <a:gd name="connsiteY102" fmla="*/ 76634 h 79404"/>
                <a:gd name="connsiteX103" fmla="*/ 434774 w 1275707"/>
                <a:gd name="connsiteY103" fmla="*/ 73864 h 79404"/>
                <a:gd name="connsiteX104" fmla="*/ 428313 w 1275707"/>
                <a:gd name="connsiteY104" fmla="*/ 73864 h 79404"/>
                <a:gd name="connsiteX105" fmla="*/ 441236 w 1275707"/>
                <a:gd name="connsiteY105" fmla="*/ 3693 h 79404"/>
                <a:gd name="connsiteX106" fmla="*/ 441236 w 1275707"/>
                <a:gd name="connsiteY106" fmla="*/ 11080 h 79404"/>
                <a:gd name="connsiteX107" fmla="*/ 420928 w 1275707"/>
                <a:gd name="connsiteY107" fmla="*/ 11080 h 79404"/>
                <a:gd name="connsiteX108" fmla="*/ 420928 w 1275707"/>
                <a:gd name="connsiteY108" fmla="*/ 3693 h 79404"/>
                <a:gd name="connsiteX109" fmla="*/ 441236 w 1275707"/>
                <a:gd name="connsiteY109" fmla="*/ 3693 h 79404"/>
                <a:gd name="connsiteX110" fmla="*/ 441236 w 1275707"/>
                <a:gd name="connsiteY110" fmla="*/ 25852 h 79404"/>
                <a:gd name="connsiteX111" fmla="*/ 441236 w 1275707"/>
                <a:gd name="connsiteY111" fmla="*/ 33239 h 79404"/>
                <a:gd name="connsiteX112" fmla="*/ 420928 w 1275707"/>
                <a:gd name="connsiteY112" fmla="*/ 33239 h 79404"/>
                <a:gd name="connsiteX113" fmla="*/ 420928 w 1275707"/>
                <a:gd name="connsiteY113" fmla="*/ 25852 h 79404"/>
                <a:gd name="connsiteX114" fmla="*/ 441236 w 1275707"/>
                <a:gd name="connsiteY114" fmla="*/ 25852 h 79404"/>
                <a:gd name="connsiteX115" fmla="*/ 441236 w 1275707"/>
                <a:gd name="connsiteY115" fmla="*/ 36932 h 79404"/>
                <a:gd name="connsiteX116" fmla="*/ 441236 w 1275707"/>
                <a:gd name="connsiteY116" fmla="*/ 44319 h 79404"/>
                <a:gd name="connsiteX117" fmla="*/ 420928 w 1275707"/>
                <a:gd name="connsiteY117" fmla="*/ 44319 h 79404"/>
                <a:gd name="connsiteX118" fmla="*/ 420928 w 1275707"/>
                <a:gd name="connsiteY118" fmla="*/ 36932 h 79404"/>
                <a:gd name="connsiteX119" fmla="*/ 441236 w 1275707"/>
                <a:gd name="connsiteY119" fmla="*/ 36932 h 79404"/>
                <a:gd name="connsiteX120" fmla="*/ 435698 w 1275707"/>
                <a:gd name="connsiteY120" fmla="*/ 65554 h 79404"/>
                <a:gd name="connsiteX121" fmla="*/ 435698 w 1275707"/>
                <a:gd name="connsiteY121" fmla="*/ 56321 h 79404"/>
                <a:gd name="connsiteX122" fmla="*/ 428313 w 1275707"/>
                <a:gd name="connsiteY122" fmla="*/ 56321 h 79404"/>
                <a:gd name="connsiteX123" fmla="*/ 428313 w 1275707"/>
                <a:gd name="connsiteY123" fmla="*/ 65554 h 79404"/>
                <a:gd name="connsiteX124" fmla="*/ 435698 w 1275707"/>
                <a:gd name="connsiteY124" fmla="*/ 65554 h 79404"/>
                <a:gd name="connsiteX125" fmla="*/ 493852 w 1275707"/>
                <a:gd name="connsiteY125" fmla="*/ 43395 h 79404"/>
                <a:gd name="connsiteX126" fmla="*/ 493852 w 1275707"/>
                <a:gd name="connsiteY126" fmla="*/ 43395 h 79404"/>
                <a:gd name="connsiteX127" fmla="*/ 492006 w 1275707"/>
                <a:gd name="connsiteY127" fmla="*/ 45242 h 79404"/>
                <a:gd name="connsiteX128" fmla="*/ 485544 w 1275707"/>
                <a:gd name="connsiteY128" fmla="*/ 57245 h 79404"/>
                <a:gd name="connsiteX129" fmla="*/ 488314 w 1275707"/>
                <a:gd name="connsiteY129" fmla="*/ 62785 h 79404"/>
                <a:gd name="connsiteX130" fmla="*/ 490160 w 1275707"/>
                <a:gd name="connsiteY130" fmla="*/ 55398 h 79404"/>
                <a:gd name="connsiteX131" fmla="*/ 496621 w 1275707"/>
                <a:gd name="connsiteY131" fmla="*/ 61861 h 79404"/>
                <a:gd name="connsiteX132" fmla="*/ 488314 w 1275707"/>
                <a:gd name="connsiteY132" fmla="*/ 77557 h 79404"/>
                <a:gd name="connsiteX133" fmla="*/ 479083 w 1275707"/>
                <a:gd name="connsiteY133" fmla="*/ 66478 h 79404"/>
                <a:gd name="connsiteX134" fmla="*/ 466159 w 1275707"/>
                <a:gd name="connsiteY134" fmla="*/ 79404 h 79404"/>
                <a:gd name="connsiteX135" fmla="*/ 459698 w 1275707"/>
                <a:gd name="connsiteY135" fmla="*/ 72941 h 79404"/>
                <a:gd name="connsiteX136" fmla="*/ 465236 w 1275707"/>
                <a:gd name="connsiteY136" fmla="*/ 68324 h 79404"/>
                <a:gd name="connsiteX137" fmla="*/ 453236 w 1275707"/>
                <a:gd name="connsiteY137" fmla="*/ 68324 h 79404"/>
                <a:gd name="connsiteX138" fmla="*/ 453236 w 1275707"/>
                <a:gd name="connsiteY138" fmla="*/ 74787 h 79404"/>
                <a:gd name="connsiteX139" fmla="*/ 444928 w 1275707"/>
                <a:gd name="connsiteY139" fmla="*/ 74787 h 79404"/>
                <a:gd name="connsiteX140" fmla="*/ 444928 w 1275707"/>
                <a:gd name="connsiteY140" fmla="*/ 39702 h 79404"/>
                <a:gd name="connsiteX141" fmla="*/ 468929 w 1275707"/>
                <a:gd name="connsiteY141" fmla="*/ 39702 h 79404"/>
                <a:gd name="connsiteX142" fmla="*/ 468929 w 1275707"/>
                <a:gd name="connsiteY142" fmla="*/ 63708 h 79404"/>
                <a:gd name="connsiteX143" fmla="*/ 475390 w 1275707"/>
                <a:gd name="connsiteY143" fmla="*/ 56321 h 79404"/>
                <a:gd name="connsiteX144" fmla="*/ 472621 w 1275707"/>
                <a:gd name="connsiteY144" fmla="*/ 36932 h 79404"/>
                <a:gd name="connsiteX145" fmla="*/ 443082 w 1275707"/>
                <a:gd name="connsiteY145" fmla="*/ 36932 h 79404"/>
                <a:gd name="connsiteX146" fmla="*/ 443082 w 1275707"/>
                <a:gd name="connsiteY146" fmla="*/ 28622 h 79404"/>
                <a:gd name="connsiteX147" fmla="*/ 448621 w 1275707"/>
                <a:gd name="connsiteY147" fmla="*/ 28622 h 79404"/>
                <a:gd name="connsiteX148" fmla="*/ 445851 w 1275707"/>
                <a:gd name="connsiteY148" fmla="*/ 19389 h 79404"/>
                <a:gd name="connsiteX149" fmla="*/ 451390 w 1275707"/>
                <a:gd name="connsiteY149" fmla="*/ 16619 h 79404"/>
                <a:gd name="connsiteX150" fmla="*/ 444005 w 1275707"/>
                <a:gd name="connsiteY150" fmla="*/ 16619 h 79404"/>
                <a:gd name="connsiteX151" fmla="*/ 444005 w 1275707"/>
                <a:gd name="connsiteY151" fmla="*/ 9233 h 79404"/>
                <a:gd name="connsiteX152" fmla="*/ 452313 w 1275707"/>
                <a:gd name="connsiteY152" fmla="*/ 9233 h 79404"/>
                <a:gd name="connsiteX153" fmla="*/ 452313 w 1275707"/>
                <a:gd name="connsiteY153" fmla="*/ 923 h 79404"/>
                <a:gd name="connsiteX154" fmla="*/ 462467 w 1275707"/>
                <a:gd name="connsiteY154" fmla="*/ 923 h 79404"/>
                <a:gd name="connsiteX155" fmla="*/ 464313 w 1275707"/>
                <a:gd name="connsiteY155" fmla="*/ 1847 h 79404"/>
                <a:gd name="connsiteX156" fmla="*/ 462467 w 1275707"/>
                <a:gd name="connsiteY156" fmla="*/ 3693 h 79404"/>
                <a:gd name="connsiteX157" fmla="*/ 462467 w 1275707"/>
                <a:gd name="connsiteY157" fmla="*/ 9233 h 79404"/>
                <a:gd name="connsiteX158" fmla="*/ 470775 w 1275707"/>
                <a:gd name="connsiteY158" fmla="*/ 9233 h 79404"/>
                <a:gd name="connsiteX159" fmla="*/ 470775 w 1275707"/>
                <a:gd name="connsiteY159" fmla="*/ 17543 h 79404"/>
                <a:gd name="connsiteX160" fmla="*/ 463390 w 1275707"/>
                <a:gd name="connsiteY160" fmla="*/ 17543 h 79404"/>
                <a:gd name="connsiteX161" fmla="*/ 468929 w 1275707"/>
                <a:gd name="connsiteY161" fmla="*/ 19389 h 79404"/>
                <a:gd name="connsiteX162" fmla="*/ 469852 w 1275707"/>
                <a:gd name="connsiteY162" fmla="*/ 20313 h 79404"/>
                <a:gd name="connsiteX163" fmla="*/ 468006 w 1275707"/>
                <a:gd name="connsiteY163" fmla="*/ 21236 h 79404"/>
                <a:gd name="connsiteX164" fmla="*/ 465236 w 1275707"/>
                <a:gd name="connsiteY164" fmla="*/ 28622 h 79404"/>
                <a:gd name="connsiteX165" fmla="*/ 471698 w 1275707"/>
                <a:gd name="connsiteY165" fmla="*/ 28622 h 79404"/>
                <a:gd name="connsiteX166" fmla="*/ 471698 w 1275707"/>
                <a:gd name="connsiteY166" fmla="*/ 0 h 79404"/>
                <a:gd name="connsiteX167" fmla="*/ 480929 w 1275707"/>
                <a:gd name="connsiteY167" fmla="*/ 0 h 79404"/>
                <a:gd name="connsiteX168" fmla="*/ 482775 w 1275707"/>
                <a:gd name="connsiteY168" fmla="*/ 923 h 79404"/>
                <a:gd name="connsiteX169" fmla="*/ 480929 w 1275707"/>
                <a:gd name="connsiteY169" fmla="*/ 2770 h 79404"/>
                <a:gd name="connsiteX170" fmla="*/ 480929 w 1275707"/>
                <a:gd name="connsiteY170" fmla="*/ 28622 h 79404"/>
                <a:gd name="connsiteX171" fmla="*/ 494775 w 1275707"/>
                <a:gd name="connsiteY171" fmla="*/ 28622 h 79404"/>
                <a:gd name="connsiteX172" fmla="*/ 494775 w 1275707"/>
                <a:gd name="connsiteY172" fmla="*/ 36932 h 79404"/>
                <a:gd name="connsiteX173" fmla="*/ 481852 w 1275707"/>
                <a:gd name="connsiteY173" fmla="*/ 36932 h 79404"/>
                <a:gd name="connsiteX174" fmla="*/ 482775 w 1275707"/>
                <a:gd name="connsiteY174" fmla="*/ 45242 h 79404"/>
                <a:gd name="connsiteX175" fmla="*/ 485544 w 1275707"/>
                <a:gd name="connsiteY175" fmla="*/ 37855 h 79404"/>
                <a:gd name="connsiteX176" fmla="*/ 493852 w 1275707"/>
                <a:gd name="connsiteY176" fmla="*/ 43395 h 79404"/>
                <a:gd name="connsiteX177" fmla="*/ 452313 w 1275707"/>
                <a:gd name="connsiteY177" fmla="*/ 17543 h 79404"/>
                <a:gd name="connsiteX178" fmla="*/ 456005 w 1275707"/>
                <a:gd name="connsiteY178" fmla="*/ 27699 h 79404"/>
                <a:gd name="connsiteX179" fmla="*/ 451390 w 1275707"/>
                <a:gd name="connsiteY179" fmla="*/ 28622 h 79404"/>
                <a:gd name="connsiteX180" fmla="*/ 458775 w 1275707"/>
                <a:gd name="connsiteY180" fmla="*/ 28622 h 79404"/>
                <a:gd name="connsiteX181" fmla="*/ 462467 w 1275707"/>
                <a:gd name="connsiteY181" fmla="*/ 16619 h 79404"/>
                <a:gd name="connsiteX182" fmla="*/ 452313 w 1275707"/>
                <a:gd name="connsiteY182" fmla="*/ 17543 h 79404"/>
                <a:gd name="connsiteX183" fmla="*/ 452313 w 1275707"/>
                <a:gd name="connsiteY183" fmla="*/ 17543 h 79404"/>
                <a:gd name="connsiteX184" fmla="*/ 461544 w 1275707"/>
                <a:gd name="connsiteY184" fmla="*/ 50782 h 79404"/>
                <a:gd name="connsiteX185" fmla="*/ 461544 w 1275707"/>
                <a:gd name="connsiteY185" fmla="*/ 46165 h 79404"/>
                <a:gd name="connsiteX186" fmla="*/ 454159 w 1275707"/>
                <a:gd name="connsiteY186" fmla="*/ 46165 h 79404"/>
                <a:gd name="connsiteX187" fmla="*/ 454159 w 1275707"/>
                <a:gd name="connsiteY187" fmla="*/ 50782 h 79404"/>
                <a:gd name="connsiteX188" fmla="*/ 461544 w 1275707"/>
                <a:gd name="connsiteY188" fmla="*/ 50782 h 79404"/>
                <a:gd name="connsiteX189" fmla="*/ 454159 w 1275707"/>
                <a:gd name="connsiteY189" fmla="*/ 56321 h 79404"/>
                <a:gd name="connsiteX190" fmla="*/ 454159 w 1275707"/>
                <a:gd name="connsiteY190" fmla="*/ 60938 h 79404"/>
                <a:gd name="connsiteX191" fmla="*/ 461544 w 1275707"/>
                <a:gd name="connsiteY191" fmla="*/ 60938 h 79404"/>
                <a:gd name="connsiteX192" fmla="*/ 461544 w 1275707"/>
                <a:gd name="connsiteY192" fmla="*/ 56321 h 79404"/>
                <a:gd name="connsiteX193" fmla="*/ 454159 w 1275707"/>
                <a:gd name="connsiteY193" fmla="*/ 56321 h 79404"/>
                <a:gd name="connsiteX194" fmla="*/ 489237 w 1275707"/>
                <a:gd name="connsiteY194" fmla="*/ 6463 h 79404"/>
                <a:gd name="connsiteX195" fmla="*/ 494775 w 1275707"/>
                <a:gd name="connsiteY195" fmla="*/ 21236 h 79404"/>
                <a:gd name="connsiteX196" fmla="*/ 486467 w 1275707"/>
                <a:gd name="connsiteY196" fmla="*/ 24006 h 79404"/>
                <a:gd name="connsiteX197" fmla="*/ 481852 w 1275707"/>
                <a:gd name="connsiteY197" fmla="*/ 10156 h 79404"/>
                <a:gd name="connsiteX198" fmla="*/ 489237 w 1275707"/>
                <a:gd name="connsiteY198" fmla="*/ 6463 h 79404"/>
                <a:gd name="connsiteX199" fmla="*/ 534468 w 1275707"/>
                <a:gd name="connsiteY199" fmla="*/ 53552 h 79404"/>
                <a:gd name="connsiteX200" fmla="*/ 552930 w 1275707"/>
                <a:gd name="connsiteY200" fmla="*/ 68324 h 79404"/>
                <a:gd name="connsiteX201" fmla="*/ 544622 w 1275707"/>
                <a:gd name="connsiteY201" fmla="*/ 76634 h 79404"/>
                <a:gd name="connsiteX202" fmla="*/ 528006 w 1275707"/>
                <a:gd name="connsiteY202" fmla="*/ 61861 h 79404"/>
                <a:gd name="connsiteX203" fmla="*/ 534468 w 1275707"/>
                <a:gd name="connsiteY203" fmla="*/ 53552 h 79404"/>
                <a:gd name="connsiteX204" fmla="*/ 633238 w 1275707"/>
                <a:gd name="connsiteY204" fmla="*/ 36932 h 79404"/>
                <a:gd name="connsiteX205" fmla="*/ 633238 w 1275707"/>
                <a:gd name="connsiteY205" fmla="*/ 36932 h 79404"/>
                <a:gd name="connsiteX206" fmla="*/ 631392 w 1275707"/>
                <a:gd name="connsiteY206" fmla="*/ 38779 h 79404"/>
                <a:gd name="connsiteX207" fmla="*/ 630469 w 1275707"/>
                <a:gd name="connsiteY207" fmla="*/ 39702 h 79404"/>
                <a:gd name="connsiteX208" fmla="*/ 655393 w 1275707"/>
                <a:gd name="connsiteY208" fmla="*/ 39702 h 79404"/>
                <a:gd name="connsiteX209" fmla="*/ 659085 w 1275707"/>
                <a:gd name="connsiteY209" fmla="*/ 44319 h 79404"/>
                <a:gd name="connsiteX210" fmla="*/ 644315 w 1275707"/>
                <a:gd name="connsiteY210" fmla="*/ 60938 h 79404"/>
                <a:gd name="connsiteX211" fmla="*/ 674777 w 1275707"/>
                <a:gd name="connsiteY211" fmla="*/ 67401 h 79404"/>
                <a:gd name="connsiteX212" fmla="*/ 668316 w 1275707"/>
                <a:gd name="connsiteY212" fmla="*/ 77557 h 79404"/>
                <a:gd name="connsiteX213" fmla="*/ 636008 w 1275707"/>
                <a:gd name="connsiteY213" fmla="*/ 66478 h 79404"/>
                <a:gd name="connsiteX214" fmla="*/ 604623 w 1275707"/>
                <a:gd name="connsiteY214" fmla="*/ 77557 h 79404"/>
                <a:gd name="connsiteX215" fmla="*/ 598161 w 1275707"/>
                <a:gd name="connsiteY215" fmla="*/ 68324 h 79404"/>
                <a:gd name="connsiteX216" fmla="*/ 627700 w 1275707"/>
                <a:gd name="connsiteY216" fmla="*/ 60015 h 79404"/>
                <a:gd name="connsiteX217" fmla="*/ 620315 w 1275707"/>
                <a:gd name="connsiteY217" fmla="*/ 50782 h 79404"/>
                <a:gd name="connsiteX218" fmla="*/ 605546 w 1275707"/>
                <a:gd name="connsiteY218" fmla="*/ 60938 h 79404"/>
                <a:gd name="connsiteX219" fmla="*/ 598161 w 1275707"/>
                <a:gd name="connsiteY219" fmla="*/ 53552 h 79404"/>
                <a:gd name="connsiteX220" fmla="*/ 624007 w 1275707"/>
                <a:gd name="connsiteY220" fmla="*/ 33239 h 79404"/>
                <a:gd name="connsiteX221" fmla="*/ 612930 w 1275707"/>
                <a:gd name="connsiteY221" fmla="*/ 38779 h 79404"/>
                <a:gd name="connsiteX222" fmla="*/ 605546 w 1275707"/>
                <a:gd name="connsiteY222" fmla="*/ 33239 h 79404"/>
                <a:gd name="connsiteX223" fmla="*/ 622161 w 1275707"/>
                <a:gd name="connsiteY223" fmla="*/ 15696 h 79404"/>
                <a:gd name="connsiteX224" fmla="*/ 609238 w 1275707"/>
                <a:gd name="connsiteY224" fmla="*/ 15696 h 79404"/>
                <a:gd name="connsiteX225" fmla="*/ 615700 w 1275707"/>
                <a:gd name="connsiteY225" fmla="*/ 20313 h 79404"/>
                <a:gd name="connsiteX226" fmla="*/ 616623 w 1275707"/>
                <a:gd name="connsiteY226" fmla="*/ 21236 h 79404"/>
                <a:gd name="connsiteX227" fmla="*/ 615700 w 1275707"/>
                <a:gd name="connsiteY227" fmla="*/ 22159 h 79404"/>
                <a:gd name="connsiteX228" fmla="*/ 613854 w 1275707"/>
                <a:gd name="connsiteY228" fmla="*/ 22159 h 79404"/>
                <a:gd name="connsiteX229" fmla="*/ 600930 w 1275707"/>
                <a:gd name="connsiteY229" fmla="*/ 34162 h 79404"/>
                <a:gd name="connsiteX230" fmla="*/ 593545 w 1275707"/>
                <a:gd name="connsiteY230" fmla="*/ 27699 h 79404"/>
                <a:gd name="connsiteX231" fmla="*/ 607392 w 1275707"/>
                <a:gd name="connsiteY231" fmla="*/ 15696 h 79404"/>
                <a:gd name="connsiteX232" fmla="*/ 595392 w 1275707"/>
                <a:gd name="connsiteY232" fmla="*/ 15696 h 79404"/>
                <a:gd name="connsiteX233" fmla="*/ 595392 w 1275707"/>
                <a:gd name="connsiteY233" fmla="*/ 7386 h 79404"/>
                <a:gd name="connsiteX234" fmla="*/ 628623 w 1275707"/>
                <a:gd name="connsiteY234" fmla="*/ 7386 h 79404"/>
                <a:gd name="connsiteX235" fmla="*/ 628623 w 1275707"/>
                <a:gd name="connsiteY235" fmla="*/ 0 h 79404"/>
                <a:gd name="connsiteX236" fmla="*/ 639700 w 1275707"/>
                <a:gd name="connsiteY236" fmla="*/ 0 h 79404"/>
                <a:gd name="connsiteX237" fmla="*/ 641546 w 1275707"/>
                <a:gd name="connsiteY237" fmla="*/ 923 h 79404"/>
                <a:gd name="connsiteX238" fmla="*/ 639700 w 1275707"/>
                <a:gd name="connsiteY238" fmla="*/ 2770 h 79404"/>
                <a:gd name="connsiteX239" fmla="*/ 639700 w 1275707"/>
                <a:gd name="connsiteY239" fmla="*/ 7386 h 79404"/>
                <a:gd name="connsiteX240" fmla="*/ 672931 w 1275707"/>
                <a:gd name="connsiteY240" fmla="*/ 7386 h 79404"/>
                <a:gd name="connsiteX241" fmla="*/ 672931 w 1275707"/>
                <a:gd name="connsiteY241" fmla="*/ 15696 h 79404"/>
                <a:gd name="connsiteX242" fmla="*/ 648931 w 1275707"/>
                <a:gd name="connsiteY242" fmla="*/ 15696 h 79404"/>
                <a:gd name="connsiteX243" fmla="*/ 648931 w 1275707"/>
                <a:gd name="connsiteY243" fmla="*/ 32316 h 79404"/>
                <a:gd name="connsiteX244" fmla="*/ 636008 w 1275707"/>
                <a:gd name="connsiteY244" fmla="*/ 39702 h 79404"/>
                <a:gd name="connsiteX245" fmla="*/ 631392 w 1275707"/>
                <a:gd name="connsiteY245" fmla="*/ 30469 h 79404"/>
                <a:gd name="connsiteX246" fmla="*/ 636931 w 1275707"/>
                <a:gd name="connsiteY246" fmla="*/ 31392 h 79404"/>
                <a:gd name="connsiteX247" fmla="*/ 639700 w 1275707"/>
                <a:gd name="connsiteY247" fmla="*/ 29546 h 79404"/>
                <a:gd name="connsiteX248" fmla="*/ 639700 w 1275707"/>
                <a:gd name="connsiteY248" fmla="*/ 15696 h 79404"/>
                <a:gd name="connsiteX249" fmla="*/ 632315 w 1275707"/>
                <a:gd name="connsiteY249" fmla="*/ 15696 h 79404"/>
                <a:gd name="connsiteX250" fmla="*/ 624931 w 1275707"/>
                <a:gd name="connsiteY250" fmla="*/ 34162 h 79404"/>
                <a:gd name="connsiteX251" fmla="*/ 633238 w 1275707"/>
                <a:gd name="connsiteY251" fmla="*/ 36932 h 79404"/>
                <a:gd name="connsiteX252" fmla="*/ 633238 w 1275707"/>
                <a:gd name="connsiteY252" fmla="*/ 36932 h 79404"/>
                <a:gd name="connsiteX253" fmla="*/ 627700 w 1275707"/>
                <a:gd name="connsiteY253" fmla="*/ 48935 h 79404"/>
                <a:gd name="connsiteX254" fmla="*/ 635084 w 1275707"/>
                <a:gd name="connsiteY254" fmla="*/ 56321 h 79404"/>
                <a:gd name="connsiteX255" fmla="*/ 642469 w 1275707"/>
                <a:gd name="connsiteY255" fmla="*/ 48935 h 79404"/>
                <a:gd name="connsiteX256" fmla="*/ 627700 w 1275707"/>
                <a:gd name="connsiteY256" fmla="*/ 48935 h 79404"/>
                <a:gd name="connsiteX257" fmla="*/ 658162 w 1275707"/>
                <a:gd name="connsiteY257" fmla="*/ 15696 h 79404"/>
                <a:gd name="connsiteX258" fmla="*/ 671085 w 1275707"/>
                <a:gd name="connsiteY258" fmla="*/ 29546 h 79404"/>
                <a:gd name="connsiteX259" fmla="*/ 662777 w 1275707"/>
                <a:gd name="connsiteY259" fmla="*/ 35085 h 79404"/>
                <a:gd name="connsiteX260" fmla="*/ 650777 w 1275707"/>
                <a:gd name="connsiteY260" fmla="*/ 21236 h 79404"/>
                <a:gd name="connsiteX261" fmla="*/ 658162 w 1275707"/>
                <a:gd name="connsiteY261" fmla="*/ 15696 h 79404"/>
                <a:gd name="connsiteX262" fmla="*/ 783702 w 1275707"/>
                <a:gd name="connsiteY262" fmla="*/ 24006 h 79404"/>
                <a:gd name="connsiteX263" fmla="*/ 764317 w 1275707"/>
                <a:gd name="connsiteY263" fmla="*/ 43395 h 79404"/>
                <a:gd name="connsiteX264" fmla="*/ 766163 w 1275707"/>
                <a:gd name="connsiteY264" fmla="*/ 43395 h 79404"/>
                <a:gd name="connsiteX265" fmla="*/ 772625 w 1275707"/>
                <a:gd name="connsiteY265" fmla="*/ 48935 h 79404"/>
                <a:gd name="connsiteX266" fmla="*/ 771701 w 1275707"/>
                <a:gd name="connsiteY266" fmla="*/ 60015 h 79404"/>
                <a:gd name="connsiteX267" fmla="*/ 778163 w 1275707"/>
                <a:gd name="connsiteY267" fmla="*/ 65554 h 79404"/>
                <a:gd name="connsiteX268" fmla="*/ 796625 w 1275707"/>
                <a:gd name="connsiteY268" fmla="*/ 62785 h 79404"/>
                <a:gd name="connsiteX269" fmla="*/ 796625 w 1275707"/>
                <a:gd name="connsiteY269" fmla="*/ 74787 h 79404"/>
                <a:gd name="connsiteX270" fmla="*/ 776317 w 1275707"/>
                <a:gd name="connsiteY270" fmla="*/ 76634 h 79404"/>
                <a:gd name="connsiteX271" fmla="*/ 759701 w 1275707"/>
                <a:gd name="connsiteY271" fmla="*/ 65554 h 79404"/>
                <a:gd name="connsiteX272" fmla="*/ 760624 w 1275707"/>
                <a:gd name="connsiteY272" fmla="*/ 57245 h 79404"/>
                <a:gd name="connsiteX273" fmla="*/ 757855 w 1275707"/>
                <a:gd name="connsiteY273" fmla="*/ 53552 h 79404"/>
                <a:gd name="connsiteX274" fmla="*/ 750470 w 1275707"/>
                <a:gd name="connsiteY274" fmla="*/ 59091 h 79404"/>
                <a:gd name="connsiteX275" fmla="*/ 733855 w 1275707"/>
                <a:gd name="connsiteY275" fmla="*/ 77557 h 79404"/>
                <a:gd name="connsiteX276" fmla="*/ 724624 w 1275707"/>
                <a:gd name="connsiteY276" fmla="*/ 69248 h 79404"/>
                <a:gd name="connsiteX277" fmla="*/ 760624 w 1275707"/>
                <a:gd name="connsiteY277" fmla="*/ 31392 h 79404"/>
                <a:gd name="connsiteX278" fmla="*/ 732932 w 1275707"/>
                <a:gd name="connsiteY278" fmla="*/ 36009 h 79404"/>
                <a:gd name="connsiteX279" fmla="*/ 731086 w 1275707"/>
                <a:gd name="connsiteY279" fmla="*/ 24929 h 79404"/>
                <a:gd name="connsiteX280" fmla="*/ 776317 w 1275707"/>
                <a:gd name="connsiteY280" fmla="*/ 17543 h 79404"/>
                <a:gd name="connsiteX281" fmla="*/ 783702 w 1275707"/>
                <a:gd name="connsiteY281" fmla="*/ 24006 h 79404"/>
                <a:gd name="connsiteX282" fmla="*/ 745855 w 1275707"/>
                <a:gd name="connsiteY282" fmla="*/ 1847 h 79404"/>
                <a:gd name="connsiteX283" fmla="*/ 768932 w 1275707"/>
                <a:gd name="connsiteY283" fmla="*/ 4617 h 79404"/>
                <a:gd name="connsiteX284" fmla="*/ 774471 w 1275707"/>
                <a:gd name="connsiteY284" fmla="*/ 4617 h 79404"/>
                <a:gd name="connsiteX285" fmla="*/ 773548 w 1275707"/>
                <a:gd name="connsiteY285" fmla="*/ 14773 h 79404"/>
                <a:gd name="connsiteX286" fmla="*/ 769855 w 1275707"/>
                <a:gd name="connsiteY286" fmla="*/ 14773 h 79404"/>
                <a:gd name="connsiteX287" fmla="*/ 744932 w 1275707"/>
                <a:gd name="connsiteY287" fmla="*/ 12003 h 79404"/>
                <a:gd name="connsiteX288" fmla="*/ 745855 w 1275707"/>
                <a:gd name="connsiteY288" fmla="*/ 1847 h 79404"/>
                <a:gd name="connsiteX289" fmla="*/ 921242 w 1275707"/>
                <a:gd name="connsiteY289" fmla="*/ 14773 h 79404"/>
                <a:gd name="connsiteX290" fmla="*/ 881549 w 1275707"/>
                <a:gd name="connsiteY290" fmla="*/ 47088 h 79404"/>
                <a:gd name="connsiteX291" fmla="*/ 906472 w 1275707"/>
                <a:gd name="connsiteY291" fmla="*/ 64631 h 79404"/>
                <a:gd name="connsiteX292" fmla="*/ 900934 w 1275707"/>
                <a:gd name="connsiteY292" fmla="*/ 77557 h 79404"/>
                <a:gd name="connsiteX293" fmla="*/ 870472 w 1275707"/>
                <a:gd name="connsiteY293" fmla="*/ 48012 h 79404"/>
                <a:gd name="connsiteX294" fmla="*/ 888011 w 1275707"/>
                <a:gd name="connsiteY294" fmla="*/ 18466 h 79404"/>
                <a:gd name="connsiteX295" fmla="*/ 850164 w 1275707"/>
                <a:gd name="connsiteY295" fmla="*/ 24006 h 79404"/>
                <a:gd name="connsiteX296" fmla="*/ 848318 w 1275707"/>
                <a:gd name="connsiteY296" fmla="*/ 10156 h 79404"/>
                <a:gd name="connsiteX297" fmla="*/ 853856 w 1275707"/>
                <a:gd name="connsiteY297" fmla="*/ 10156 h 79404"/>
                <a:gd name="connsiteX298" fmla="*/ 919396 w 1275707"/>
                <a:gd name="connsiteY298" fmla="*/ 1847 h 79404"/>
                <a:gd name="connsiteX299" fmla="*/ 921242 w 1275707"/>
                <a:gd name="connsiteY299" fmla="*/ 14773 h 79404"/>
                <a:gd name="connsiteX300" fmla="*/ 1034782 w 1275707"/>
                <a:gd name="connsiteY300" fmla="*/ 24929 h 79404"/>
                <a:gd name="connsiteX301" fmla="*/ 1034782 w 1275707"/>
                <a:gd name="connsiteY301" fmla="*/ 24929 h 79404"/>
                <a:gd name="connsiteX302" fmla="*/ 1033859 w 1275707"/>
                <a:gd name="connsiteY302" fmla="*/ 26776 h 79404"/>
                <a:gd name="connsiteX303" fmla="*/ 1030166 w 1275707"/>
                <a:gd name="connsiteY303" fmla="*/ 43395 h 79404"/>
                <a:gd name="connsiteX304" fmla="*/ 1043089 w 1275707"/>
                <a:gd name="connsiteY304" fmla="*/ 52628 h 79404"/>
                <a:gd name="connsiteX305" fmla="*/ 1036628 w 1275707"/>
                <a:gd name="connsiteY305" fmla="*/ 62785 h 79404"/>
                <a:gd name="connsiteX306" fmla="*/ 1026474 w 1275707"/>
                <a:gd name="connsiteY306" fmla="*/ 54475 h 79404"/>
                <a:gd name="connsiteX307" fmla="*/ 1007089 w 1275707"/>
                <a:gd name="connsiteY307" fmla="*/ 76634 h 79404"/>
                <a:gd name="connsiteX308" fmla="*/ 997858 w 1275707"/>
                <a:gd name="connsiteY308" fmla="*/ 69248 h 79404"/>
                <a:gd name="connsiteX309" fmla="*/ 1016320 w 1275707"/>
                <a:gd name="connsiteY309" fmla="*/ 48935 h 79404"/>
                <a:gd name="connsiteX310" fmla="*/ 998781 w 1275707"/>
                <a:gd name="connsiteY310" fmla="*/ 43395 h 79404"/>
                <a:gd name="connsiteX311" fmla="*/ 978473 w 1275707"/>
                <a:gd name="connsiteY311" fmla="*/ 69248 h 79404"/>
                <a:gd name="connsiteX312" fmla="*/ 966473 w 1275707"/>
                <a:gd name="connsiteY312" fmla="*/ 56321 h 79404"/>
                <a:gd name="connsiteX313" fmla="*/ 993243 w 1275707"/>
                <a:gd name="connsiteY313" fmla="*/ 33239 h 79404"/>
                <a:gd name="connsiteX314" fmla="*/ 999704 w 1275707"/>
                <a:gd name="connsiteY314" fmla="*/ 16619 h 79404"/>
                <a:gd name="connsiteX315" fmla="*/ 980319 w 1275707"/>
                <a:gd name="connsiteY315" fmla="*/ 20313 h 79404"/>
                <a:gd name="connsiteX316" fmla="*/ 977550 w 1275707"/>
                <a:gd name="connsiteY316" fmla="*/ 8310 h 79404"/>
                <a:gd name="connsiteX317" fmla="*/ 1008012 w 1275707"/>
                <a:gd name="connsiteY317" fmla="*/ 2770 h 79404"/>
                <a:gd name="connsiteX318" fmla="*/ 1015397 w 1275707"/>
                <a:gd name="connsiteY318" fmla="*/ 9233 h 79404"/>
                <a:gd name="connsiteX319" fmla="*/ 1002473 w 1275707"/>
                <a:gd name="connsiteY319" fmla="*/ 34162 h 79404"/>
                <a:gd name="connsiteX320" fmla="*/ 1019089 w 1275707"/>
                <a:gd name="connsiteY320" fmla="*/ 39702 h 79404"/>
                <a:gd name="connsiteX321" fmla="*/ 1021858 w 1275707"/>
                <a:gd name="connsiteY321" fmla="*/ 21236 h 79404"/>
                <a:gd name="connsiteX322" fmla="*/ 1034782 w 1275707"/>
                <a:gd name="connsiteY322" fmla="*/ 24929 h 79404"/>
                <a:gd name="connsiteX323" fmla="*/ 1034782 w 1275707"/>
                <a:gd name="connsiteY323" fmla="*/ 24929 h 79404"/>
                <a:gd name="connsiteX324" fmla="*/ 976627 w 1275707"/>
                <a:gd name="connsiteY324" fmla="*/ 55398 h 79404"/>
                <a:gd name="connsiteX325" fmla="*/ 978473 w 1275707"/>
                <a:gd name="connsiteY325" fmla="*/ 58168 h 79404"/>
                <a:gd name="connsiteX326" fmla="*/ 988627 w 1275707"/>
                <a:gd name="connsiteY326" fmla="*/ 42472 h 79404"/>
                <a:gd name="connsiteX327" fmla="*/ 976627 w 1275707"/>
                <a:gd name="connsiteY327" fmla="*/ 55398 h 79404"/>
                <a:gd name="connsiteX328" fmla="*/ 1146475 w 1275707"/>
                <a:gd name="connsiteY328" fmla="*/ 3693 h 79404"/>
                <a:gd name="connsiteX329" fmla="*/ 1148321 w 1275707"/>
                <a:gd name="connsiteY329" fmla="*/ 4617 h 79404"/>
                <a:gd name="connsiteX330" fmla="*/ 1146475 w 1275707"/>
                <a:gd name="connsiteY330" fmla="*/ 5540 h 79404"/>
                <a:gd name="connsiteX331" fmla="*/ 1146475 w 1275707"/>
                <a:gd name="connsiteY331" fmla="*/ 20313 h 79404"/>
                <a:gd name="connsiteX332" fmla="*/ 1163091 w 1275707"/>
                <a:gd name="connsiteY332" fmla="*/ 18466 h 79404"/>
                <a:gd name="connsiteX333" fmla="*/ 1163091 w 1275707"/>
                <a:gd name="connsiteY333" fmla="*/ 30469 h 79404"/>
                <a:gd name="connsiteX334" fmla="*/ 1159398 w 1275707"/>
                <a:gd name="connsiteY334" fmla="*/ 30469 h 79404"/>
                <a:gd name="connsiteX335" fmla="*/ 1147398 w 1275707"/>
                <a:gd name="connsiteY335" fmla="*/ 31392 h 79404"/>
                <a:gd name="connsiteX336" fmla="*/ 1128014 w 1275707"/>
                <a:gd name="connsiteY336" fmla="*/ 55398 h 79404"/>
                <a:gd name="connsiteX337" fmla="*/ 1125244 w 1275707"/>
                <a:gd name="connsiteY337" fmla="*/ 45242 h 79404"/>
                <a:gd name="connsiteX338" fmla="*/ 1130783 w 1275707"/>
                <a:gd name="connsiteY338" fmla="*/ 45242 h 79404"/>
                <a:gd name="connsiteX339" fmla="*/ 1137244 w 1275707"/>
                <a:gd name="connsiteY339" fmla="*/ 33239 h 79404"/>
                <a:gd name="connsiteX340" fmla="*/ 1117859 w 1275707"/>
                <a:gd name="connsiteY340" fmla="*/ 36932 h 79404"/>
                <a:gd name="connsiteX341" fmla="*/ 1118783 w 1275707"/>
                <a:gd name="connsiteY341" fmla="*/ 59091 h 79404"/>
                <a:gd name="connsiteX342" fmla="*/ 1131706 w 1275707"/>
                <a:gd name="connsiteY342" fmla="*/ 64631 h 79404"/>
                <a:gd name="connsiteX343" fmla="*/ 1158475 w 1275707"/>
                <a:gd name="connsiteY343" fmla="*/ 60938 h 79404"/>
                <a:gd name="connsiteX344" fmla="*/ 1156629 w 1275707"/>
                <a:gd name="connsiteY344" fmla="*/ 72941 h 79404"/>
                <a:gd name="connsiteX345" fmla="*/ 1128937 w 1275707"/>
                <a:gd name="connsiteY345" fmla="*/ 74787 h 79404"/>
                <a:gd name="connsiteX346" fmla="*/ 1107706 w 1275707"/>
                <a:gd name="connsiteY346" fmla="*/ 62785 h 79404"/>
                <a:gd name="connsiteX347" fmla="*/ 1106782 w 1275707"/>
                <a:gd name="connsiteY347" fmla="*/ 38779 h 79404"/>
                <a:gd name="connsiteX348" fmla="*/ 1090167 w 1275707"/>
                <a:gd name="connsiteY348" fmla="*/ 42472 h 79404"/>
                <a:gd name="connsiteX349" fmla="*/ 1089244 w 1275707"/>
                <a:gd name="connsiteY349" fmla="*/ 29546 h 79404"/>
                <a:gd name="connsiteX350" fmla="*/ 1106782 w 1275707"/>
                <a:gd name="connsiteY350" fmla="*/ 26776 h 79404"/>
                <a:gd name="connsiteX351" fmla="*/ 1105859 w 1275707"/>
                <a:gd name="connsiteY351" fmla="*/ 6463 h 79404"/>
                <a:gd name="connsiteX352" fmla="*/ 1117859 w 1275707"/>
                <a:gd name="connsiteY352" fmla="*/ 8310 h 79404"/>
                <a:gd name="connsiteX353" fmla="*/ 1119706 w 1275707"/>
                <a:gd name="connsiteY353" fmla="*/ 9233 h 79404"/>
                <a:gd name="connsiteX354" fmla="*/ 1117859 w 1275707"/>
                <a:gd name="connsiteY354" fmla="*/ 10156 h 79404"/>
                <a:gd name="connsiteX355" fmla="*/ 1116936 w 1275707"/>
                <a:gd name="connsiteY355" fmla="*/ 24006 h 79404"/>
                <a:gd name="connsiteX356" fmla="*/ 1135398 w 1275707"/>
                <a:gd name="connsiteY356" fmla="*/ 21236 h 79404"/>
                <a:gd name="connsiteX357" fmla="*/ 1133552 w 1275707"/>
                <a:gd name="connsiteY357" fmla="*/ 923 h 79404"/>
                <a:gd name="connsiteX358" fmla="*/ 1146475 w 1275707"/>
                <a:gd name="connsiteY358" fmla="*/ 3693 h 79404"/>
                <a:gd name="connsiteX359" fmla="*/ 1146475 w 1275707"/>
                <a:gd name="connsiteY359" fmla="*/ 3693 h 79404"/>
                <a:gd name="connsiteX360" fmla="*/ 1262784 w 1275707"/>
                <a:gd name="connsiteY360" fmla="*/ 10156 h 79404"/>
                <a:gd name="connsiteX361" fmla="*/ 1240630 w 1275707"/>
                <a:gd name="connsiteY361" fmla="*/ 30469 h 79404"/>
                <a:gd name="connsiteX362" fmla="*/ 1251707 w 1275707"/>
                <a:gd name="connsiteY362" fmla="*/ 28622 h 79404"/>
                <a:gd name="connsiteX363" fmla="*/ 1275708 w 1275707"/>
                <a:gd name="connsiteY363" fmla="*/ 50782 h 79404"/>
                <a:gd name="connsiteX364" fmla="*/ 1244322 w 1275707"/>
                <a:gd name="connsiteY364" fmla="*/ 76634 h 79404"/>
                <a:gd name="connsiteX365" fmla="*/ 1224015 w 1275707"/>
                <a:gd name="connsiteY365" fmla="*/ 62785 h 79404"/>
                <a:gd name="connsiteX366" fmla="*/ 1239707 w 1275707"/>
                <a:gd name="connsiteY366" fmla="*/ 49858 h 79404"/>
                <a:gd name="connsiteX367" fmla="*/ 1257246 w 1275707"/>
                <a:gd name="connsiteY367" fmla="*/ 62785 h 79404"/>
                <a:gd name="connsiteX368" fmla="*/ 1264631 w 1275707"/>
                <a:gd name="connsiteY368" fmla="*/ 50782 h 79404"/>
                <a:gd name="connsiteX369" fmla="*/ 1249861 w 1275707"/>
                <a:gd name="connsiteY369" fmla="*/ 37855 h 79404"/>
                <a:gd name="connsiteX370" fmla="*/ 1214784 w 1275707"/>
                <a:gd name="connsiteY370" fmla="*/ 59091 h 79404"/>
                <a:gd name="connsiteX371" fmla="*/ 1205553 w 1275707"/>
                <a:gd name="connsiteY371" fmla="*/ 50782 h 79404"/>
                <a:gd name="connsiteX372" fmla="*/ 1242476 w 1275707"/>
                <a:gd name="connsiteY372" fmla="*/ 15696 h 79404"/>
                <a:gd name="connsiteX373" fmla="*/ 1216630 w 1275707"/>
                <a:gd name="connsiteY373" fmla="*/ 18466 h 79404"/>
                <a:gd name="connsiteX374" fmla="*/ 1214784 w 1275707"/>
                <a:gd name="connsiteY374" fmla="*/ 7386 h 79404"/>
                <a:gd name="connsiteX375" fmla="*/ 1257246 w 1275707"/>
                <a:gd name="connsiteY375" fmla="*/ 1847 h 79404"/>
                <a:gd name="connsiteX376" fmla="*/ 1262784 w 1275707"/>
                <a:gd name="connsiteY376" fmla="*/ 10156 h 79404"/>
                <a:gd name="connsiteX377" fmla="*/ 1262784 w 1275707"/>
                <a:gd name="connsiteY377" fmla="*/ 10156 h 79404"/>
                <a:gd name="connsiteX378" fmla="*/ 1237861 w 1275707"/>
                <a:gd name="connsiteY378" fmla="*/ 59091 h 79404"/>
                <a:gd name="connsiteX379" fmla="*/ 1233245 w 1275707"/>
                <a:gd name="connsiteY379" fmla="*/ 62785 h 79404"/>
                <a:gd name="connsiteX380" fmla="*/ 1241553 w 1275707"/>
                <a:gd name="connsiteY380" fmla="*/ 68324 h 79404"/>
                <a:gd name="connsiteX381" fmla="*/ 1246169 w 1275707"/>
                <a:gd name="connsiteY381" fmla="*/ 67401 h 79404"/>
                <a:gd name="connsiteX382" fmla="*/ 1237861 w 1275707"/>
                <a:gd name="connsiteY382" fmla="*/ 59091 h 79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Lst>
              <a:rect l="l" t="t" r="r" b="b"/>
              <a:pathLst>
                <a:path w="1275707" h="79404">
                  <a:moveTo>
                    <a:pt x="73847" y="33239"/>
                  </a:moveTo>
                  <a:cubicBezTo>
                    <a:pt x="52616" y="33239"/>
                    <a:pt x="36924" y="45242"/>
                    <a:pt x="36924" y="57245"/>
                  </a:cubicBezTo>
                  <a:cubicBezTo>
                    <a:pt x="36924" y="62785"/>
                    <a:pt x="39693" y="67401"/>
                    <a:pt x="60924" y="67401"/>
                  </a:cubicBezTo>
                  <a:cubicBezTo>
                    <a:pt x="59078" y="72018"/>
                    <a:pt x="58155" y="74787"/>
                    <a:pt x="57231" y="77557"/>
                  </a:cubicBezTo>
                  <a:cubicBezTo>
                    <a:pt x="44308" y="76634"/>
                    <a:pt x="24923" y="75711"/>
                    <a:pt x="24923" y="58168"/>
                  </a:cubicBezTo>
                  <a:cubicBezTo>
                    <a:pt x="24923" y="48012"/>
                    <a:pt x="32308" y="41549"/>
                    <a:pt x="36000" y="38779"/>
                  </a:cubicBezTo>
                  <a:cubicBezTo>
                    <a:pt x="24000" y="39702"/>
                    <a:pt x="11077" y="43395"/>
                    <a:pt x="2769" y="46165"/>
                  </a:cubicBezTo>
                  <a:lnTo>
                    <a:pt x="0" y="33239"/>
                  </a:lnTo>
                  <a:cubicBezTo>
                    <a:pt x="3692" y="33239"/>
                    <a:pt x="9231" y="33239"/>
                    <a:pt x="20308" y="31392"/>
                  </a:cubicBezTo>
                  <a:cubicBezTo>
                    <a:pt x="23077" y="29546"/>
                    <a:pt x="28616" y="24006"/>
                    <a:pt x="35077" y="18466"/>
                  </a:cubicBezTo>
                  <a:lnTo>
                    <a:pt x="38770" y="14773"/>
                  </a:lnTo>
                  <a:cubicBezTo>
                    <a:pt x="23077" y="15696"/>
                    <a:pt x="20308" y="16619"/>
                    <a:pt x="15693" y="16619"/>
                  </a:cubicBezTo>
                  <a:lnTo>
                    <a:pt x="14769" y="4617"/>
                  </a:lnTo>
                  <a:lnTo>
                    <a:pt x="24000" y="4617"/>
                  </a:lnTo>
                  <a:cubicBezTo>
                    <a:pt x="29539" y="4617"/>
                    <a:pt x="40616" y="4617"/>
                    <a:pt x="50770" y="2770"/>
                  </a:cubicBezTo>
                  <a:cubicBezTo>
                    <a:pt x="53539" y="2770"/>
                    <a:pt x="55385" y="1847"/>
                    <a:pt x="58155" y="923"/>
                  </a:cubicBezTo>
                  <a:lnTo>
                    <a:pt x="62770" y="7386"/>
                  </a:lnTo>
                  <a:cubicBezTo>
                    <a:pt x="58155" y="12003"/>
                    <a:pt x="50770" y="17543"/>
                    <a:pt x="36924" y="29546"/>
                  </a:cubicBezTo>
                  <a:cubicBezTo>
                    <a:pt x="60924" y="25852"/>
                    <a:pt x="63693" y="24929"/>
                    <a:pt x="72924" y="23083"/>
                  </a:cubicBezTo>
                  <a:lnTo>
                    <a:pt x="73847" y="33239"/>
                  </a:lnTo>
                  <a:close/>
                  <a:moveTo>
                    <a:pt x="176310" y="64631"/>
                  </a:moveTo>
                  <a:cubicBezTo>
                    <a:pt x="195695" y="60938"/>
                    <a:pt x="201233" y="46165"/>
                    <a:pt x="201233" y="36932"/>
                  </a:cubicBezTo>
                  <a:cubicBezTo>
                    <a:pt x="201233" y="26776"/>
                    <a:pt x="194772" y="15696"/>
                    <a:pt x="180002" y="14773"/>
                  </a:cubicBezTo>
                  <a:cubicBezTo>
                    <a:pt x="177233" y="46165"/>
                    <a:pt x="165233" y="68324"/>
                    <a:pt x="156002" y="68324"/>
                  </a:cubicBezTo>
                  <a:cubicBezTo>
                    <a:pt x="149540" y="68324"/>
                    <a:pt x="138463" y="58168"/>
                    <a:pt x="138463" y="42472"/>
                  </a:cubicBezTo>
                  <a:cubicBezTo>
                    <a:pt x="138463" y="24929"/>
                    <a:pt x="155079" y="3693"/>
                    <a:pt x="178156" y="3693"/>
                  </a:cubicBezTo>
                  <a:cubicBezTo>
                    <a:pt x="195695" y="3693"/>
                    <a:pt x="212310" y="15696"/>
                    <a:pt x="212310" y="36009"/>
                  </a:cubicBezTo>
                  <a:cubicBezTo>
                    <a:pt x="212310" y="48935"/>
                    <a:pt x="206772" y="56321"/>
                    <a:pt x="202156" y="61861"/>
                  </a:cubicBezTo>
                  <a:cubicBezTo>
                    <a:pt x="196618" y="68324"/>
                    <a:pt x="189233" y="71094"/>
                    <a:pt x="183695" y="73864"/>
                  </a:cubicBezTo>
                  <a:cubicBezTo>
                    <a:pt x="180925" y="70171"/>
                    <a:pt x="180002" y="68324"/>
                    <a:pt x="176310" y="64631"/>
                  </a:cubicBezTo>
                  <a:close/>
                  <a:moveTo>
                    <a:pt x="149540" y="42472"/>
                  </a:moveTo>
                  <a:cubicBezTo>
                    <a:pt x="149540" y="49858"/>
                    <a:pt x="153233" y="55398"/>
                    <a:pt x="156002" y="55398"/>
                  </a:cubicBezTo>
                  <a:cubicBezTo>
                    <a:pt x="158771" y="55398"/>
                    <a:pt x="160617" y="49858"/>
                    <a:pt x="162463" y="46165"/>
                  </a:cubicBezTo>
                  <a:cubicBezTo>
                    <a:pt x="168002" y="31392"/>
                    <a:pt x="168925" y="21236"/>
                    <a:pt x="168925" y="16619"/>
                  </a:cubicBezTo>
                  <a:cubicBezTo>
                    <a:pt x="156925" y="21236"/>
                    <a:pt x="149540" y="34162"/>
                    <a:pt x="149540" y="42472"/>
                  </a:cubicBezTo>
                  <a:close/>
                  <a:moveTo>
                    <a:pt x="307388" y="14773"/>
                  </a:moveTo>
                  <a:lnTo>
                    <a:pt x="307388" y="0"/>
                  </a:lnTo>
                  <a:lnTo>
                    <a:pt x="318465" y="0"/>
                  </a:lnTo>
                  <a:cubicBezTo>
                    <a:pt x="319388" y="0"/>
                    <a:pt x="320312" y="0"/>
                    <a:pt x="320312" y="923"/>
                  </a:cubicBezTo>
                  <a:cubicBezTo>
                    <a:pt x="320312" y="1847"/>
                    <a:pt x="319388" y="1847"/>
                    <a:pt x="317542" y="2770"/>
                  </a:cubicBezTo>
                  <a:lnTo>
                    <a:pt x="317542" y="14773"/>
                  </a:lnTo>
                  <a:lnTo>
                    <a:pt x="329542" y="14773"/>
                  </a:lnTo>
                  <a:cubicBezTo>
                    <a:pt x="326773" y="13850"/>
                    <a:pt x="324927" y="12926"/>
                    <a:pt x="324004" y="12003"/>
                  </a:cubicBezTo>
                  <a:cubicBezTo>
                    <a:pt x="327696" y="8310"/>
                    <a:pt x="329542" y="2770"/>
                    <a:pt x="330466" y="923"/>
                  </a:cubicBezTo>
                  <a:lnTo>
                    <a:pt x="340619" y="4617"/>
                  </a:lnTo>
                  <a:cubicBezTo>
                    <a:pt x="341543" y="4617"/>
                    <a:pt x="341543" y="5540"/>
                    <a:pt x="341543" y="5540"/>
                  </a:cubicBezTo>
                  <a:cubicBezTo>
                    <a:pt x="341543" y="6463"/>
                    <a:pt x="340619" y="6463"/>
                    <a:pt x="338773" y="6463"/>
                  </a:cubicBezTo>
                  <a:cubicBezTo>
                    <a:pt x="337850" y="10156"/>
                    <a:pt x="335081" y="12926"/>
                    <a:pt x="334158" y="14773"/>
                  </a:cubicBezTo>
                  <a:lnTo>
                    <a:pt x="349850" y="14773"/>
                  </a:lnTo>
                  <a:lnTo>
                    <a:pt x="349850" y="33239"/>
                  </a:lnTo>
                  <a:lnTo>
                    <a:pt x="339696" y="33239"/>
                  </a:lnTo>
                  <a:lnTo>
                    <a:pt x="339696" y="22159"/>
                  </a:lnTo>
                  <a:lnTo>
                    <a:pt x="287080" y="22159"/>
                  </a:lnTo>
                  <a:lnTo>
                    <a:pt x="287080" y="33239"/>
                  </a:lnTo>
                  <a:lnTo>
                    <a:pt x="276926" y="33239"/>
                  </a:lnTo>
                  <a:lnTo>
                    <a:pt x="276926" y="14773"/>
                  </a:lnTo>
                  <a:lnTo>
                    <a:pt x="291696" y="14773"/>
                  </a:lnTo>
                  <a:cubicBezTo>
                    <a:pt x="288927" y="10156"/>
                    <a:pt x="288927" y="9233"/>
                    <a:pt x="286157" y="5540"/>
                  </a:cubicBezTo>
                  <a:lnTo>
                    <a:pt x="294465" y="923"/>
                  </a:lnTo>
                  <a:cubicBezTo>
                    <a:pt x="295388" y="1847"/>
                    <a:pt x="299081" y="6463"/>
                    <a:pt x="301850" y="12003"/>
                  </a:cubicBezTo>
                  <a:cubicBezTo>
                    <a:pt x="300927" y="12926"/>
                    <a:pt x="298157" y="14773"/>
                    <a:pt x="297234" y="14773"/>
                  </a:cubicBezTo>
                  <a:lnTo>
                    <a:pt x="307388" y="14773"/>
                  </a:lnTo>
                  <a:close/>
                  <a:moveTo>
                    <a:pt x="318465" y="47088"/>
                  </a:moveTo>
                  <a:lnTo>
                    <a:pt x="342466" y="47088"/>
                  </a:lnTo>
                  <a:lnTo>
                    <a:pt x="342466" y="65554"/>
                  </a:lnTo>
                  <a:cubicBezTo>
                    <a:pt x="342466" y="68324"/>
                    <a:pt x="342466" y="71094"/>
                    <a:pt x="337850" y="72941"/>
                  </a:cubicBezTo>
                  <a:cubicBezTo>
                    <a:pt x="336927" y="72941"/>
                    <a:pt x="333235" y="74787"/>
                    <a:pt x="325850" y="74787"/>
                  </a:cubicBezTo>
                  <a:cubicBezTo>
                    <a:pt x="325850" y="72018"/>
                    <a:pt x="324004" y="67401"/>
                    <a:pt x="322158" y="64631"/>
                  </a:cubicBezTo>
                  <a:cubicBezTo>
                    <a:pt x="323081" y="64631"/>
                    <a:pt x="326773" y="65554"/>
                    <a:pt x="327696" y="65554"/>
                  </a:cubicBezTo>
                  <a:cubicBezTo>
                    <a:pt x="331389" y="65554"/>
                    <a:pt x="331389" y="64631"/>
                    <a:pt x="331389" y="56321"/>
                  </a:cubicBezTo>
                  <a:lnTo>
                    <a:pt x="318465" y="56321"/>
                  </a:lnTo>
                  <a:lnTo>
                    <a:pt x="318465" y="78481"/>
                  </a:lnTo>
                  <a:lnTo>
                    <a:pt x="308311" y="78481"/>
                  </a:lnTo>
                  <a:lnTo>
                    <a:pt x="308311" y="55398"/>
                  </a:lnTo>
                  <a:lnTo>
                    <a:pt x="295388" y="55398"/>
                  </a:lnTo>
                  <a:lnTo>
                    <a:pt x="295388" y="72941"/>
                  </a:lnTo>
                  <a:lnTo>
                    <a:pt x="285234" y="72941"/>
                  </a:lnTo>
                  <a:lnTo>
                    <a:pt x="285234" y="47088"/>
                  </a:lnTo>
                  <a:lnTo>
                    <a:pt x="308311" y="47088"/>
                  </a:lnTo>
                  <a:lnTo>
                    <a:pt x="308311" y="43395"/>
                  </a:lnTo>
                  <a:lnTo>
                    <a:pt x="291696" y="43395"/>
                  </a:lnTo>
                  <a:lnTo>
                    <a:pt x="291696" y="24929"/>
                  </a:lnTo>
                  <a:lnTo>
                    <a:pt x="335081" y="24929"/>
                  </a:lnTo>
                  <a:lnTo>
                    <a:pt x="335081" y="43395"/>
                  </a:lnTo>
                  <a:lnTo>
                    <a:pt x="318465" y="43395"/>
                  </a:lnTo>
                  <a:lnTo>
                    <a:pt x="318465" y="47088"/>
                  </a:lnTo>
                  <a:close/>
                  <a:moveTo>
                    <a:pt x="300927" y="32316"/>
                  </a:moveTo>
                  <a:lnTo>
                    <a:pt x="300927" y="37855"/>
                  </a:lnTo>
                  <a:lnTo>
                    <a:pt x="324927" y="37855"/>
                  </a:lnTo>
                  <a:lnTo>
                    <a:pt x="324927" y="32316"/>
                  </a:lnTo>
                  <a:lnTo>
                    <a:pt x="300927" y="32316"/>
                  </a:lnTo>
                  <a:close/>
                  <a:moveTo>
                    <a:pt x="444005" y="14773"/>
                  </a:moveTo>
                  <a:lnTo>
                    <a:pt x="444005" y="22159"/>
                  </a:lnTo>
                  <a:lnTo>
                    <a:pt x="417236" y="22159"/>
                  </a:lnTo>
                  <a:lnTo>
                    <a:pt x="417236" y="14773"/>
                  </a:lnTo>
                  <a:lnTo>
                    <a:pt x="444005" y="14773"/>
                  </a:lnTo>
                  <a:close/>
                  <a:moveTo>
                    <a:pt x="428313" y="73864"/>
                  </a:moveTo>
                  <a:lnTo>
                    <a:pt x="428313" y="77557"/>
                  </a:lnTo>
                  <a:lnTo>
                    <a:pt x="419082" y="77557"/>
                  </a:lnTo>
                  <a:lnTo>
                    <a:pt x="419082" y="47088"/>
                  </a:lnTo>
                  <a:lnTo>
                    <a:pt x="443082" y="47088"/>
                  </a:lnTo>
                  <a:lnTo>
                    <a:pt x="443082" y="76634"/>
                  </a:lnTo>
                  <a:lnTo>
                    <a:pt x="434774" y="76634"/>
                  </a:lnTo>
                  <a:lnTo>
                    <a:pt x="434774" y="73864"/>
                  </a:lnTo>
                  <a:lnTo>
                    <a:pt x="428313" y="73864"/>
                  </a:lnTo>
                  <a:close/>
                  <a:moveTo>
                    <a:pt x="441236" y="3693"/>
                  </a:moveTo>
                  <a:lnTo>
                    <a:pt x="441236" y="11080"/>
                  </a:lnTo>
                  <a:lnTo>
                    <a:pt x="420928" y="11080"/>
                  </a:lnTo>
                  <a:lnTo>
                    <a:pt x="420928" y="3693"/>
                  </a:lnTo>
                  <a:lnTo>
                    <a:pt x="441236" y="3693"/>
                  </a:lnTo>
                  <a:close/>
                  <a:moveTo>
                    <a:pt x="441236" y="25852"/>
                  </a:moveTo>
                  <a:lnTo>
                    <a:pt x="441236" y="33239"/>
                  </a:lnTo>
                  <a:lnTo>
                    <a:pt x="420928" y="33239"/>
                  </a:lnTo>
                  <a:lnTo>
                    <a:pt x="420928" y="25852"/>
                  </a:lnTo>
                  <a:lnTo>
                    <a:pt x="441236" y="25852"/>
                  </a:lnTo>
                  <a:close/>
                  <a:moveTo>
                    <a:pt x="441236" y="36932"/>
                  </a:moveTo>
                  <a:lnTo>
                    <a:pt x="441236" y="44319"/>
                  </a:lnTo>
                  <a:lnTo>
                    <a:pt x="420928" y="44319"/>
                  </a:lnTo>
                  <a:lnTo>
                    <a:pt x="420928" y="36932"/>
                  </a:lnTo>
                  <a:lnTo>
                    <a:pt x="441236" y="36932"/>
                  </a:lnTo>
                  <a:close/>
                  <a:moveTo>
                    <a:pt x="435698" y="65554"/>
                  </a:moveTo>
                  <a:lnTo>
                    <a:pt x="435698" y="56321"/>
                  </a:lnTo>
                  <a:lnTo>
                    <a:pt x="428313" y="56321"/>
                  </a:lnTo>
                  <a:lnTo>
                    <a:pt x="428313" y="65554"/>
                  </a:lnTo>
                  <a:lnTo>
                    <a:pt x="435698" y="65554"/>
                  </a:lnTo>
                  <a:close/>
                  <a:moveTo>
                    <a:pt x="493852" y="43395"/>
                  </a:moveTo>
                  <a:lnTo>
                    <a:pt x="493852" y="43395"/>
                  </a:lnTo>
                  <a:cubicBezTo>
                    <a:pt x="494775" y="45242"/>
                    <a:pt x="493852" y="45242"/>
                    <a:pt x="492006" y="45242"/>
                  </a:cubicBezTo>
                  <a:cubicBezTo>
                    <a:pt x="488314" y="51705"/>
                    <a:pt x="486467" y="55398"/>
                    <a:pt x="485544" y="57245"/>
                  </a:cubicBezTo>
                  <a:cubicBezTo>
                    <a:pt x="485544" y="58168"/>
                    <a:pt x="487390" y="62785"/>
                    <a:pt x="488314" y="62785"/>
                  </a:cubicBezTo>
                  <a:cubicBezTo>
                    <a:pt x="489237" y="62785"/>
                    <a:pt x="490160" y="57245"/>
                    <a:pt x="490160" y="55398"/>
                  </a:cubicBezTo>
                  <a:cubicBezTo>
                    <a:pt x="492006" y="58168"/>
                    <a:pt x="492929" y="60015"/>
                    <a:pt x="496621" y="61861"/>
                  </a:cubicBezTo>
                  <a:cubicBezTo>
                    <a:pt x="494775" y="72018"/>
                    <a:pt x="492929" y="77557"/>
                    <a:pt x="488314" y="77557"/>
                  </a:cubicBezTo>
                  <a:cubicBezTo>
                    <a:pt x="484621" y="77557"/>
                    <a:pt x="480929" y="70171"/>
                    <a:pt x="479083" y="66478"/>
                  </a:cubicBezTo>
                  <a:cubicBezTo>
                    <a:pt x="474467" y="72018"/>
                    <a:pt x="470775" y="75711"/>
                    <a:pt x="466159" y="79404"/>
                  </a:cubicBezTo>
                  <a:cubicBezTo>
                    <a:pt x="464313" y="76634"/>
                    <a:pt x="462467" y="74787"/>
                    <a:pt x="459698" y="72941"/>
                  </a:cubicBezTo>
                  <a:cubicBezTo>
                    <a:pt x="462467" y="71094"/>
                    <a:pt x="463390" y="70171"/>
                    <a:pt x="465236" y="68324"/>
                  </a:cubicBezTo>
                  <a:lnTo>
                    <a:pt x="453236" y="68324"/>
                  </a:lnTo>
                  <a:lnTo>
                    <a:pt x="453236" y="74787"/>
                  </a:lnTo>
                  <a:lnTo>
                    <a:pt x="444928" y="74787"/>
                  </a:lnTo>
                  <a:lnTo>
                    <a:pt x="444928" y="39702"/>
                  </a:lnTo>
                  <a:lnTo>
                    <a:pt x="468929" y="39702"/>
                  </a:lnTo>
                  <a:lnTo>
                    <a:pt x="468929" y="63708"/>
                  </a:lnTo>
                  <a:cubicBezTo>
                    <a:pt x="472621" y="60015"/>
                    <a:pt x="474467" y="57245"/>
                    <a:pt x="475390" y="56321"/>
                  </a:cubicBezTo>
                  <a:cubicBezTo>
                    <a:pt x="474467" y="51705"/>
                    <a:pt x="473544" y="46165"/>
                    <a:pt x="472621" y="36932"/>
                  </a:cubicBezTo>
                  <a:lnTo>
                    <a:pt x="443082" y="36932"/>
                  </a:lnTo>
                  <a:lnTo>
                    <a:pt x="443082" y="28622"/>
                  </a:lnTo>
                  <a:lnTo>
                    <a:pt x="448621" y="28622"/>
                  </a:lnTo>
                  <a:cubicBezTo>
                    <a:pt x="448621" y="25852"/>
                    <a:pt x="446775" y="23083"/>
                    <a:pt x="445851" y="19389"/>
                  </a:cubicBezTo>
                  <a:lnTo>
                    <a:pt x="451390" y="16619"/>
                  </a:lnTo>
                  <a:lnTo>
                    <a:pt x="444005" y="16619"/>
                  </a:lnTo>
                  <a:lnTo>
                    <a:pt x="444005" y="9233"/>
                  </a:lnTo>
                  <a:lnTo>
                    <a:pt x="452313" y="9233"/>
                  </a:lnTo>
                  <a:lnTo>
                    <a:pt x="452313" y="923"/>
                  </a:lnTo>
                  <a:lnTo>
                    <a:pt x="462467" y="923"/>
                  </a:lnTo>
                  <a:cubicBezTo>
                    <a:pt x="463390" y="923"/>
                    <a:pt x="464313" y="923"/>
                    <a:pt x="464313" y="1847"/>
                  </a:cubicBezTo>
                  <a:cubicBezTo>
                    <a:pt x="464313" y="1847"/>
                    <a:pt x="464313" y="2770"/>
                    <a:pt x="462467" y="3693"/>
                  </a:cubicBezTo>
                  <a:lnTo>
                    <a:pt x="462467" y="9233"/>
                  </a:lnTo>
                  <a:lnTo>
                    <a:pt x="470775" y="9233"/>
                  </a:lnTo>
                  <a:lnTo>
                    <a:pt x="470775" y="17543"/>
                  </a:lnTo>
                  <a:lnTo>
                    <a:pt x="463390" y="17543"/>
                  </a:lnTo>
                  <a:lnTo>
                    <a:pt x="468929" y="19389"/>
                  </a:lnTo>
                  <a:cubicBezTo>
                    <a:pt x="468929" y="19389"/>
                    <a:pt x="469852" y="19389"/>
                    <a:pt x="469852" y="20313"/>
                  </a:cubicBezTo>
                  <a:cubicBezTo>
                    <a:pt x="469852" y="21236"/>
                    <a:pt x="468929" y="21236"/>
                    <a:pt x="468006" y="21236"/>
                  </a:cubicBezTo>
                  <a:cubicBezTo>
                    <a:pt x="467082" y="24006"/>
                    <a:pt x="465236" y="28622"/>
                    <a:pt x="465236" y="28622"/>
                  </a:cubicBezTo>
                  <a:lnTo>
                    <a:pt x="471698" y="28622"/>
                  </a:lnTo>
                  <a:lnTo>
                    <a:pt x="471698" y="0"/>
                  </a:lnTo>
                  <a:lnTo>
                    <a:pt x="480929" y="0"/>
                  </a:lnTo>
                  <a:cubicBezTo>
                    <a:pt x="481852" y="0"/>
                    <a:pt x="482775" y="0"/>
                    <a:pt x="482775" y="923"/>
                  </a:cubicBezTo>
                  <a:cubicBezTo>
                    <a:pt x="482775" y="1847"/>
                    <a:pt x="481852" y="1847"/>
                    <a:pt x="480929" y="2770"/>
                  </a:cubicBezTo>
                  <a:lnTo>
                    <a:pt x="480929" y="28622"/>
                  </a:lnTo>
                  <a:lnTo>
                    <a:pt x="494775" y="28622"/>
                  </a:lnTo>
                  <a:lnTo>
                    <a:pt x="494775" y="36932"/>
                  </a:lnTo>
                  <a:lnTo>
                    <a:pt x="481852" y="36932"/>
                  </a:lnTo>
                  <a:cubicBezTo>
                    <a:pt x="481852" y="38779"/>
                    <a:pt x="481852" y="41549"/>
                    <a:pt x="482775" y="45242"/>
                  </a:cubicBezTo>
                  <a:cubicBezTo>
                    <a:pt x="482775" y="43395"/>
                    <a:pt x="483698" y="42472"/>
                    <a:pt x="485544" y="37855"/>
                  </a:cubicBezTo>
                  <a:lnTo>
                    <a:pt x="493852" y="43395"/>
                  </a:lnTo>
                  <a:close/>
                  <a:moveTo>
                    <a:pt x="452313" y="17543"/>
                  </a:moveTo>
                  <a:cubicBezTo>
                    <a:pt x="454159" y="23083"/>
                    <a:pt x="455082" y="25852"/>
                    <a:pt x="456005" y="27699"/>
                  </a:cubicBezTo>
                  <a:lnTo>
                    <a:pt x="451390" y="28622"/>
                  </a:lnTo>
                  <a:lnTo>
                    <a:pt x="458775" y="28622"/>
                  </a:lnTo>
                  <a:cubicBezTo>
                    <a:pt x="459698" y="25852"/>
                    <a:pt x="461544" y="22159"/>
                    <a:pt x="462467" y="16619"/>
                  </a:cubicBezTo>
                  <a:lnTo>
                    <a:pt x="452313" y="17543"/>
                  </a:lnTo>
                  <a:lnTo>
                    <a:pt x="452313" y="17543"/>
                  </a:lnTo>
                  <a:close/>
                  <a:moveTo>
                    <a:pt x="461544" y="50782"/>
                  </a:moveTo>
                  <a:lnTo>
                    <a:pt x="461544" y="46165"/>
                  </a:lnTo>
                  <a:lnTo>
                    <a:pt x="454159" y="46165"/>
                  </a:lnTo>
                  <a:lnTo>
                    <a:pt x="454159" y="50782"/>
                  </a:lnTo>
                  <a:lnTo>
                    <a:pt x="461544" y="50782"/>
                  </a:lnTo>
                  <a:close/>
                  <a:moveTo>
                    <a:pt x="454159" y="56321"/>
                  </a:moveTo>
                  <a:lnTo>
                    <a:pt x="454159" y="60938"/>
                  </a:lnTo>
                  <a:lnTo>
                    <a:pt x="461544" y="60938"/>
                  </a:lnTo>
                  <a:lnTo>
                    <a:pt x="461544" y="56321"/>
                  </a:lnTo>
                  <a:lnTo>
                    <a:pt x="454159" y="56321"/>
                  </a:lnTo>
                  <a:close/>
                  <a:moveTo>
                    <a:pt x="489237" y="6463"/>
                  </a:moveTo>
                  <a:cubicBezTo>
                    <a:pt x="491083" y="11080"/>
                    <a:pt x="492929" y="14773"/>
                    <a:pt x="494775" y="21236"/>
                  </a:cubicBezTo>
                  <a:cubicBezTo>
                    <a:pt x="491083" y="22159"/>
                    <a:pt x="490160" y="22159"/>
                    <a:pt x="486467" y="24006"/>
                  </a:cubicBezTo>
                  <a:cubicBezTo>
                    <a:pt x="485544" y="21236"/>
                    <a:pt x="484621" y="14773"/>
                    <a:pt x="481852" y="10156"/>
                  </a:cubicBezTo>
                  <a:lnTo>
                    <a:pt x="489237" y="6463"/>
                  </a:lnTo>
                  <a:close/>
                  <a:moveTo>
                    <a:pt x="534468" y="53552"/>
                  </a:moveTo>
                  <a:cubicBezTo>
                    <a:pt x="542776" y="59091"/>
                    <a:pt x="550160" y="65554"/>
                    <a:pt x="552930" y="68324"/>
                  </a:cubicBezTo>
                  <a:lnTo>
                    <a:pt x="544622" y="76634"/>
                  </a:lnTo>
                  <a:cubicBezTo>
                    <a:pt x="540007" y="70171"/>
                    <a:pt x="534468" y="65554"/>
                    <a:pt x="528006" y="61861"/>
                  </a:cubicBezTo>
                  <a:lnTo>
                    <a:pt x="534468" y="53552"/>
                  </a:lnTo>
                  <a:close/>
                  <a:moveTo>
                    <a:pt x="633238" y="36932"/>
                  </a:moveTo>
                  <a:lnTo>
                    <a:pt x="633238" y="36932"/>
                  </a:lnTo>
                  <a:cubicBezTo>
                    <a:pt x="634161" y="38779"/>
                    <a:pt x="632315" y="38779"/>
                    <a:pt x="631392" y="38779"/>
                  </a:cubicBezTo>
                  <a:lnTo>
                    <a:pt x="630469" y="39702"/>
                  </a:lnTo>
                  <a:lnTo>
                    <a:pt x="655393" y="39702"/>
                  </a:lnTo>
                  <a:lnTo>
                    <a:pt x="659085" y="44319"/>
                  </a:lnTo>
                  <a:cubicBezTo>
                    <a:pt x="654469" y="51705"/>
                    <a:pt x="648931" y="56321"/>
                    <a:pt x="644315" y="60938"/>
                  </a:cubicBezTo>
                  <a:cubicBezTo>
                    <a:pt x="648008" y="62785"/>
                    <a:pt x="660931" y="68324"/>
                    <a:pt x="674777" y="67401"/>
                  </a:cubicBezTo>
                  <a:cubicBezTo>
                    <a:pt x="671085" y="71094"/>
                    <a:pt x="670162" y="72941"/>
                    <a:pt x="668316" y="77557"/>
                  </a:cubicBezTo>
                  <a:cubicBezTo>
                    <a:pt x="664623" y="77557"/>
                    <a:pt x="649854" y="75711"/>
                    <a:pt x="636008" y="66478"/>
                  </a:cubicBezTo>
                  <a:cubicBezTo>
                    <a:pt x="627700" y="71094"/>
                    <a:pt x="621238" y="73864"/>
                    <a:pt x="604623" y="77557"/>
                  </a:cubicBezTo>
                  <a:cubicBezTo>
                    <a:pt x="602776" y="73864"/>
                    <a:pt x="601853" y="72018"/>
                    <a:pt x="598161" y="68324"/>
                  </a:cubicBezTo>
                  <a:cubicBezTo>
                    <a:pt x="606469" y="68324"/>
                    <a:pt x="617546" y="65554"/>
                    <a:pt x="627700" y="60015"/>
                  </a:cubicBezTo>
                  <a:cubicBezTo>
                    <a:pt x="623084" y="56321"/>
                    <a:pt x="621238" y="52628"/>
                    <a:pt x="620315" y="50782"/>
                  </a:cubicBezTo>
                  <a:cubicBezTo>
                    <a:pt x="613854" y="56321"/>
                    <a:pt x="609238" y="59091"/>
                    <a:pt x="605546" y="60938"/>
                  </a:cubicBezTo>
                  <a:cubicBezTo>
                    <a:pt x="602776" y="57245"/>
                    <a:pt x="601853" y="56321"/>
                    <a:pt x="598161" y="53552"/>
                  </a:cubicBezTo>
                  <a:cubicBezTo>
                    <a:pt x="603700" y="50782"/>
                    <a:pt x="614777" y="47088"/>
                    <a:pt x="624007" y="33239"/>
                  </a:cubicBezTo>
                  <a:cubicBezTo>
                    <a:pt x="620315" y="36009"/>
                    <a:pt x="617546" y="37855"/>
                    <a:pt x="612930" y="38779"/>
                  </a:cubicBezTo>
                  <a:cubicBezTo>
                    <a:pt x="611084" y="39702"/>
                    <a:pt x="610161" y="37855"/>
                    <a:pt x="605546" y="33239"/>
                  </a:cubicBezTo>
                  <a:cubicBezTo>
                    <a:pt x="614777" y="30469"/>
                    <a:pt x="621238" y="27699"/>
                    <a:pt x="622161" y="15696"/>
                  </a:cubicBezTo>
                  <a:lnTo>
                    <a:pt x="609238" y="15696"/>
                  </a:lnTo>
                  <a:lnTo>
                    <a:pt x="615700" y="20313"/>
                  </a:lnTo>
                  <a:cubicBezTo>
                    <a:pt x="616623" y="20313"/>
                    <a:pt x="616623" y="21236"/>
                    <a:pt x="616623" y="21236"/>
                  </a:cubicBezTo>
                  <a:lnTo>
                    <a:pt x="615700" y="22159"/>
                  </a:lnTo>
                  <a:lnTo>
                    <a:pt x="613854" y="22159"/>
                  </a:lnTo>
                  <a:cubicBezTo>
                    <a:pt x="609238" y="27699"/>
                    <a:pt x="607392" y="29546"/>
                    <a:pt x="600930" y="34162"/>
                  </a:cubicBezTo>
                  <a:cubicBezTo>
                    <a:pt x="598161" y="30469"/>
                    <a:pt x="594469" y="28622"/>
                    <a:pt x="593545" y="27699"/>
                  </a:cubicBezTo>
                  <a:cubicBezTo>
                    <a:pt x="597238" y="25852"/>
                    <a:pt x="601853" y="22159"/>
                    <a:pt x="607392" y="15696"/>
                  </a:cubicBezTo>
                  <a:lnTo>
                    <a:pt x="595392" y="15696"/>
                  </a:lnTo>
                  <a:lnTo>
                    <a:pt x="595392" y="7386"/>
                  </a:lnTo>
                  <a:lnTo>
                    <a:pt x="628623" y="7386"/>
                  </a:lnTo>
                  <a:lnTo>
                    <a:pt x="628623" y="0"/>
                  </a:lnTo>
                  <a:lnTo>
                    <a:pt x="639700" y="0"/>
                  </a:lnTo>
                  <a:cubicBezTo>
                    <a:pt x="640623" y="0"/>
                    <a:pt x="641546" y="0"/>
                    <a:pt x="641546" y="923"/>
                  </a:cubicBezTo>
                  <a:cubicBezTo>
                    <a:pt x="641546" y="1847"/>
                    <a:pt x="640623" y="1847"/>
                    <a:pt x="639700" y="2770"/>
                  </a:cubicBezTo>
                  <a:lnTo>
                    <a:pt x="639700" y="7386"/>
                  </a:lnTo>
                  <a:lnTo>
                    <a:pt x="672931" y="7386"/>
                  </a:lnTo>
                  <a:lnTo>
                    <a:pt x="672931" y="15696"/>
                  </a:lnTo>
                  <a:lnTo>
                    <a:pt x="648931" y="15696"/>
                  </a:lnTo>
                  <a:lnTo>
                    <a:pt x="648931" y="32316"/>
                  </a:lnTo>
                  <a:cubicBezTo>
                    <a:pt x="648931" y="36009"/>
                    <a:pt x="648008" y="38779"/>
                    <a:pt x="636008" y="39702"/>
                  </a:cubicBezTo>
                  <a:cubicBezTo>
                    <a:pt x="635084" y="35085"/>
                    <a:pt x="632315" y="31392"/>
                    <a:pt x="631392" y="30469"/>
                  </a:cubicBezTo>
                  <a:cubicBezTo>
                    <a:pt x="633238" y="30469"/>
                    <a:pt x="635084" y="31392"/>
                    <a:pt x="636931" y="31392"/>
                  </a:cubicBezTo>
                  <a:cubicBezTo>
                    <a:pt x="637854" y="31392"/>
                    <a:pt x="639700" y="31392"/>
                    <a:pt x="639700" y="29546"/>
                  </a:cubicBezTo>
                  <a:lnTo>
                    <a:pt x="639700" y="15696"/>
                  </a:lnTo>
                  <a:lnTo>
                    <a:pt x="632315" y="15696"/>
                  </a:lnTo>
                  <a:cubicBezTo>
                    <a:pt x="632315" y="19389"/>
                    <a:pt x="631392" y="27699"/>
                    <a:pt x="624931" y="34162"/>
                  </a:cubicBezTo>
                  <a:lnTo>
                    <a:pt x="633238" y="36932"/>
                  </a:lnTo>
                  <a:lnTo>
                    <a:pt x="633238" y="36932"/>
                  </a:lnTo>
                  <a:close/>
                  <a:moveTo>
                    <a:pt x="627700" y="48935"/>
                  </a:moveTo>
                  <a:cubicBezTo>
                    <a:pt x="629546" y="50782"/>
                    <a:pt x="631392" y="53552"/>
                    <a:pt x="635084" y="56321"/>
                  </a:cubicBezTo>
                  <a:cubicBezTo>
                    <a:pt x="639700" y="52628"/>
                    <a:pt x="641546" y="50782"/>
                    <a:pt x="642469" y="48935"/>
                  </a:cubicBezTo>
                  <a:lnTo>
                    <a:pt x="627700" y="48935"/>
                  </a:lnTo>
                  <a:close/>
                  <a:moveTo>
                    <a:pt x="658162" y="15696"/>
                  </a:moveTo>
                  <a:cubicBezTo>
                    <a:pt x="662777" y="19389"/>
                    <a:pt x="666470" y="23083"/>
                    <a:pt x="671085" y="29546"/>
                  </a:cubicBezTo>
                  <a:cubicBezTo>
                    <a:pt x="670162" y="30469"/>
                    <a:pt x="667393" y="31392"/>
                    <a:pt x="662777" y="35085"/>
                  </a:cubicBezTo>
                  <a:cubicBezTo>
                    <a:pt x="658162" y="28622"/>
                    <a:pt x="655393" y="25852"/>
                    <a:pt x="650777" y="21236"/>
                  </a:cubicBezTo>
                  <a:lnTo>
                    <a:pt x="658162" y="15696"/>
                  </a:lnTo>
                  <a:close/>
                  <a:moveTo>
                    <a:pt x="783702" y="24006"/>
                  </a:moveTo>
                  <a:cubicBezTo>
                    <a:pt x="781856" y="25852"/>
                    <a:pt x="770778" y="35085"/>
                    <a:pt x="764317" y="43395"/>
                  </a:cubicBezTo>
                  <a:lnTo>
                    <a:pt x="766163" y="43395"/>
                  </a:lnTo>
                  <a:cubicBezTo>
                    <a:pt x="769855" y="43395"/>
                    <a:pt x="772625" y="46165"/>
                    <a:pt x="772625" y="48935"/>
                  </a:cubicBezTo>
                  <a:cubicBezTo>
                    <a:pt x="772625" y="50782"/>
                    <a:pt x="771701" y="59091"/>
                    <a:pt x="771701" y="60015"/>
                  </a:cubicBezTo>
                  <a:cubicBezTo>
                    <a:pt x="771701" y="64631"/>
                    <a:pt x="773548" y="65554"/>
                    <a:pt x="778163" y="65554"/>
                  </a:cubicBezTo>
                  <a:cubicBezTo>
                    <a:pt x="780009" y="65554"/>
                    <a:pt x="788317" y="65554"/>
                    <a:pt x="796625" y="62785"/>
                  </a:cubicBezTo>
                  <a:lnTo>
                    <a:pt x="796625" y="74787"/>
                  </a:lnTo>
                  <a:cubicBezTo>
                    <a:pt x="788317" y="76634"/>
                    <a:pt x="780009" y="76634"/>
                    <a:pt x="776317" y="76634"/>
                  </a:cubicBezTo>
                  <a:cubicBezTo>
                    <a:pt x="759701" y="76634"/>
                    <a:pt x="759701" y="69248"/>
                    <a:pt x="759701" y="65554"/>
                  </a:cubicBezTo>
                  <a:cubicBezTo>
                    <a:pt x="759701" y="63708"/>
                    <a:pt x="760624" y="58168"/>
                    <a:pt x="760624" y="57245"/>
                  </a:cubicBezTo>
                  <a:cubicBezTo>
                    <a:pt x="760624" y="56321"/>
                    <a:pt x="760624" y="53552"/>
                    <a:pt x="757855" y="53552"/>
                  </a:cubicBezTo>
                  <a:cubicBezTo>
                    <a:pt x="756009" y="53552"/>
                    <a:pt x="754163" y="55398"/>
                    <a:pt x="750470" y="59091"/>
                  </a:cubicBezTo>
                  <a:cubicBezTo>
                    <a:pt x="746778" y="62785"/>
                    <a:pt x="742163" y="68324"/>
                    <a:pt x="733855" y="77557"/>
                  </a:cubicBezTo>
                  <a:lnTo>
                    <a:pt x="724624" y="69248"/>
                  </a:lnTo>
                  <a:cubicBezTo>
                    <a:pt x="741240" y="54475"/>
                    <a:pt x="755086" y="37855"/>
                    <a:pt x="760624" y="31392"/>
                  </a:cubicBezTo>
                  <a:cubicBezTo>
                    <a:pt x="752317" y="34162"/>
                    <a:pt x="740317" y="36009"/>
                    <a:pt x="732932" y="36009"/>
                  </a:cubicBezTo>
                  <a:lnTo>
                    <a:pt x="731086" y="24929"/>
                  </a:lnTo>
                  <a:cubicBezTo>
                    <a:pt x="750470" y="25852"/>
                    <a:pt x="768009" y="21236"/>
                    <a:pt x="776317" y="17543"/>
                  </a:cubicBezTo>
                  <a:lnTo>
                    <a:pt x="783702" y="24006"/>
                  </a:lnTo>
                  <a:close/>
                  <a:moveTo>
                    <a:pt x="745855" y="1847"/>
                  </a:moveTo>
                  <a:cubicBezTo>
                    <a:pt x="753240" y="3693"/>
                    <a:pt x="761548" y="4617"/>
                    <a:pt x="768932" y="4617"/>
                  </a:cubicBezTo>
                  <a:lnTo>
                    <a:pt x="774471" y="4617"/>
                  </a:lnTo>
                  <a:cubicBezTo>
                    <a:pt x="773548" y="8310"/>
                    <a:pt x="773548" y="12003"/>
                    <a:pt x="773548" y="14773"/>
                  </a:cubicBezTo>
                  <a:lnTo>
                    <a:pt x="769855" y="14773"/>
                  </a:lnTo>
                  <a:cubicBezTo>
                    <a:pt x="768009" y="14773"/>
                    <a:pt x="756932" y="14773"/>
                    <a:pt x="744932" y="12003"/>
                  </a:cubicBezTo>
                  <a:lnTo>
                    <a:pt x="745855" y="1847"/>
                  </a:lnTo>
                  <a:close/>
                  <a:moveTo>
                    <a:pt x="921242" y="14773"/>
                  </a:moveTo>
                  <a:cubicBezTo>
                    <a:pt x="900011" y="14773"/>
                    <a:pt x="881549" y="32316"/>
                    <a:pt x="881549" y="47088"/>
                  </a:cubicBezTo>
                  <a:cubicBezTo>
                    <a:pt x="881549" y="57245"/>
                    <a:pt x="888011" y="63708"/>
                    <a:pt x="906472" y="64631"/>
                  </a:cubicBezTo>
                  <a:cubicBezTo>
                    <a:pt x="902780" y="71094"/>
                    <a:pt x="901857" y="74787"/>
                    <a:pt x="900934" y="77557"/>
                  </a:cubicBezTo>
                  <a:cubicBezTo>
                    <a:pt x="888011" y="74787"/>
                    <a:pt x="870472" y="67401"/>
                    <a:pt x="870472" y="48012"/>
                  </a:cubicBezTo>
                  <a:cubicBezTo>
                    <a:pt x="870472" y="36932"/>
                    <a:pt x="876934" y="26776"/>
                    <a:pt x="888011" y="18466"/>
                  </a:cubicBezTo>
                  <a:cubicBezTo>
                    <a:pt x="882472" y="18466"/>
                    <a:pt x="857549" y="21236"/>
                    <a:pt x="850164" y="24006"/>
                  </a:cubicBezTo>
                  <a:lnTo>
                    <a:pt x="848318" y="10156"/>
                  </a:lnTo>
                  <a:lnTo>
                    <a:pt x="853856" y="10156"/>
                  </a:lnTo>
                  <a:cubicBezTo>
                    <a:pt x="859395" y="10156"/>
                    <a:pt x="894472" y="8310"/>
                    <a:pt x="919396" y="1847"/>
                  </a:cubicBezTo>
                  <a:lnTo>
                    <a:pt x="921242" y="14773"/>
                  </a:lnTo>
                  <a:close/>
                  <a:moveTo>
                    <a:pt x="1034782" y="24929"/>
                  </a:moveTo>
                  <a:cubicBezTo>
                    <a:pt x="1035705" y="24929"/>
                    <a:pt x="1035705" y="24929"/>
                    <a:pt x="1034782" y="24929"/>
                  </a:cubicBezTo>
                  <a:cubicBezTo>
                    <a:pt x="1035705" y="26776"/>
                    <a:pt x="1034782" y="26776"/>
                    <a:pt x="1033859" y="26776"/>
                  </a:cubicBezTo>
                  <a:cubicBezTo>
                    <a:pt x="1032935" y="31392"/>
                    <a:pt x="1032935" y="35085"/>
                    <a:pt x="1030166" y="43395"/>
                  </a:cubicBezTo>
                  <a:cubicBezTo>
                    <a:pt x="1033859" y="45242"/>
                    <a:pt x="1039397" y="48935"/>
                    <a:pt x="1043089" y="52628"/>
                  </a:cubicBezTo>
                  <a:cubicBezTo>
                    <a:pt x="1039397" y="57245"/>
                    <a:pt x="1039397" y="58168"/>
                    <a:pt x="1036628" y="62785"/>
                  </a:cubicBezTo>
                  <a:cubicBezTo>
                    <a:pt x="1034782" y="60938"/>
                    <a:pt x="1032012" y="58168"/>
                    <a:pt x="1026474" y="54475"/>
                  </a:cubicBezTo>
                  <a:cubicBezTo>
                    <a:pt x="1023705" y="59091"/>
                    <a:pt x="1017243" y="70171"/>
                    <a:pt x="1007089" y="76634"/>
                  </a:cubicBezTo>
                  <a:cubicBezTo>
                    <a:pt x="1004320" y="72941"/>
                    <a:pt x="1002473" y="72018"/>
                    <a:pt x="997858" y="69248"/>
                  </a:cubicBezTo>
                  <a:cubicBezTo>
                    <a:pt x="1006166" y="65554"/>
                    <a:pt x="1013550" y="56321"/>
                    <a:pt x="1016320" y="48935"/>
                  </a:cubicBezTo>
                  <a:cubicBezTo>
                    <a:pt x="1010781" y="46165"/>
                    <a:pt x="1007089" y="45242"/>
                    <a:pt x="998781" y="43395"/>
                  </a:cubicBezTo>
                  <a:cubicBezTo>
                    <a:pt x="989550" y="61861"/>
                    <a:pt x="985858" y="69248"/>
                    <a:pt x="978473" y="69248"/>
                  </a:cubicBezTo>
                  <a:cubicBezTo>
                    <a:pt x="972012" y="69248"/>
                    <a:pt x="966473" y="63708"/>
                    <a:pt x="966473" y="56321"/>
                  </a:cubicBezTo>
                  <a:cubicBezTo>
                    <a:pt x="966473" y="46165"/>
                    <a:pt x="975704" y="33239"/>
                    <a:pt x="993243" y="33239"/>
                  </a:cubicBezTo>
                  <a:cubicBezTo>
                    <a:pt x="994166" y="30469"/>
                    <a:pt x="998781" y="18466"/>
                    <a:pt x="999704" y="16619"/>
                  </a:cubicBezTo>
                  <a:cubicBezTo>
                    <a:pt x="991396" y="18466"/>
                    <a:pt x="984012" y="19389"/>
                    <a:pt x="980319" y="20313"/>
                  </a:cubicBezTo>
                  <a:lnTo>
                    <a:pt x="977550" y="8310"/>
                  </a:lnTo>
                  <a:cubicBezTo>
                    <a:pt x="990473" y="8310"/>
                    <a:pt x="1002473" y="5540"/>
                    <a:pt x="1008012" y="2770"/>
                  </a:cubicBezTo>
                  <a:lnTo>
                    <a:pt x="1015397" y="9233"/>
                  </a:lnTo>
                  <a:cubicBezTo>
                    <a:pt x="1009858" y="16619"/>
                    <a:pt x="1004320" y="30469"/>
                    <a:pt x="1002473" y="34162"/>
                  </a:cubicBezTo>
                  <a:cubicBezTo>
                    <a:pt x="1009858" y="35085"/>
                    <a:pt x="1016320" y="37855"/>
                    <a:pt x="1019089" y="39702"/>
                  </a:cubicBezTo>
                  <a:cubicBezTo>
                    <a:pt x="1021858" y="30469"/>
                    <a:pt x="1021858" y="24006"/>
                    <a:pt x="1021858" y="21236"/>
                  </a:cubicBezTo>
                  <a:lnTo>
                    <a:pt x="1034782" y="24929"/>
                  </a:lnTo>
                  <a:lnTo>
                    <a:pt x="1034782" y="24929"/>
                  </a:lnTo>
                  <a:close/>
                  <a:moveTo>
                    <a:pt x="976627" y="55398"/>
                  </a:moveTo>
                  <a:cubicBezTo>
                    <a:pt x="976627" y="58168"/>
                    <a:pt x="978473" y="58168"/>
                    <a:pt x="978473" y="58168"/>
                  </a:cubicBezTo>
                  <a:cubicBezTo>
                    <a:pt x="981242" y="58168"/>
                    <a:pt x="986781" y="46165"/>
                    <a:pt x="988627" y="42472"/>
                  </a:cubicBezTo>
                  <a:cubicBezTo>
                    <a:pt x="983089" y="43395"/>
                    <a:pt x="976627" y="48012"/>
                    <a:pt x="976627" y="55398"/>
                  </a:cubicBezTo>
                  <a:close/>
                  <a:moveTo>
                    <a:pt x="1146475" y="3693"/>
                  </a:moveTo>
                  <a:cubicBezTo>
                    <a:pt x="1147398" y="3693"/>
                    <a:pt x="1148321" y="3693"/>
                    <a:pt x="1148321" y="4617"/>
                  </a:cubicBezTo>
                  <a:cubicBezTo>
                    <a:pt x="1148321" y="5540"/>
                    <a:pt x="1147398" y="5540"/>
                    <a:pt x="1146475" y="5540"/>
                  </a:cubicBezTo>
                  <a:lnTo>
                    <a:pt x="1146475" y="20313"/>
                  </a:lnTo>
                  <a:cubicBezTo>
                    <a:pt x="1155706" y="19389"/>
                    <a:pt x="1156629" y="18466"/>
                    <a:pt x="1163091" y="18466"/>
                  </a:cubicBezTo>
                  <a:lnTo>
                    <a:pt x="1163091" y="30469"/>
                  </a:lnTo>
                  <a:lnTo>
                    <a:pt x="1159398" y="30469"/>
                  </a:lnTo>
                  <a:cubicBezTo>
                    <a:pt x="1155706" y="30469"/>
                    <a:pt x="1150168" y="31392"/>
                    <a:pt x="1147398" y="31392"/>
                  </a:cubicBezTo>
                  <a:cubicBezTo>
                    <a:pt x="1147398" y="53552"/>
                    <a:pt x="1144629" y="55398"/>
                    <a:pt x="1128014" y="55398"/>
                  </a:cubicBezTo>
                  <a:cubicBezTo>
                    <a:pt x="1127090" y="51705"/>
                    <a:pt x="1125244" y="46165"/>
                    <a:pt x="1125244" y="45242"/>
                  </a:cubicBezTo>
                  <a:lnTo>
                    <a:pt x="1130783" y="45242"/>
                  </a:lnTo>
                  <a:cubicBezTo>
                    <a:pt x="1136321" y="45242"/>
                    <a:pt x="1136321" y="44319"/>
                    <a:pt x="1137244" y="33239"/>
                  </a:cubicBezTo>
                  <a:cubicBezTo>
                    <a:pt x="1130783" y="34162"/>
                    <a:pt x="1124321" y="35085"/>
                    <a:pt x="1117859" y="36932"/>
                  </a:cubicBezTo>
                  <a:cubicBezTo>
                    <a:pt x="1117859" y="40625"/>
                    <a:pt x="1117859" y="55398"/>
                    <a:pt x="1118783" y="59091"/>
                  </a:cubicBezTo>
                  <a:cubicBezTo>
                    <a:pt x="1120629" y="63708"/>
                    <a:pt x="1126167" y="64631"/>
                    <a:pt x="1131706" y="64631"/>
                  </a:cubicBezTo>
                  <a:cubicBezTo>
                    <a:pt x="1134475" y="64631"/>
                    <a:pt x="1145552" y="64631"/>
                    <a:pt x="1158475" y="60938"/>
                  </a:cubicBezTo>
                  <a:cubicBezTo>
                    <a:pt x="1157552" y="64631"/>
                    <a:pt x="1157552" y="67401"/>
                    <a:pt x="1156629" y="72941"/>
                  </a:cubicBezTo>
                  <a:cubicBezTo>
                    <a:pt x="1145552" y="74787"/>
                    <a:pt x="1128937" y="74787"/>
                    <a:pt x="1128937" y="74787"/>
                  </a:cubicBezTo>
                  <a:cubicBezTo>
                    <a:pt x="1118783" y="74787"/>
                    <a:pt x="1110475" y="72941"/>
                    <a:pt x="1107706" y="62785"/>
                  </a:cubicBezTo>
                  <a:cubicBezTo>
                    <a:pt x="1106782" y="58168"/>
                    <a:pt x="1106782" y="51705"/>
                    <a:pt x="1106782" y="38779"/>
                  </a:cubicBezTo>
                  <a:cubicBezTo>
                    <a:pt x="1096628" y="40625"/>
                    <a:pt x="1095705" y="41549"/>
                    <a:pt x="1090167" y="42472"/>
                  </a:cubicBezTo>
                  <a:lnTo>
                    <a:pt x="1089244" y="29546"/>
                  </a:lnTo>
                  <a:cubicBezTo>
                    <a:pt x="1093859" y="29546"/>
                    <a:pt x="1102167" y="28622"/>
                    <a:pt x="1106782" y="26776"/>
                  </a:cubicBezTo>
                  <a:cubicBezTo>
                    <a:pt x="1106782" y="22159"/>
                    <a:pt x="1106782" y="11080"/>
                    <a:pt x="1105859" y="6463"/>
                  </a:cubicBezTo>
                  <a:lnTo>
                    <a:pt x="1117859" y="8310"/>
                  </a:lnTo>
                  <a:cubicBezTo>
                    <a:pt x="1118783" y="8310"/>
                    <a:pt x="1119706" y="8310"/>
                    <a:pt x="1119706" y="9233"/>
                  </a:cubicBezTo>
                  <a:cubicBezTo>
                    <a:pt x="1119706" y="10156"/>
                    <a:pt x="1118783" y="10156"/>
                    <a:pt x="1117859" y="10156"/>
                  </a:cubicBezTo>
                  <a:cubicBezTo>
                    <a:pt x="1117859" y="12003"/>
                    <a:pt x="1116936" y="22159"/>
                    <a:pt x="1116936" y="24006"/>
                  </a:cubicBezTo>
                  <a:cubicBezTo>
                    <a:pt x="1121552" y="23083"/>
                    <a:pt x="1127090" y="22159"/>
                    <a:pt x="1135398" y="21236"/>
                  </a:cubicBezTo>
                  <a:cubicBezTo>
                    <a:pt x="1135398" y="14773"/>
                    <a:pt x="1135398" y="7386"/>
                    <a:pt x="1133552" y="923"/>
                  </a:cubicBezTo>
                  <a:lnTo>
                    <a:pt x="1146475" y="3693"/>
                  </a:lnTo>
                  <a:lnTo>
                    <a:pt x="1146475" y="3693"/>
                  </a:lnTo>
                  <a:close/>
                  <a:moveTo>
                    <a:pt x="1262784" y="10156"/>
                  </a:moveTo>
                  <a:cubicBezTo>
                    <a:pt x="1257246" y="13850"/>
                    <a:pt x="1243399" y="26776"/>
                    <a:pt x="1240630" y="30469"/>
                  </a:cubicBezTo>
                  <a:cubicBezTo>
                    <a:pt x="1242476" y="29546"/>
                    <a:pt x="1246169" y="28622"/>
                    <a:pt x="1251707" y="28622"/>
                  </a:cubicBezTo>
                  <a:cubicBezTo>
                    <a:pt x="1263707" y="28622"/>
                    <a:pt x="1275708" y="36009"/>
                    <a:pt x="1275708" y="50782"/>
                  </a:cubicBezTo>
                  <a:cubicBezTo>
                    <a:pt x="1275708" y="69248"/>
                    <a:pt x="1258169" y="76634"/>
                    <a:pt x="1244322" y="76634"/>
                  </a:cubicBezTo>
                  <a:cubicBezTo>
                    <a:pt x="1231399" y="76634"/>
                    <a:pt x="1224015" y="70171"/>
                    <a:pt x="1224015" y="62785"/>
                  </a:cubicBezTo>
                  <a:cubicBezTo>
                    <a:pt x="1224015" y="55398"/>
                    <a:pt x="1230476" y="49858"/>
                    <a:pt x="1239707" y="49858"/>
                  </a:cubicBezTo>
                  <a:cubicBezTo>
                    <a:pt x="1246169" y="49858"/>
                    <a:pt x="1255400" y="53552"/>
                    <a:pt x="1257246" y="62785"/>
                  </a:cubicBezTo>
                  <a:cubicBezTo>
                    <a:pt x="1264631" y="59091"/>
                    <a:pt x="1264631" y="52628"/>
                    <a:pt x="1264631" y="50782"/>
                  </a:cubicBezTo>
                  <a:cubicBezTo>
                    <a:pt x="1264631" y="46165"/>
                    <a:pt x="1261861" y="37855"/>
                    <a:pt x="1249861" y="37855"/>
                  </a:cubicBezTo>
                  <a:cubicBezTo>
                    <a:pt x="1235092" y="37855"/>
                    <a:pt x="1226784" y="47088"/>
                    <a:pt x="1214784" y="59091"/>
                  </a:cubicBezTo>
                  <a:lnTo>
                    <a:pt x="1205553" y="50782"/>
                  </a:lnTo>
                  <a:cubicBezTo>
                    <a:pt x="1214784" y="44319"/>
                    <a:pt x="1236938" y="22159"/>
                    <a:pt x="1242476" y="15696"/>
                  </a:cubicBezTo>
                  <a:cubicBezTo>
                    <a:pt x="1235092" y="17543"/>
                    <a:pt x="1222168" y="18466"/>
                    <a:pt x="1216630" y="18466"/>
                  </a:cubicBezTo>
                  <a:lnTo>
                    <a:pt x="1214784" y="7386"/>
                  </a:lnTo>
                  <a:cubicBezTo>
                    <a:pt x="1221245" y="7386"/>
                    <a:pt x="1244322" y="7386"/>
                    <a:pt x="1257246" y="1847"/>
                  </a:cubicBezTo>
                  <a:lnTo>
                    <a:pt x="1262784" y="10156"/>
                  </a:lnTo>
                  <a:lnTo>
                    <a:pt x="1262784" y="10156"/>
                  </a:lnTo>
                  <a:close/>
                  <a:moveTo>
                    <a:pt x="1237861" y="59091"/>
                  </a:moveTo>
                  <a:cubicBezTo>
                    <a:pt x="1235092" y="59091"/>
                    <a:pt x="1233245" y="60938"/>
                    <a:pt x="1233245" y="62785"/>
                  </a:cubicBezTo>
                  <a:cubicBezTo>
                    <a:pt x="1233245" y="66478"/>
                    <a:pt x="1237861" y="68324"/>
                    <a:pt x="1241553" y="68324"/>
                  </a:cubicBezTo>
                  <a:cubicBezTo>
                    <a:pt x="1243399" y="68324"/>
                    <a:pt x="1245246" y="68324"/>
                    <a:pt x="1246169" y="67401"/>
                  </a:cubicBezTo>
                  <a:cubicBezTo>
                    <a:pt x="1246169" y="61861"/>
                    <a:pt x="1242476" y="59091"/>
                    <a:pt x="1237861" y="59091"/>
                  </a:cubicBezTo>
                  <a:close/>
                </a:path>
              </a:pathLst>
            </a:custGeom>
            <a:grpFill/>
            <a:ln w="9231" cap="flat">
              <a:noFill/>
              <a:prstDash val="solid"/>
              <a:miter/>
            </a:ln>
          </p:spPr>
          <p:txBody>
            <a:bodyPr rtlCol="0" anchor="ctr"/>
            <a:lstStyle/>
            <a:p>
              <a:endParaRPr lang="ja-JP" altLang="en-US" b="0" i="0">
                <a:latin typeface="Arial" panose="020B0604020202020204" pitchFamily="34" charset="0"/>
              </a:endParaRPr>
            </a:p>
          </p:txBody>
        </p:sp>
        <p:sp>
          <p:nvSpPr>
            <p:cNvPr id="19" name="フリーフォーム 18">
              <a:extLst>
                <a:ext uri="{FF2B5EF4-FFF2-40B4-BE49-F238E27FC236}">
                  <a16:creationId xmlns:a16="http://schemas.microsoft.com/office/drawing/2014/main" id="{2C7919B2-6490-EF05-6241-C88BEA65B164}"/>
                </a:ext>
              </a:extLst>
            </p:cNvPr>
            <p:cNvSpPr/>
            <p:nvPr/>
          </p:nvSpPr>
          <p:spPr>
            <a:xfrm>
              <a:off x="4142101" y="-4761261"/>
              <a:ext cx="22154" cy="22260"/>
            </a:xfrm>
            <a:custGeom>
              <a:avLst/>
              <a:gdLst>
                <a:gd name="connsiteX0" fmla="*/ 22154 w 22154"/>
                <a:gd name="connsiteY0" fmla="*/ 11181 h 22260"/>
                <a:gd name="connsiteX1" fmla="*/ 11077 w 22154"/>
                <a:gd name="connsiteY1" fmla="*/ 22260 h 22260"/>
                <a:gd name="connsiteX2" fmla="*/ 0 w 22154"/>
                <a:gd name="connsiteY2" fmla="*/ 11181 h 22260"/>
                <a:gd name="connsiteX3" fmla="*/ 11077 w 22154"/>
                <a:gd name="connsiteY3" fmla="*/ 101 h 22260"/>
                <a:gd name="connsiteX4" fmla="*/ 22154 w 22154"/>
                <a:gd name="connsiteY4" fmla="*/ 11181 h 22260"/>
                <a:gd name="connsiteX5" fmla="*/ 3692 w 22154"/>
                <a:gd name="connsiteY5" fmla="*/ 11181 h 22260"/>
                <a:gd name="connsiteX6" fmla="*/ 10154 w 22154"/>
                <a:gd name="connsiteY6" fmla="*/ 17644 h 22260"/>
                <a:gd name="connsiteX7" fmla="*/ 16616 w 22154"/>
                <a:gd name="connsiteY7" fmla="*/ 11181 h 22260"/>
                <a:gd name="connsiteX8" fmla="*/ 10154 w 22154"/>
                <a:gd name="connsiteY8" fmla="*/ 4718 h 22260"/>
                <a:gd name="connsiteX9" fmla="*/ 3692 w 22154"/>
                <a:gd name="connsiteY9" fmla="*/ 11181 h 22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54" h="22260">
                  <a:moveTo>
                    <a:pt x="22154" y="11181"/>
                  </a:moveTo>
                  <a:cubicBezTo>
                    <a:pt x="22154" y="17644"/>
                    <a:pt x="16616" y="22260"/>
                    <a:pt x="11077" y="22260"/>
                  </a:cubicBezTo>
                  <a:cubicBezTo>
                    <a:pt x="4615" y="22260"/>
                    <a:pt x="0" y="17644"/>
                    <a:pt x="0" y="11181"/>
                  </a:cubicBezTo>
                  <a:cubicBezTo>
                    <a:pt x="0" y="4718"/>
                    <a:pt x="4615" y="101"/>
                    <a:pt x="11077" y="101"/>
                  </a:cubicBezTo>
                  <a:cubicBezTo>
                    <a:pt x="16616" y="-822"/>
                    <a:pt x="22154" y="4718"/>
                    <a:pt x="22154" y="11181"/>
                  </a:cubicBezTo>
                  <a:close/>
                  <a:moveTo>
                    <a:pt x="3692" y="11181"/>
                  </a:moveTo>
                  <a:cubicBezTo>
                    <a:pt x="3692" y="14874"/>
                    <a:pt x="6462" y="17644"/>
                    <a:pt x="10154" y="17644"/>
                  </a:cubicBezTo>
                  <a:cubicBezTo>
                    <a:pt x="13846" y="17644"/>
                    <a:pt x="16616" y="14874"/>
                    <a:pt x="16616" y="11181"/>
                  </a:cubicBezTo>
                  <a:cubicBezTo>
                    <a:pt x="16616" y="7487"/>
                    <a:pt x="13846" y="4718"/>
                    <a:pt x="10154" y="4718"/>
                  </a:cubicBezTo>
                  <a:cubicBezTo>
                    <a:pt x="6462" y="3794"/>
                    <a:pt x="3692" y="7487"/>
                    <a:pt x="3692" y="11181"/>
                  </a:cubicBezTo>
                  <a:close/>
                </a:path>
              </a:pathLst>
            </a:custGeom>
            <a:grpFill/>
            <a:ln w="9231" cap="flat">
              <a:noFill/>
              <a:prstDash val="solid"/>
              <a:miter/>
            </a:ln>
          </p:spPr>
          <p:txBody>
            <a:bodyPr rtlCol="0" anchor="ctr"/>
            <a:lstStyle/>
            <a:p>
              <a:endParaRPr lang="ja-JP" altLang="en-US" b="0" i="0">
                <a:latin typeface="Arial" panose="020B0604020202020204" pitchFamily="34" charset="0"/>
              </a:endParaRPr>
            </a:p>
          </p:txBody>
        </p:sp>
      </p:grpSp>
      <p:sp>
        <p:nvSpPr>
          <p:cNvPr id="3" name="日付プレースホルダー 3">
            <a:extLst>
              <a:ext uri="{FF2B5EF4-FFF2-40B4-BE49-F238E27FC236}">
                <a16:creationId xmlns:a16="http://schemas.microsoft.com/office/drawing/2014/main" id="{E64B726F-1717-590B-CED7-BCAB7892A23F}"/>
              </a:ext>
            </a:extLst>
          </p:cNvPr>
          <p:cNvSpPr txBox="1">
            <a:spLocks/>
          </p:cNvSpPr>
          <p:nvPr userDrawn="1"/>
        </p:nvSpPr>
        <p:spPr>
          <a:xfrm>
            <a:off x="466921" y="6469666"/>
            <a:ext cx="1172098" cy="263644"/>
          </a:xfrm>
          <a:prstGeom prst="rect">
            <a:avLst/>
          </a:prstGeom>
          <a:noFill/>
          <a:ln w="19050">
            <a:solidFill>
              <a:schemeClr val="bg1"/>
            </a:solidFill>
            <a:miter lim="800000"/>
            <a:headEnd/>
            <a:tailEnd/>
          </a:ln>
        </p:spPr>
        <p:txBody>
          <a:bodyPr vert="horz" lIns="0" tIns="45720" rIns="0" bIns="45720" rtlCol="0" anchor="ctr"/>
          <a:lstStyle>
            <a:defPPr>
              <a:defRPr lang="ja-JP"/>
            </a:defPPr>
            <a:lvl1pPr marL="0" algn="l" defTabSz="914400" rtl="0" eaLnBrk="1" latinLnBrk="0" hangingPunct="1">
              <a:defRPr kumimoji="1" sz="700" kern="1200" baseline="0">
                <a:solidFill>
                  <a:schemeClr val="tx1">
                    <a:tint val="75000"/>
                  </a:schemeClr>
                </a:solidFill>
                <a:latin typeface="Arial" panose="020B0604020202020204" pitchFamily="34" charset="0"/>
                <a:ea typeface="メイリオ" panose="020B0604030504040204" pitchFamily="34"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 altLang="ja-JP" sz="1100" b="1" i="1">
                <a:solidFill>
                  <a:schemeClr val="bg1"/>
                </a:solidFill>
              </a:rPr>
              <a:t>CONFIDENTIAL</a:t>
            </a:r>
          </a:p>
        </p:txBody>
      </p:sp>
      <p:sp>
        <p:nvSpPr>
          <p:cNvPr id="4" name="テキスト ボックス 3">
            <a:extLst>
              <a:ext uri="{FF2B5EF4-FFF2-40B4-BE49-F238E27FC236}">
                <a16:creationId xmlns:a16="http://schemas.microsoft.com/office/drawing/2014/main" id="{D9570138-B5E4-5B90-0365-63FBB4128CFF}"/>
              </a:ext>
            </a:extLst>
          </p:cNvPr>
          <p:cNvSpPr txBox="1"/>
          <p:nvPr userDrawn="1"/>
        </p:nvSpPr>
        <p:spPr>
          <a:xfrm>
            <a:off x="-396240" y="2194560"/>
            <a:ext cx="0" cy="0"/>
          </a:xfrm>
          <a:prstGeom prst="rect">
            <a:avLst/>
          </a:prstGeom>
        </p:spPr>
        <p:txBody>
          <a:bodyPr wrap="none" rtlCol="0">
            <a:noAutofit/>
          </a:bodyPr>
          <a:lstStyle/>
          <a:p>
            <a:pPr marL="0" indent="0" algn="l">
              <a:lnSpc>
                <a:spcPct val="110000"/>
              </a:lnSpc>
              <a:spcBef>
                <a:spcPts val="0"/>
              </a:spcBef>
              <a:buFont typeface="Arial" panose="020B0604020202020204" pitchFamily="34" charset="0"/>
              <a:buNone/>
            </a:pPr>
            <a:endParaRPr kumimoji="1" lang="ja-JP" altLang="en-US" sz="1800" b="0" i="0">
              <a:latin typeface="Arial" panose="020B0604020202020204" pitchFamily="34" charset="0"/>
            </a:endParaRPr>
          </a:p>
        </p:txBody>
      </p:sp>
      <p:sp>
        <p:nvSpPr>
          <p:cNvPr id="2" name="日付プレースホルダー 3">
            <a:extLst>
              <a:ext uri="{FF2B5EF4-FFF2-40B4-BE49-F238E27FC236}">
                <a16:creationId xmlns:a16="http://schemas.microsoft.com/office/drawing/2014/main" id="{1386BC80-58AE-53A7-E4BB-98A28AC3C5FC}"/>
              </a:ext>
            </a:extLst>
          </p:cNvPr>
          <p:cNvSpPr txBox="1">
            <a:spLocks/>
          </p:cNvSpPr>
          <p:nvPr userDrawn="1"/>
        </p:nvSpPr>
        <p:spPr>
          <a:xfrm>
            <a:off x="1752817" y="6428399"/>
            <a:ext cx="2013232" cy="365125"/>
          </a:xfrm>
          <a:prstGeom prst="rect">
            <a:avLst/>
          </a:prstGeom>
          <a:noFill/>
          <a:ln w="9525">
            <a:noFill/>
            <a:miter lim="800000"/>
            <a:headEnd/>
            <a:tailEnd/>
          </a:ln>
        </p:spPr>
        <p:txBody>
          <a:bodyPr vert="horz" lIns="0" tIns="45720" rIns="0" bIns="45720" rtlCol="0" anchor="ctr"/>
          <a:lstStyle>
            <a:defPPr>
              <a:defRPr lang="ja-JP"/>
            </a:defPPr>
            <a:lvl1pPr marL="0" algn="l" defTabSz="914400" rtl="0" eaLnBrk="1" latinLnBrk="0" hangingPunct="1">
              <a:defRPr kumimoji="1" sz="700" kern="1200" baseline="0">
                <a:solidFill>
                  <a:schemeClr val="tx1">
                    <a:tint val="75000"/>
                  </a:schemeClr>
                </a:solidFill>
                <a:latin typeface="Arial" panose="020B0604020202020204" pitchFamily="34" charset="0"/>
                <a:ea typeface="メイリオ" panose="020B0604030504040204" pitchFamily="34"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 altLang="ja-JP">
                <a:solidFill>
                  <a:schemeClr val="bg1"/>
                </a:solidFill>
              </a:rPr>
              <a:t>Copyright SHIFT Inc., All Rights Reserved.</a:t>
            </a:r>
          </a:p>
        </p:txBody>
      </p:sp>
      <p:sp>
        <p:nvSpPr>
          <p:cNvPr id="7" name="タイトル 5">
            <a:extLst>
              <a:ext uri="{FF2B5EF4-FFF2-40B4-BE49-F238E27FC236}">
                <a16:creationId xmlns:a16="http://schemas.microsoft.com/office/drawing/2014/main" id="{3951A46B-D721-524E-264F-5C3B0E611545}"/>
              </a:ext>
            </a:extLst>
          </p:cNvPr>
          <p:cNvSpPr>
            <a:spLocks noGrp="1"/>
          </p:cNvSpPr>
          <p:nvPr>
            <p:ph type="title"/>
          </p:nvPr>
        </p:nvSpPr>
        <p:spPr>
          <a:xfrm>
            <a:off x="770965" y="2605423"/>
            <a:ext cx="10659036" cy="811367"/>
          </a:xfrm>
          <a:prstGeom prst="rect">
            <a:avLst/>
          </a:prstGeom>
        </p:spPr>
        <p:txBody>
          <a:bodyPr lIns="0" tIns="72000" rIns="0" bIns="0" anchor="ctr">
            <a:spAutoFit/>
          </a:bodyPr>
          <a:lstStyle>
            <a:lvl1pPr>
              <a:lnSpc>
                <a:spcPct val="100000"/>
              </a:lnSpc>
              <a:defRPr sz="4800" baseline="0">
                <a:solidFill>
                  <a:schemeClr val="bg1"/>
                </a:solidFill>
                <a:latin typeface="Arial" panose="020B0604020202020204" pitchFamily="34" charset="0"/>
              </a:defRPr>
            </a:lvl1pPr>
          </a:lstStyle>
          <a:p>
            <a:r>
              <a:rPr kumimoji="1" lang="ja-JP" altLang="en-US"/>
              <a:t>マスター タイトルの書式設定</a:t>
            </a:r>
          </a:p>
        </p:txBody>
      </p:sp>
      <p:sp>
        <p:nvSpPr>
          <p:cNvPr id="9" name="テキスト プレースホルダー 11">
            <a:extLst>
              <a:ext uri="{FF2B5EF4-FFF2-40B4-BE49-F238E27FC236}">
                <a16:creationId xmlns:a16="http://schemas.microsoft.com/office/drawing/2014/main" id="{20ABE95E-297B-DC95-3588-8351A9F31A01}"/>
              </a:ext>
            </a:extLst>
          </p:cNvPr>
          <p:cNvSpPr>
            <a:spLocks noGrp="1"/>
          </p:cNvSpPr>
          <p:nvPr>
            <p:ph type="body" sz="quarter" idx="10" hasCustomPrompt="1"/>
          </p:nvPr>
        </p:nvSpPr>
        <p:spPr>
          <a:xfrm>
            <a:off x="770965" y="1805830"/>
            <a:ext cx="10659035" cy="565146"/>
          </a:xfrm>
          <a:prstGeom prst="rect">
            <a:avLst/>
          </a:prstGeom>
        </p:spPr>
        <p:txBody>
          <a:bodyPr wrap="square" lIns="0" tIns="72000" rIns="0" bIns="0" anchor="ctr">
            <a:spAutoFit/>
          </a:bodyPr>
          <a:lstStyle>
            <a:lvl1pPr marL="0" indent="0" algn="l">
              <a:lnSpc>
                <a:spcPct val="100000"/>
              </a:lnSpc>
              <a:spcBef>
                <a:spcPts val="0"/>
              </a:spcBef>
              <a:buFontTx/>
              <a:buNone/>
              <a:defRPr sz="3200" b="1" i="0" baseline="0">
                <a:solidFill>
                  <a:schemeClr val="bg1"/>
                </a:solidFill>
                <a:latin typeface="Arial" panose="020B0604020202020204" pitchFamily="34" charset="0"/>
                <a:ea typeface="Meiryo" panose="020B0604030504040204" pitchFamily="34" charset="-128"/>
              </a:defRPr>
            </a:lvl1pPr>
            <a:lvl2pPr indent="0">
              <a:lnSpc>
                <a:spcPct val="100000"/>
              </a:lnSpc>
              <a:buFontTx/>
              <a:buNone/>
              <a:defRPr/>
            </a:lvl2pPr>
            <a:lvl3pPr indent="0">
              <a:lnSpc>
                <a:spcPct val="100000"/>
              </a:lnSpc>
              <a:buFontTx/>
              <a:buNone/>
              <a:defRPr/>
            </a:lvl3pPr>
            <a:lvl4pPr indent="0">
              <a:lnSpc>
                <a:spcPct val="100000"/>
              </a:lnSpc>
              <a:buFontTx/>
              <a:buNone/>
              <a:defRPr/>
            </a:lvl4pPr>
            <a:lvl5pPr indent="0">
              <a:lnSpc>
                <a:spcPct val="100000"/>
              </a:lnSpc>
              <a:buFontTx/>
              <a:buNone/>
              <a:defRPr/>
            </a:lvl5pPr>
          </a:lstStyle>
          <a:p>
            <a:pPr lvl="0"/>
            <a:r>
              <a:rPr kumimoji="1" lang="ja-JP" altLang="en-US"/>
              <a:t>顧客の名前</a:t>
            </a:r>
          </a:p>
        </p:txBody>
      </p:sp>
      <p:sp>
        <p:nvSpPr>
          <p:cNvPr id="6" name="テキスト プレースホルダー 11">
            <a:extLst>
              <a:ext uri="{FF2B5EF4-FFF2-40B4-BE49-F238E27FC236}">
                <a16:creationId xmlns:a16="http://schemas.microsoft.com/office/drawing/2014/main" id="{AD5A5F54-38DF-16A5-8D15-F07BC97297F3}"/>
              </a:ext>
            </a:extLst>
          </p:cNvPr>
          <p:cNvSpPr>
            <a:spLocks noGrp="1"/>
          </p:cNvSpPr>
          <p:nvPr>
            <p:ph type="body" sz="quarter" idx="11" hasCustomPrompt="1"/>
          </p:nvPr>
        </p:nvSpPr>
        <p:spPr>
          <a:xfrm>
            <a:off x="770965" y="3542946"/>
            <a:ext cx="10659035" cy="503590"/>
          </a:xfrm>
          <a:prstGeom prst="rect">
            <a:avLst/>
          </a:prstGeom>
        </p:spPr>
        <p:txBody>
          <a:bodyPr wrap="square" lIns="0" tIns="72000" rIns="0" bIns="0" anchor="ctr">
            <a:spAutoFit/>
          </a:bodyPr>
          <a:lstStyle>
            <a:lvl1pPr marL="0" indent="0" algn="l">
              <a:lnSpc>
                <a:spcPct val="100000"/>
              </a:lnSpc>
              <a:spcBef>
                <a:spcPts val="0"/>
              </a:spcBef>
              <a:buFontTx/>
              <a:buNone/>
              <a:defRPr sz="2800" b="0" i="0" baseline="0">
                <a:solidFill>
                  <a:schemeClr val="bg1"/>
                </a:solidFill>
                <a:latin typeface="Arial" panose="020B0604020202020204" pitchFamily="34" charset="0"/>
                <a:ea typeface="Meiryo" panose="020B0604030504040204" pitchFamily="34" charset="-128"/>
              </a:defRPr>
            </a:lvl1pPr>
            <a:lvl2pPr indent="0">
              <a:lnSpc>
                <a:spcPct val="100000"/>
              </a:lnSpc>
              <a:buFontTx/>
              <a:buNone/>
              <a:defRPr/>
            </a:lvl2pPr>
            <a:lvl3pPr indent="0">
              <a:lnSpc>
                <a:spcPct val="100000"/>
              </a:lnSpc>
              <a:buFontTx/>
              <a:buNone/>
              <a:defRPr/>
            </a:lvl3pPr>
            <a:lvl4pPr indent="0">
              <a:lnSpc>
                <a:spcPct val="100000"/>
              </a:lnSpc>
              <a:buFontTx/>
              <a:buNone/>
              <a:defRPr/>
            </a:lvl4pPr>
            <a:lvl5pPr indent="0">
              <a:lnSpc>
                <a:spcPct val="100000"/>
              </a:lnSpc>
              <a:buFontTx/>
              <a:buNone/>
              <a:defRPr/>
            </a:lvl5pPr>
          </a:lstStyle>
          <a:p>
            <a:pPr lvl="0"/>
            <a:r>
              <a:rPr kumimoji="1" lang="ja-JP" altLang="en-US"/>
              <a:t>サブタイトル</a:t>
            </a:r>
          </a:p>
        </p:txBody>
      </p:sp>
      <p:sp>
        <p:nvSpPr>
          <p:cNvPr id="11" name="テキスト プレースホルダー 11">
            <a:extLst>
              <a:ext uri="{FF2B5EF4-FFF2-40B4-BE49-F238E27FC236}">
                <a16:creationId xmlns:a16="http://schemas.microsoft.com/office/drawing/2014/main" id="{4E08865D-4201-1ECF-4F5E-09520CDD3473}"/>
              </a:ext>
            </a:extLst>
          </p:cNvPr>
          <p:cNvSpPr>
            <a:spLocks noGrp="1"/>
          </p:cNvSpPr>
          <p:nvPr>
            <p:ph type="body" sz="quarter" idx="12" hasCustomPrompt="1"/>
          </p:nvPr>
        </p:nvSpPr>
        <p:spPr>
          <a:xfrm>
            <a:off x="9659471" y="4982892"/>
            <a:ext cx="1770529" cy="326274"/>
          </a:xfrm>
          <a:prstGeom prst="rect">
            <a:avLst/>
          </a:prstGeom>
        </p:spPr>
        <p:txBody>
          <a:bodyPr wrap="square" lIns="0" tIns="0" rIns="0" bIns="0" anchor="ctr"/>
          <a:lstStyle>
            <a:lvl1pPr marL="0" indent="0" algn="r">
              <a:lnSpc>
                <a:spcPct val="100000"/>
              </a:lnSpc>
              <a:spcBef>
                <a:spcPts val="0"/>
              </a:spcBef>
              <a:buFontTx/>
              <a:buNone/>
              <a:defRPr sz="1600" b="0" i="0" baseline="0">
                <a:solidFill>
                  <a:schemeClr val="bg1"/>
                </a:solidFill>
                <a:latin typeface="Arial" panose="020B0604020202020204" pitchFamily="34" charset="0"/>
                <a:ea typeface="Meiryo" panose="020B0604030504040204" pitchFamily="34" charset="-128"/>
              </a:defRPr>
            </a:lvl1pPr>
            <a:lvl2pPr indent="0">
              <a:lnSpc>
                <a:spcPct val="100000"/>
              </a:lnSpc>
              <a:buFontTx/>
              <a:buNone/>
              <a:defRPr/>
            </a:lvl2pPr>
            <a:lvl3pPr indent="0">
              <a:lnSpc>
                <a:spcPct val="100000"/>
              </a:lnSpc>
              <a:buFontTx/>
              <a:buNone/>
              <a:defRPr/>
            </a:lvl3pPr>
            <a:lvl4pPr indent="0">
              <a:lnSpc>
                <a:spcPct val="100000"/>
              </a:lnSpc>
              <a:buFontTx/>
              <a:buNone/>
              <a:defRPr/>
            </a:lvl4pPr>
            <a:lvl5pPr indent="0">
              <a:lnSpc>
                <a:spcPct val="100000"/>
              </a:lnSpc>
              <a:buFontTx/>
              <a:buNone/>
              <a:defRPr/>
            </a:lvl5pPr>
          </a:lstStyle>
          <a:p>
            <a:pPr lvl="0"/>
            <a:r>
              <a:rPr kumimoji="1" lang="en-US" altLang="ja-JP"/>
              <a:t>date2025.00.00</a:t>
            </a:r>
            <a:endParaRPr kumimoji="1" lang="ja-JP" altLang="en-US"/>
          </a:p>
        </p:txBody>
      </p:sp>
      <p:sp>
        <p:nvSpPr>
          <p:cNvPr id="12" name="テキスト ボックス 11">
            <a:extLst>
              <a:ext uri="{FF2B5EF4-FFF2-40B4-BE49-F238E27FC236}">
                <a16:creationId xmlns:a16="http://schemas.microsoft.com/office/drawing/2014/main" id="{082661CB-EE5F-B571-56B1-2E70F6825885}"/>
              </a:ext>
            </a:extLst>
          </p:cNvPr>
          <p:cNvSpPr txBox="1"/>
          <p:nvPr userDrawn="1"/>
        </p:nvSpPr>
        <p:spPr>
          <a:xfrm>
            <a:off x="8245784" y="5309166"/>
            <a:ext cx="3286716" cy="403224"/>
          </a:xfrm>
          <a:prstGeom prst="rect">
            <a:avLst/>
          </a:prstGeom>
        </p:spPr>
        <p:txBody>
          <a:bodyPr wrap="none" rtlCol="0">
            <a:noAutofit/>
          </a:bodyPr>
          <a:lstStyle/>
          <a:p>
            <a:pPr marL="0" marR="0" lvl="0" indent="0" algn="r" defTabSz="914400" rtl="0" eaLnBrk="1" fontAlgn="auto" latinLnBrk="0" hangingPunct="1">
              <a:lnSpc>
                <a:spcPct val="110000"/>
              </a:lnSpc>
              <a:spcBef>
                <a:spcPts val="0"/>
              </a:spcBef>
              <a:spcAft>
                <a:spcPts val="0"/>
              </a:spcAft>
              <a:buClrTx/>
              <a:buSzTx/>
              <a:buFont typeface="Arial" panose="020B0604020202020204" pitchFamily="34" charset="0"/>
              <a:buNone/>
              <a:tabLst/>
              <a:defRPr/>
            </a:pPr>
            <a:endParaRPr lang="en-US" altLang="ja-JP" sz="2800" b="1" i="0" dirty="0">
              <a:solidFill>
                <a:schemeClr val="bg1"/>
              </a:solidFill>
              <a:latin typeface="Arial" panose="020B0604020202020204" pitchFamily="34" charset="0"/>
            </a:endParaRPr>
          </a:p>
        </p:txBody>
      </p:sp>
      <p:sp>
        <p:nvSpPr>
          <p:cNvPr id="10" name="テキスト ボックス 9">
            <a:extLst>
              <a:ext uri="{FF2B5EF4-FFF2-40B4-BE49-F238E27FC236}">
                <a16:creationId xmlns:a16="http://schemas.microsoft.com/office/drawing/2014/main" id="{AB647031-A278-26B2-8560-1CF7D3531AA1}"/>
              </a:ext>
            </a:extLst>
          </p:cNvPr>
          <p:cNvSpPr txBox="1"/>
          <p:nvPr userDrawn="1"/>
        </p:nvSpPr>
        <p:spPr>
          <a:xfrm>
            <a:off x="5232400" y="5555116"/>
            <a:ext cx="6197600" cy="646331"/>
          </a:xfrm>
          <a:prstGeom prst="rect">
            <a:avLst/>
          </a:prstGeom>
          <a:noFill/>
        </p:spPr>
        <p:txBody>
          <a:bodyPr wrap="square">
            <a:spAutoFit/>
          </a:bodyPr>
          <a:lstStyle/>
          <a:p>
            <a:pPr algn="r"/>
            <a:r>
              <a:rPr lang="ja-JP" altLang="en-US" sz="1800">
                <a:solidFill>
                  <a:schemeClr val="bg1"/>
                </a:solidFill>
              </a:rPr>
              <a:t>アプリケーション開発テクノロジー</a:t>
            </a:r>
            <a:r>
              <a:rPr lang="en-US" altLang="ja-JP" sz="1800" dirty="0">
                <a:solidFill>
                  <a:schemeClr val="bg1"/>
                </a:solidFill>
              </a:rPr>
              <a:t>G</a:t>
            </a:r>
          </a:p>
          <a:p>
            <a:pPr algn="r"/>
            <a:r>
              <a:rPr lang="ja-JP" altLang="en-US" sz="1800">
                <a:solidFill>
                  <a:schemeClr val="bg1"/>
                </a:solidFill>
              </a:rPr>
              <a:t>マイグレチーム</a:t>
            </a:r>
            <a:endParaRPr lang="ja-JP" altLang="en-US" sz="1800" dirty="0">
              <a:solidFill>
                <a:schemeClr val="bg1"/>
              </a:solidFill>
            </a:endParaRPr>
          </a:p>
        </p:txBody>
      </p:sp>
    </p:spTree>
    <p:extLst>
      <p:ext uri="{BB962C8B-B14F-4D97-AF65-F5344CB8AC3E}">
        <p14:creationId xmlns:p14="http://schemas.microsoft.com/office/powerpoint/2010/main" val="6598181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f.有_表紙_白">
    <p:spTree>
      <p:nvGrpSpPr>
        <p:cNvPr id="1" name=""/>
        <p:cNvGrpSpPr/>
        <p:nvPr/>
      </p:nvGrpSpPr>
      <p:grpSpPr>
        <a:xfrm>
          <a:off x="0" y="0"/>
          <a:ext cx="0" cy="0"/>
          <a:chOff x="0" y="0"/>
          <a:chExt cx="0" cy="0"/>
        </a:xfrm>
      </p:grpSpPr>
      <p:pic>
        <p:nvPicPr>
          <p:cNvPr id="19" name="図 18" descr="背景パターン  AI 生成コンテンツは誤りを含む可能性があります。">
            <a:extLst>
              <a:ext uri="{FF2B5EF4-FFF2-40B4-BE49-F238E27FC236}">
                <a16:creationId xmlns:a16="http://schemas.microsoft.com/office/drawing/2014/main" id="{4F687D4F-47C7-400C-358D-9161F0582F2B}"/>
              </a:ext>
            </a:extLst>
          </p:cNvPr>
          <p:cNvPicPr>
            <a:picLocks noChangeAspect="1"/>
          </p:cNvPicPr>
          <p:nvPr userDrawn="1"/>
        </p:nvPicPr>
        <p:blipFill>
          <a:blip r:embed="rId2"/>
          <a:srcRect r="-261"/>
          <a:stretch>
            <a:fillRect/>
          </a:stretch>
        </p:blipFill>
        <p:spPr>
          <a:xfrm>
            <a:off x="-69791" y="-20036"/>
            <a:ext cx="12331581" cy="6898071"/>
          </a:xfrm>
          <a:prstGeom prst="rect">
            <a:avLst/>
          </a:prstGeom>
        </p:spPr>
      </p:pic>
      <p:sp>
        <p:nvSpPr>
          <p:cNvPr id="6" name="タイトル 5">
            <a:extLst>
              <a:ext uri="{FF2B5EF4-FFF2-40B4-BE49-F238E27FC236}">
                <a16:creationId xmlns:a16="http://schemas.microsoft.com/office/drawing/2014/main" id="{147FEC81-254D-7AAF-4919-2A74B3A7FD03}"/>
              </a:ext>
            </a:extLst>
          </p:cNvPr>
          <p:cNvSpPr>
            <a:spLocks noGrp="1"/>
          </p:cNvSpPr>
          <p:nvPr>
            <p:ph type="title"/>
          </p:nvPr>
        </p:nvSpPr>
        <p:spPr>
          <a:xfrm>
            <a:off x="770965" y="2614947"/>
            <a:ext cx="10659036" cy="792319"/>
          </a:xfrm>
          <a:prstGeom prst="rect">
            <a:avLst/>
          </a:prstGeom>
        </p:spPr>
        <p:txBody>
          <a:bodyPr lIns="0" tIns="108000" rIns="0" bIns="0" anchor="ctr">
            <a:spAutoFit/>
          </a:bodyPr>
          <a:lstStyle>
            <a:lvl1pPr>
              <a:defRPr sz="4800" baseline="0">
                <a:solidFill>
                  <a:schemeClr val="tx1"/>
                </a:solidFill>
                <a:latin typeface="Arial" panose="020B0604020202020204" pitchFamily="34" charset="0"/>
              </a:defRPr>
            </a:lvl1pPr>
          </a:lstStyle>
          <a:p>
            <a:r>
              <a:rPr kumimoji="1" lang="ja-JP" altLang="en-US"/>
              <a:t>マスター タイトルの書式設定</a:t>
            </a:r>
          </a:p>
        </p:txBody>
      </p:sp>
      <p:sp>
        <p:nvSpPr>
          <p:cNvPr id="12" name="テキスト プレースホルダー 11">
            <a:extLst>
              <a:ext uri="{FF2B5EF4-FFF2-40B4-BE49-F238E27FC236}">
                <a16:creationId xmlns:a16="http://schemas.microsoft.com/office/drawing/2014/main" id="{DA7B772B-7318-C484-7434-EA3DA5A69488}"/>
              </a:ext>
            </a:extLst>
          </p:cNvPr>
          <p:cNvSpPr>
            <a:spLocks noGrp="1"/>
          </p:cNvSpPr>
          <p:nvPr>
            <p:ph type="body" sz="quarter" idx="10" hasCustomPrompt="1"/>
          </p:nvPr>
        </p:nvSpPr>
        <p:spPr>
          <a:xfrm>
            <a:off x="770965" y="1805830"/>
            <a:ext cx="10659035" cy="565146"/>
          </a:xfrm>
          <a:prstGeom prst="rect">
            <a:avLst/>
          </a:prstGeom>
        </p:spPr>
        <p:txBody>
          <a:bodyPr wrap="square" lIns="0" tIns="72000" rIns="0" bIns="0" anchor="ctr">
            <a:spAutoFit/>
          </a:bodyPr>
          <a:lstStyle>
            <a:lvl1pPr marL="0" indent="0" algn="l">
              <a:lnSpc>
                <a:spcPct val="100000"/>
              </a:lnSpc>
              <a:spcBef>
                <a:spcPts val="0"/>
              </a:spcBef>
              <a:buFontTx/>
              <a:buNone/>
              <a:defRPr sz="3200" b="1" i="0" baseline="0">
                <a:solidFill>
                  <a:schemeClr val="tx1"/>
                </a:solidFill>
                <a:latin typeface="Arial" panose="020B0604020202020204" pitchFamily="34" charset="0"/>
                <a:ea typeface="Meiryo" panose="020B0604030504040204" pitchFamily="34" charset="-128"/>
              </a:defRPr>
            </a:lvl1pPr>
            <a:lvl2pPr indent="0">
              <a:lnSpc>
                <a:spcPct val="100000"/>
              </a:lnSpc>
              <a:buFontTx/>
              <a:buNone/>
              <a:defRPr/>
            </a:lvl2pPr>
            <a:lvl3pPr indent="0">
              <a:lnSpc>
                <a:spcPct val="100000"/>
              </a:lnSpc>
              <a:buFontTx/>
              <a:buNone/>
              <a:defRPr/>
            </a:lvl3pPr>
            <a:lvl4pPr indent="0">
              <a:lnSpc>
                <a:spcPct val="100000"/>
              </a:lnSpc>
              <a:buFontTx/>
              <a:buNone/>
              <a:defRPr/>
            </a:lvl4pPr>
            <a:lvl5pPr indent="0">
              <a:lnSpc>
                <a:spcPct val="100000"/>
              </a:lnSpc>
              <a:buFontTx/>
              <a:buNone/>
              <a:defRPr/>
            </a:lvl5pPr>
          </a:lstStyle>
          <a:p>
            <a:pPr lvl="0"/>
            <a:r>
              <a:rPr kumimoji="1" lang="ja-JP" altLang="en-US"/>
              <a:t>顧客のお名前</a:t>
            </a:r>
          </a:p>
        </p:txBody>
      </p:sp>
      <p:sp>
        <p:nvSpPr>
          <p:cNvPr id="4" name="テキスト ボックス 3">
            <a:extLst>
              <a:ext uri="{FF2B5EF4-FFF2-40B4-BE49-F238E27FC236}">
                <a16:creationId xmlns:a16="http://schemas.microsoft.com/office/drawing/2014/main" id="{D9570138-B5E4-5B90-0365-63FBB4128CFF}"/>
              </a:ext>
            </a:extLst>
          </p:cNvPr>
          <p:cNvSpPr txBox="1"/>
          <p:nvPr userDrawn="1"/>
        </p:nvSpPr>
        <p:spPr>
          <a:xfrm>
            <a:off x="-396240" y="2194560"/>
            <a:ext cx="0" cy="0"/>
          </a:xfrm>
          <a:prstGeom prst="rect">
            <a:avLst/>
          </a:prstGeom>
        </p:spPr>
        <p:txBody>
          <a:bodyPr wrap="none" rtlCol="0">
            <a:noAutofit/>
          </a:bodyPr>
          <a:lstStyle/>
          <a:p>
            <a:pPr marL="0" indent="0" algn="l">
              <a:lnSpc>
                <a:spcPct val="110000"/>
              </a:lnSpc>
              <a:spcBef>
                <a:spcPts val="0"/>
              </a:spcBef>
              <a:buFont typeface="Arial" panose="020B0604020202020204" pitchFamily="34" charset="0"/>
              <a:buNone/>
            </a:pPr>
            <a:endParaRPr kumimoji="1" lang="ja-JP" altLang="en-US" sz="1800" b="0" i="0">
              <a:latin typeface="Arial" panose="020B0604020202020204" pitchFamily="34" charset="0"/>
            </a:endParaRPr>
          </a:p>
        </p:txBody>
      </p:sp>
      <p:grpSp>
        <p:nvGrpSpPr>
          <p:cNvPr id="2" name="グラフィックス 19">
            <a:extLst>
              <a:ext uri="{FF2B5EF4-FFF2-40B4-BE49-F238E27FC236}">
                <a16:creationId xmlns:a16="http://schemas.microsoft.com/office/drawing/2014/main" id="{5844D92E-A933-D26A-CB5D-C56A22BE5C07}"/>
              </a:ext>
            </a:extLst>
          </p:cNvPr>
          <p:cNvGrpSpPr>
            <a:grpSpLocks noChangeAspect="1"/>
          </p:cNvGrpSpPr>
          <p:nvPr userDrawn="1"/>
        </p:nvGrpSpPr>
        <p:grpSpPr>
          <a:xfrm>
            <a:off x="10261706" y="395037"/>
            <a:ext cx="1595332" cy="468000"/>
            <a:chOff x="2798085" y="-4814712"/>
            <a:chExt cx="1375400" cy="403482"/>
          </a:xfrm>
        </p:grpSpPr>
        <p:sp>
          <p:nvSpPr>
            <p:cNvPr id="7" name="フリーフォーム 6">
              <a:extLst>
                <a:ext uri="{FF2B5EF4-FFF2-40B4-BE49-F238E27FC236}">
                  <a16:creationId xmlns:a16="http://schemas.microsoft.com/office/drawing/2014/main" id="{F4F03E18-2EDF-A55F-2AF7-BA0E82BB0170}"/>
                </a:ext>
              </a:extLst>
            </p:cNvPr>
            <p:cNvSpPr/>
            <p:nvPr/>
          </p:nvSpPr>
          <p:spPr>
            <a:xfrm>
              <a:off x="2798085" y="-4633745"/>
              <a:ext cx="1375400" cy="222515"/>
            </a:xfrm>
            <a:custGeom>
              <a:avLst/>
              <a:gdLst>
                <a:gd name="connsiteX0" fmla="*/ 587084 w 1375400"/>
                <a:gd name="connsiteY0" fmla="*/ 923 h 222515"/>
                <a:gd name="connsiteX1" fmla="*/ 557545 w 1375400"/>
                <a:gd name="connsiteY1" fmla="*/ 93253 h 222515"/>
                <a:gd name="connsiteX2" fmla="*/ 426467 w 1375400"/>
                <a:gd name="connsiteY2" fmla="*/ 93253 h 222515"/>
                <a:gd name="connsiteX3" fmla="*/ 456005 w 1375400"/>
                <a:gd name="connsiteY3" fmla="*/ 923 h 222515"/>
                <a:gd name="connsiteX4" fmla="*/ 174464 w 1375400"/>
                <a:gd name="connsiteY4" fmla="*/ 923 h 222515"/>
                <a:gd name="connsiteX5" fmla="*/ 40616 w 1375400"/>
                <a:gd name="connsiteY5" fmla="*/ 69248 h 222515"/>
                <a:gd name="connsiteX6" fmla="*/ 130155 w 1375400"/>
                <a:gd name="connsiteY6" fmla="*/ 131109 h 222515"/>
                <a:gd name="connsiteX7" fmla="*/ 169848 w 1375400"/>
                <a:gd name="connsiteY7" fmla="*/ 131109 h 222515"/>
                <a:gd name="connsiteX8" fmla="*/ 213233 w 1375400"/>
                <a:gd name="connsiteY8" fmla="*/ 158808 h 222515"/>
                <a:gd name="connsiteX9" fmla="*/ 155079 w 1375400"/>
                <a:gd name="connsiteY9" fmla="*/ 184660 h 222515"/>
                <a:gd name="connsiteX10" fmla="*/ 12000 w 1375400"/>
                <a:gd name="connsiteY10" fmla="*/ 184660 h 222515"/>
                <a:gd name="connsiteX11" fmla="*/ 0 w 1375400"/>
                <a:gd name="connsiteY11" fmla="*/ 222516 h 222515"/>
                <a:gd name="connsiteX12" fmla="*/ 167079 w 1375400"/>
                <a:gd name="connsiteY12" fmla="*/ 222516 h 222515"/>
                <a:gd name="connsiteX13" fmla="*/ 300927 w 1375400"/>
                <a:gd name="connsiteY13" fmla="*/ 155115 h 222515"/>
                <a:gd name="connsiteX14" fmla="*/ 210464 w 1375400"/>
                <a:gd name="connsiteY14" fmla="*/ 92330 h 222515"/>
                <a:gd name="connsiteX15" fmla="*/ 172617 w 1375400"/>
                <a:gd name="connsiteY15" fmla="*/ 92330 h 222515"/>
                <a:gd name="connsiteX16" fmla="*/ 129232 w 1375400"/>
                <a:gd name="connsiteY16" fmla="*/ 64631 h 222515"/>
                <a:gd name="connsiteX17" fmla="*/ 187387 w 1375400"/>
                <a:gd name="connsiteY17" fmla="*/ 39702 h 222515"/>
                <a:gd name="connsiteX18" fmla="*/ 365543 w 1375400"/>
                <a:gd name="connsiteY18" fmla="*/ 39702 h 222515"/>
                <a:gd name="connsiteX19" fmla="*/ 307388 w 1375400"/>
                <a:gd name="connsiteY19" fmla="*/ 222516 h 222515"/>
                <a:gd name="connsiteX20" fmla="*/ 385851 w 1375400"/>
                <a:gd name="connsiteY20" fmla="*/ 222516 h 222515"/>
                <a:gd name="connsiteX21" fmla="*/ 415390 w 1375400"/>
                <a:gd name="connsiteY21" fmla="*/ 131109 h 222515"/>
                <a:gd name="connsiteX22" fmla="*/ 544622 w 1375400"/>
                <a:gd name="connsiteY22" fmla="*/ 131109 h 222515"/>
                <a:gd name="connsiteX23" fmla="*/ 516006 w 1375400"/>
                <a:gd name="connsiteY23" fmla="*/ 221592 h 222515"/>
                <a:gd name="connsiteX24" fmla="*/ 594469 w 1375400"/>
                <a:gd name="connsiteY24" fmla="*/ 221592 h 222515"/>
                <a:gd name="connsiteX25" fmla="*/ 665546 w 1375400"/>
                <a:gd name="connsiteY25" fmla="*/ 0 h 222515"/>
                <a:gd name="connsiteX26" fmla="*/ 587084 w 1375400"/>
                <a:gd name="connsiteY26" fmla="*/ 923 h 222515"/>
                <a:gd name="connsiteX27" fmla="*/ 701547 w 1375400"/>
                <a:gd name="connsiteY27" fmla="*/ 923 h 222515"/>
                <a:gd name="connsiteX28" fmla="*/ 630469 w 1375400"/>
                <a:gd name="connsiteY28" fmla="*/ 222516 h 222515"/>
                <a:gd name="connsiteX29" fmla="*/ 708932 w 1375400"/>
                <a:gd name="connsiteY29" fmla="*/ 222516 h 222515"/>
                <a:gd name="connsiteX30" fmla="*/ 780009 w 1375400"/>
                <a:gd name="connsiteY30" fmla="*/ 923 h 222515"/>
                <a:gd name="connsiteX31" fmla="*/ 701547 w 1375400"/>
                <a:gd name="connsiteY31" fmla="*/ 923 h 222515"/>
                <a:gd name="connsiteX32" fmla="*/ 959088 w 1375400"/>
                <a:gd name="connsiteY32" fmla="*/ 923 h 222515"/>
                <a:gd name="connsiteX33" fmla="*/ 780009 w 1375400"/>
                <a:gd name="connsiteY33" fmla="*/ 114489 h 222515"/>
                <a:gd name="connsiteX34" fmla="*/ 745855 w 1375400"/>
                <a:gd name="connsiteY34" fmla="*/ 222516 h 222515"/>
                <a:gd name="connsiteX35" fmla="*/ 825241 w 1375400"/>
                <a:gd name="connsiteY35" fmla="*/ 222516 h 222515"/>
                <a:gd name="connsiteX36" fmla="*/ 854779 w 1375400"/>
                <a:gd name="connsiteY36" fmla="*/ 131109 h 222515"/>
                <a:gd name="connsiteX37" fmla="*/ 1049551 w 1375400"/>
                <a:gd name="connsiteY37" fmla="*/ 131109 h 222515"/>
                <a:gd name="connsiteX38" fmla="*/ 1061551 w 1375400"/>
                <a:gd name="connsiteY38" fmla="*/ 92330 h 222515"/>
                <a:gd name="connsiteX39" fmla="*/ 869549 w 1375400"/>
                <a:gd name="connsiteY39" fmla="*/ 92330 h 222515"/>
                <a:gd name="connsiteX40" fmla="*/ 952627 w 1375400"/>
                <a:gd name="connsiteY40" fmla="*/ 39702 h 222515"/>
                <a:gd name="connsiteX41" fmla="*/ 1181553 w 1375400"/>
                <a:gd name="connsiteY41" fmla="*/ 39702 h 222515"/>
                <a:gd name="connsiteX42" fmla="*/ 1123398 w 1375400"/>
                <a:gd name="connsiteY42" fmla="*/ 222516 h 222515"/>
                <a:gd name="connsiteX43" fmla="*/ 1201860 w 1375400"/>
                <a:gd name="connsiteY43" fmla="*/ 222516 h 222515"/>
                <a:gd name="connsiteX44" fmla="*/ 1260015 w 1375400"/>
                <a:gd name="connsiteY44" fmla="*/ 39702 h 222515"/>
                <a:gd name="connsiteX45" fmla="*/ 1363401 w 1375400"/>
                <a:gd name="connsiteY45" fmla="*/ 39702 h 222515"/>
                <a:gd name="connsiteX46" fmla="*/ 1375401 w 1375400"/>
                <a:gd name="connsiteY46" fmla="*/ 923 h 222515"/>
                <a:gd name="connsiteX47" fmla="*/ 959088 w 1375400"/>
                <a:gd name="connsiteY47" fmla="*/ 923 h 222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375400" h="222515">
                  <a:moveTo>
                    <a:pt x="587084" y="923"/>
                  </a:moveTo>
                  <a:lnTo>
                    <a:pt x="557545" y="93253"/>
                  </a:lnTo>
                  <a:lnTo>
                    <a:pt x="426467" y="93253"/>
                  </a:lnTo>
                  <a:lnTo>
                    <a:pt x="456005" y="923"/>
                  </a:lnTo>
                  <a:lnTo>
                    <a:pt x="174464" y="923"/>
                  </a:lnTo>
                  <a:cubicBezTo>
                    <a:pt x="173541" y="923"/>
                    <a:pt x="60924" y="5540"/>
                    <a:pt x="40616" y="69248"/>
                  </a:cubicBezTo>
                  <a:cubicBezTo>
                    <a:pt x="24000" y="121876"/>
                    <a:pt x="99694" y="131109"/>
                    <a:pt x="130155" y="131109"/>
                  </a:cubicBezTo>
                  <a:lnTo>
                    <a:pt x="169848" y="131109"/>
                  </a:lnTo>
                  <a:cubicBezTo>
                    <a:pt x="182771" y="131109"/>
                    <a:pt x="221541" y="134802"/>
                    <a:pt x="213233" y="158808"/>
                  </a:cubicBezTo>
                  <a:cubicBezTo>
                    <a:pt x="204926" y="182814"/>
                    <a:pt x="159694" y="184660"/>
                    <a:pt x="155079" y="184660"/>
                  </a:cubicBezTo>
                  <a:lnTo>
                    <a:pt x="12000" y="184660"/>
                  </a:lnTo>
                  <a:lnTo>
                    <a:pt x="0" y="222516"/>
                  </a:lnTo>
                  <a:lnTo>
                    <a:pt x="167079" y="222516"/>
                  </a:lnTo>
                  <a:cubicBezTo>
                    <a:pt x="168002" y="222516"/>
                    <a:pt x="280619" y="217899"/>
                    <a:pt x="300927" y="155115"/>
                  </a:cubicBezTo>
                  <a:cubicBezTo>
                    <a:pt x="317542" y="102486"/>
                    <a:pt x="241849" y="92330"/>
                    <a:pt x="210464" y="92330"/>
                  </a:cubicBezTo>
                  <a:lnTo>
                    <a:pt x="172617" y="92330"/>
                  </a:lnTo>
                  <a:cubicBezTo>
                    <a:pt x="158771" y="92330"/>
                    <a:pt x="120925" y="88637"/>
                    <a:pt x="129232" y="64631"/>
                  </a:cubicBezTo>
                  <a:cubicBezTo>
                    <a:pt x="137540" y="40625"/>
                    <a:pt x="182771" y="39702"/>
                    <a:pt x="187387" y="39702"/>
                  </a:cubicBezTo>
                  <a:lnTo>
                    <a:pt x="365543" y="39702"/>
                  </a:lnTo>
                  <a:lnTo>
                    <a:pt x="307388" y="222516"/>
                  </a:lnTo>
                  <a:lnTo>
                    <a:pt x="385851" y="222516"/>
                  </a:lnTo>
                  <a:lnTo>
                    <a:pt x="415390" y="131109"/>
                  </a:lnTo>
                  <a:lnTo>
                    <a:pt x="544622" y="131109"/>
                  </a:lnTo>
                  <a:lnTo>
                    <a:pt x="516006" y="221592"/>
                  </a:lnTo>
                  <a:lnTo>
                    <a:pt x="594469" y="221592"/>
                  </a:lnTo>
                  <a:lnTo>
                    <a:pt x="665546" y="0"/>
                  </a:lnTo>
                  <a:lnTo>
                    <a:pt x="587084" y="923"/>
                  </a:lnTo>
                  <a:close/>
                  <a:moveTo>
                    <a:pt x="701547" y="923"/>
                  </a:moveTo>
                  <a:lnTo>
                    <a:pt x="630469" y="222516"/>
                  </a:lnTo>
                  <a:lnTo>
                    <a:pt x="708932" y="222516"/>
                  </a:lnTo>
                  <a:lnTo>
                    <a:pt x="780009" y="923"/>
                  </a:lnTo>
                  <a:lnTo>
                    <a:pt x="701547" y="923"/>
                  </a:lnTo>
                  <a:close/>
                  <a:moveTo>
                    <a:pt x="959088" y="923"/>
                  </a:moveTo>
                  <a:cubicBezTo>
                    <a:pt x="958165" y="923"/>
                    <a:pt x="816010" y="2770"/>
                    <a:pt x="780009" y="114489"/>
                  </a:cubicBezTo>
                  <a:cubicBezTo>
                    <a:pt x="780009" y="114489"/>
                    <a:pt x="753240" y="199433"/>
                    <a:pt x="745855" y="222516"/>
                  </a:cubicBezTo>
                  <a:lnTo>
                    <a:pt x="825241" y="222516"/>
                  </a:lnTo>
                  <a:lnTo>
                    <a:pt x="854779" y="131109"/>
                  </a:lnTo>
                  <a:lnTo>
                    <a:pt x="1049551" y="131109"/>
                  </a:lnTo>
                  <a:lnTo>
                    <a:pt x="1061551" y="92330"/>
                  </a:lnTo>
                  <a:lnTo>
                    <a:pt x="869549" y="92330"/>
                  </a:lnTo>
                  <a:cubicBezTo>
                    <a:pt x="888934" y="60938"/>
                    <a:pt x="917549" y="39702"/>
                    <a:pt x="952627" y="39702"/>
                  </a:cubicBezTo>
                  <a:lnTo>
                    <a:pt x="1181553" y="39702"/>
                  </a:lnTo>
                  <a:lnTo>
                    <a:pt x="1123398" y="222516"/>
                  </a:lnTo>
                  <a:lnTo>
                    <a:pt x="1201860" y="222516"/>
                  </a:lnTo>
                  <a:lnTo>
                    <a:pt x="1260015" y="39702"/>
                  </a:lnTo>
                  <a:lnTo>
                    <a:pt x="1363401" y="39702"/>
                  </a:lnTo>
                  <a:lnTo>
                    <a:pt x="1375401" y="923"/>
                  </a:lnTo>
                  <a:lnTo>
                    <a:pt x="959088" y="923"/>
                  </a:lnTo>
                  <a:close/>
                </a:path>
              </a:pathLst>
            </a:custGeom>
            <a:solidFill>
              <a:srgbClr val="D70027"/>
            </a:solidFill>
            <a:ln w="9231" cap="flat">
              <a:noFill/>
              <a:prstDash val="solid"/>
              <a:miter/>
            </a:ln>
          </p:spPr>
          <p:txBody>
            <a:bodyPr rtlCol="0" anchor="ctr"/>
            <a:lstStyle/>
            <a:p>
              <a:endParaRPr lang="ja-JP" altLang="en-US" b="0" i="0">
                <a:latin typeface="Arial" panose="020B0604020202020204" pitchFamily="34" charset="0"/>
              </a:endParaRPr>
            </a:p>
          </p:txBody>
        </p:sp>
        <p:sp>
          <p:nvSpPr>
            <p:cNvPr id="9" name="フリーフォーム 8">
              <a:extLst>
                <a:ext uri="{FF2B5EF4-FFF2-40B4-BE49-F238E27FC236}">
                  <a16:creationId xmlns:a16="http://schemas.microsoft.com/office/drawing/2014/main" id="{57510DC5-8E49-D663-59FC-2CE7402C8394}"/>
                </a:ext>
              </a:extLst>
            </p:cNvPr>
            <p:cNvSpPr/>
            <p:nvPr/>
          </p:nvSpPr>
          <p:spPr>
            <a:xfrm>
              <a:off x="2829470" y="-4814712"/>
              <a:ext cx="1275707" cy="79404"/>
            </a:xfrm>
            <a:custGeom>
              <a:avLst/>
              <a:gdLst>
                <a:gd name="connsiteX0" fmla="*/ 73847 w 1275707"/>
                <a:gd name="connsiteY0" fmla="*/ 33239 h 79404"/>
                <a:gd name="connsiteX1" fmla="*/ 36924 w 1275707"/>
                <a:gd name="connsiteY1" fmla="*/ 57245 h 79404"/>
                <a:gd name="connsiteX2" fmla="*/ 60924 w 1275707"/>
                <a:gd name="connsiteY2" fmla="*/ 67401 h 79404"/>
                <a:gd name="connsiteX3" fmla="*/ 57231 w 1275707"/>
                <a:gd name="connsiteY3" fmla="*/ 77557 h 79404"/>
                <a:gd name="connsiteX4" fmla="*/ 24923 w 1275707"/>
                <a:gd name="connsiteY4" fmla="*/ 58168 h 79404"/>
                <a:gd name="connsiteX5" fmla="*/ 36000 w 1275707"/>
                <a:gd name="connsiteY5" fmla="*/ 38779 h 79404"/>
                <a:gd name="connsiteX6" fmla="*/ 2769 w 1275707"/>
                <a:gd name="connsiteY6" fmla="*/ 46165 h 79404"/>
                <a:gd name="connsiteX7" fmla="*/ 0 w 1275707"/>
                <a:gd name="connsiteY7" fmla="*/ 33239 h 79404"/>
                <a:gd name="connsiteX8" fmla="*/ 20308 w 1275707"/>
                <a:gd name="connsiteY8" fmla="*/ 31392 h 79404"/>
                <a:gd name="connsiteX9" fmla="*/ 35077 w 1275707"/>
                <a:gd name="connsiteY9" fmla="*/ 18466 h 79404"/>
                <a:gd name="connsiteX10" fmla="*/ 38770 w 1275707"/>
                <a:gd name="connsiteY10" fmla="*/ 14773 h 79404"/>
                <a:gd name="connsiteX11" fmla="*/ 15693 w 1275707"/>
                <a:gd name="connsiteY11" fmla="*/ 16619 h 79404"/>
                <a:gd name="connsiteX12" fmla="*/ 14769 w 1275707"/>
                <a:gd name="connsiteY12" fmla="*/ 4617 h 79404"/>
                <a:gd name="connsiteX13" fmla="*/ 24000 w 1275707"/>
                <a:gd name="connsiteY13" fmla="*/ 4617 h 79404"/>
                <a:gd name="connsiteX14" fmla="*/ 50770 w 1275707"/>
                <a:gd name="connsiteY14" fmla="*/ 2770 h 79404"/>
                <a:gd name="connsiteX15" fmla="*/ 58155 w 1275707"/>
                <a:gd name="connsiteY15" fmla="*/ 923 h 79404"/>
                <a:gd name="connsiteX16" fmla="*/ 62770 w 1275707"/>
                <a:gd name="connsiteY16" fmla="*/ 7386 h 79404"/>
                <a:gd name="connsiteX17" fmla="*/ 36924 w 1275707"/>
                <a:gd name="connsiteY17" fmla="*/ 29546 h 79404"/>
                <a:gd name="connsiteX18" fmla="*/ 72924 w 1275707"/>
                <a:gd name="connsiteY18" fmla="*/ 23083 h 79404"/>
                <a:gd name="connsiteX19" fmla="*/ 73847 w 1275707"/>
                <a:gd name="connsiteY19" fmla="*/ 33239 h 79404"/>
                <a:gd name="connsiteX20" fmla="*/ 176310 w 1275707"/>
                <a:gd name="connsiteY20" fmla="*/ 64631 h 79404"/>
                <a:gd name="connsiteX21" fmla="*/ 201233 w 1275707"/>
                <a:gd name="connsiteY21" fmla="*/ 36932 h 79404"/>
                <a:gd name="connsiteX22" fmla="*/ 180002 w 1275707"/>
                <a:gd name="connsiteY22" fmla="*/ 14773 h 79404"/>
                <a:gd name="connsiteX23" fmla="*/ 156002 w 1275707"/>
                <a:gd name="connsiteY23" fmla="*/ 68324 h 79404"/>
                <a:gd name="connsiteX24" fmla="*/ 138463 w 1275707"/>
                <a:gd name="connsiteY24" fmla="*/ 42472 h 79404"/>
                <a:gd name="connsiteX25" fmla="*/ 178156 w 1275707"/>
                <a:gd name="connsiteY25" fmla="*/ 3693 h 79404"/>
                <a:gd name="connsiteX26" fmla="*/ 212310 w 1275707"/>
                <a:gd name="connsiteY26" fmla="*/ 36009 h 79404"/>
                <a:gd name="connsiteX27" fmla="*/ 202156 w 1275707"/>
                <a:gd name="connsiteY27" fmla="*/ 61861 h 79404"/>
                <a:gd name="connsiteX28" fmla="*/ 183695 w 1275707"/>
                <a:gd name="connsiteY28" fmla="*/ 73864 h 79404"/>
                <a:gd name="connsiteX29" fmla="*/ 176310 w 1275707"/>
                <a:gd name="connsiteY29" fmla="*/ 64631 h 79404"/>
                <a:gd name="connsiteX30" fmla="*/ 149540 w 1275707"/>
                <a:gd name="connsiteY30" fmla="*/ 42472 h 79404"/>
                <a:gd name="connsiteX31" fmla="*/ 156002 w 1275707"/>
                <a:gd name="connsiteY31" fmla="*/ 55398 h 79404"/>
                <a:gd name="connsiteX32" fmla="*/ 162463 w 1275707"/>
                <a:gd name="connsiteY32" fmla="*/ 46165 h 79404"/>
                <a:gd name="connsiteX33" fmla="*/ 168925 w 1275707"/>
                <a:gd name="connsiteY33" fmla="*/ 16619 h 79404"/>
                <a:gd name="connsiteX34" fmla="*/ 149540 w 1275707"/>
                <a:gd name="connsiteY34" fmla="*/ 42472 h 79404"/>
                <a:gd name="connsiteX35" fmla="*/ 307388 w 1275707"/>
                <a:gd name="connsiteY35" fmla="*/ 14773 h 79404"/>
                <a:gd name="connsiteX36" fmla="*/ 307388 w 1275707"/>
                <a:gd name="connsiteY36" fmla="*/ 0 h 79404"/>
                <a:gd name="connsiteX37" fmla="*/ 318465 w 1275707"/>
                <a:gd name="connsiteY37" fmla="*/ 0 h 79404"/>
                <a:gd name="connsiteX38" fmla="*/ 320312 w 1275707"/>
                <a:gd name="connsiteY38" fmla="*/ 923 h 79404"/>
                <a:gd name="connsiteX39" fmla="*/ 317542 w 1275707"/>
                <a:gd name="connsiteY39" fmla="*/ 2770 h 79404"/>
                <a:gd name="connsiteX40" fmla="*/ 317542 w 1275707"/>
                <a:gd name="connsiteY40" fmla="*/ 14773 h 79404"/>
                <a:gd name="connsiteX41" fmla="*/ 329542 w 1275707"/>
                <a:gd name="connsiteY41" fmla="*/ 14773 h 79404"/>
                <a:gd name="connsiteX42" fmla="*/ 324004 w 1275707"/>
                <a:gd name="connsiteY42" fmla="*/ 12003 h 79404"/>
                <a:gd name="connsiteX43" fmla="*/ 330466 w 1275707"/>
                <a:gd name="connsiteY43" fmla="*/ 923 h 79404"/>
                <a:gd name="connsiteX44" fmla="*/ 340619 w 1275707"/>
                <a:gd name="connsiteY44" fmla="*/ 4617 h 79404"/>
                <a:gd name="connsiteX45" fmla="*/ 341543 w 1275707"/>
                <a:gd name="connsiteY45" fmla="*/ 5540 h 79404"/>
                <a:gd name="connsiteX46" fmla="*/ 338773 w 1275707"/>
                <a:gd name="connsiteY46" fmla="*/ 6463 h 79404"/>
                <a:gd name="connsiteX47" fmla="*/ 334158 w 1275707"/>
                <a:gd name="connsiteY47" fmla="*/ 14773 h 79404"/>
                <a:gd name="connsiteX48" fmla="*/ 349850 w 1275707"/>
                <a:gd name="connsiteY48" fmla="*/ 14773 h 79404"/>
                <a:gd name="connsiteX49" fmla="*/ 349850 w 1275707"/>
                <a:gd name="connsiteY49" fmla="*/ 33239 h 79404"/>
                <a:gd name="connsiteX50" fmla="*/ 339696 w 1275707"/>
                <a:gd name="connsiteY50" fmla="*/ 33239 h 79404"/>
                <a:gd name="connsiteX51" fmla="*/ 339696 w 1275707"/>
                <a:gd name="connsiteY51" fmla="*/ 22159 h 79404"/>
                <a:gd name="connsiteX52" fmla="*/ 287080 w 1275707"/>
                <a:gd name="connsiteY52" fmla="*/ 22159 h 79404"/>
                <a:gd name="connsiteX53" fmla="*/ 287080 w 1275707"/>
                <a:gd name="connsiteY53" fmla="*/ 33239 h 79404"/>
                <a:gd name="connsiteX54" fmla="*/ 276926 w 1275707"/>
                <a:gd name="connsiteY54" fmla="*/ 33239 h 79404"/>
                <a:gd name="connsiteX55" fmla="*/ 276926 w 1275707"/>
                <a:gd name="connsiteY55" fmla="*/ 14773 h 79404"/>
                <a:gd name="connsiteX56" fmla="*/ 291696 w 1275707"/>
                <a:gd name="connsiteY56" fmla="*/ 14773 h 79404"/>
                <a:gd name="connsiteX57" fmla="*/ 286157 w 1275707"/>
                <a:gd name="connsiteY57" fmla="*/ 5540 h 79404"/>
                <a:gd name="connsiteX58" fmla="*/ 294465 w 1275707"/>
                <a:gd name="connsiteY58" fmla="*/ 923 h 79404"/>
                <a:gd name="connsiteX59" fmla="*/ 301850 w 1275707"/>
                <a:gd name="connsiteY59" fmla="*/ 12003 h 79404"/>
                <a:gd name="connsiteX60" fmla="*/ 297234 w 1275707"/>
                <a:gd name="connsiteY60" fmla="*/ 14773 h 79404"/>
                <a:gd name="connsiteX61" fmla="*/ 307388 w 1275707"/>
                <a:gd name="connsiteY61" fmla="*/ 14773 h 79404"/>
                <a:gd name="connsiteX62" fmla="*/ 318465 w 1275707"/>
                <a:gd name="connsiteY62" fmla="*/ 47088 h 79404"/>
                <a:gd name="connsiteX63" fmla="*/ 342466 w 1275707"/>
                <a:gd name="connsiteY63" fmla="*/ 47088 h 79404"/>
                <a:gd name="connsiteX64" fmla="*/ 342466 w 1275707"/>
                <a:gd name="connsiteY64" fmla="*/ 65554 h 79404"/>
                <a:gd name="connsiteX65" fmla="*/ 337850 w 1275707"/>
                <a:gd name="connsiteY65" fmla="*/ 72941 h 79404"/>
                <a:gd name="connsiteX66" fmla="*/ 325850 w 1275707"/>
                <a:gd name="connsiteY66" fmla="*/ 74787 h 79404"/>
                <a:gd name="connsiteX67" fmla="*/ 322158 w 1275707"/>
                <a:gd name="connsiteY67" fmla="*/ 64631 h 79404"/>
                <a:gd name="connsiteX68" fmla="*/ 327696 w 1275707"/>
                <a:gd name="connsiteY68" fmla="*/ 65554 h 79404"/>
                <a:gd name="connsiteX69" fmla="*/ 331389 w 1275707"/>
                <a:gd name="connsiteY69" fmla="*/ 56321 h 79404"/>
                <a:gd name="connsiteX70" fmla="*/ 318465 w 1275707"/>
                <a:gd name="connsiteY70" fmla="*/ 56321 h 79404"/>
                <a:gd name="connsiteX71" fmla="*/ 318465 w 1275707"/>
                <a:gd name="connsiteY71" fmla="*/ 78481 h 79404"/>
                <a:gd name="connsiteX72" fmla="*/ 308311 w 1275707"/>
                <a:gd name="connsiteY72" fmla="*/ 78481 h 79404"/>
                <a:gd name="connsiteX73" fmla="*/ 308311 w 1275707"/>
                <a:gd name="connsiteY73" fmla="*/ 55398 h 79404"/>
                <a:gd name="connsiteX74" fmla="*/ 295388 w 1275707"/>
                <a:gd name="connsiteY74" fmla="*/ 55398 h 79404"/>
                <a:gd name="connsiteX75" fmla="*/ 295388 w 1275707"/>
                <a:gd name="connsiteY75" fmla="*/ 72941 h 79404"/>
                <a:gd name="connsiteX76" fmla="*/ 285234 w 1275707"/>
                <a:gd name="connsiteY76" fmla="*/ 72941 h 79404"/>
                <a:gd name="connsiteX77" fmla="*/ 285234 w 1275707"/>
                <a:gd name="connsiteY77" fmla="*/ 47088 h 79404"/>
                <a:gd name="connsiteX78" fmla="*/ 308311 w 1275707"/>
                <a:gd name="connsiteY78" fmla="*/ 47088 h 79404"/>
                <a:gd name="connsiteX79" fmla="*/ 308311 w 1275707"/>
                <a:gd name="connsiteY79" fmla="*/ 43395 h 79404"/>
                <a:gd name="connsiteX80" fmla="*/ 291696 w 1275707"/>
                <a:gd name="connsiteY80" fmla="*/ 43395 h 79404"/>
                <a:gd name="connsiteX81" fmla="*/ 291696 w 1275707"/>
                <a:gd name="connsiteY81" fmla="*/ 24929 h 79404"/>
                <a:gd name="connsiteX82" fmla="*/ 335081 w 1275707"/>
                <a:gd name="connsiteY82" fmla="*/ 24929 h 79404"/>
                <a:gd name="connsiteX83" fmla="*/ 335081 w 1275707"/>
                <a:gd name="connsiteY83" fmla="*/ 43395 h 79404"/>
                <a:gd name="connsiteX84" fmla="*/ 318465 w 1275707"/>
                <a:gd name="connsiteY84" fmla="*/ 43395 h 79404"/>
                <a:gd name="connsiteX85" fmla="*/ 318465 w 1275707"/>
                <a:gd name="connsiteY85" fmla="*/ 47088 h 79404"/>
                <a:gd name="connsiteX86" fmla="*/ 300927 w 1275707"/>
                <a:gd name="connsiteY86" fmla="*/ 32316 h 79404"/>
                <a:gd name="connsiteX87" fmla="*/ 300927 w 1275707"/>
                <a:gd name="connsiteY87" fmla="*/ 37855 h 79404"/>
                <a:gd name="connsiteX88" fmla="*/ 324927 w 1275707"/>
                <a:gd name="connsiteY88" fmla="*/ 37855 h 79404"/>
                <a:gd name="connsiteX89" fmla="*/ 324927 w 1275707"/>
                <a:gd name="connsiteY89" fmla="*/ 32316 h 79404"/>
                <a:gd name="connsiteX90" fmla="*/ 300927 w 1275707"/>
                <a:gd name="connsiteY90" fmla="*/ 32316 h 79404"/>
                <a:gd name="connsiteX91" fmla="*/ 444005 w 1275707"/>
                <a:gd name="connsiteY91" fmla="*/ 14773 h 79404"/>
                <a:gd name="connsiteX92" fmla="*/ 444005 w 1275707"/>
                <a:gd name="connsiteY92" fmla="*/ 22159 h 79404"/>
                <a:gd name="connsiteX93" fmla="*/ 417236 w 1275707"/>
                <a:gd name="connsiteY93" fmla="*/ 22159 h 79404"/>
                <a:gd name="connsiteX94" fmla="*/ 417236 w 1275707"/>
                <a:gd name="connsiteY94" fmla="*/ 14773 h 79404"/>
                <a:gd name="connsiteX95" fmla="*/ 444005 w 1275707"/>
                <a:gd name="connsiteY95" fmla="*/ 14773 h 79404"/>
                <a:gd name="connsiteX96" fmla="*/ 428313 w 1275707"/>
                <a:gd name="connsiteY96" fmla="*/ 73864 h 79404"/>
                <a:gd name="connsiteX97" fmla="*/ 428313 w 1275707"/>
                <a:gd name="connsiteY97" fmla="*/ 77557 h 79404"/>
                <a:gd name="connsiteX98" fmla="*/ 419082 w 1275707"/>
                <a:gd name="connsiteY98" fmla="*/ 77557 h 79404"/>
                <a:gd name="connsiteX99" fmla="*/ 419082 w 1275707"/>
                <a:gd name="connsiteY99" fmla="*/ 47088 h 79404"/>
                <a:gd name="connsiteX100" fmla="*/ 443082 w 1275707"/>
                <a:gd name="connsiteY100" fmla="*/ 47088 h 79404"/>
                <a:gd name="connsiteX101" fmla="*/ 443082 w 1275707"/>
                <a:gd name="connsiteY101" fmla="*/ 76634 h 79404"/>
                <a:gd name="connsiteX102" fmla="*/ 434774 w 1275707"/>
                <a:gd name="connsiteY102" fmla="*/ 76634 h 79404"/>
                <a:gd name="connsiteX103" fmla="*/ 434774 w 1275707"/>
                <a:gd name="connsiteY103" fmla="*/ 73864 h 79404"/>
                <a:gd name="connsiteX104" fmla="*/ 428313 w 1275707"/>
                <a:gd name="connsiteY104" fmla="*/ 73864 h 79404"/>
                <a:gd name="connsiteX105" fmla="*/ 441236 w 1275707"/>
                <a:gd name="connsiteY105" fmla="*/ 3693 h 79404"/>
                <a:gd name="connsiteX106" fmla="*/ 441236 w 1275707"/>
                <a:gd name="connsiteY106" fmla="*/ 11080 h 79404"/>
                <a:gd name="connsiteX107" fmla="*/ 420928 w 1275707"/>
                <a:gd name="connsiteY107" fmla="*/ 11080 h 79404"/>
                <a:gd name="connsiteX108" fmla="*/ 420928 w 1275707"/>
                <a:gd name="connsiteY108" fmla="*/ 3693 h 79404"/>
                <a:gd name="connsiteX109" fmla="*/ 441236 w 1275707"/>
                <a:gd name="connsiteY109" fmla="*/ 3693 h 79404"/>
                <a:gd name="connsiteX110" fmla="*/ 441236 w 1275707"/>
                <a:gd name="connsiteY110" fmla="*/ 25852 h 79404"/>
                <a:gd name="connsiteX111" fmla="*/ 441236 w 1275707"/>
                <a:gd name="connsiteY111" fmla="*/ 33239 h 79404"/>
                <a:gd name="connsiteX112" fmla="*/ 420928 w 1275707"/>
                <a:gd name="connsiteY112" fmla="*/ 33239 h 79404"/>
                <a:gd name="connsiteX113" fmla="*/ 420928 w 1275707"/>
                <a:gd name="connsiteY113" fmla="*/ 25852 h 79404"/>
                <a:gd name="connsiteX114" fmla="*/ 441236 w 1275707"/>
                <a:gd name="connsiteY114" fmla="*/ 25852 h 79404"/>
                <a:gd name="connsiteX115" fmla="*/ 441236 w 1275707"/>
                <a:gd name="connsiteY115" fmla="*/ 36932 h 79404"/>
                <a:gd name="connsiteX116" fmla="*/ 441236 w 1275707"/>
                <a:gd name="connsiteY116" fmla="*/ 44319 h 79404"/>
                <a:gd name="connsiteX117" fmla="*/ 420928 w 1275707"/>
                <a:gd name="connsiteY117" fmla="*/ 44319 h 79404"/>
                <a:gd name="connsiteX118" fmla="*/ 420928 w 1275707"/>
                <a:gd name="connsiteY118" fmla="*/ 36932 h 79404"/>
                <a:gd name="connsiteX119" fmla="*/ 441236 w 1275707"/>
                <a:gd name="connsiteY119" fmla="*/ 36932 h 79404"/>
                <a:gd name="connsiteX120" fmla="*/ 435698 w 1275707"/>
                <a:gd name="connsiteY120" fmla="*/ 65554 h 79404"/>
                <a:gd name="connsiteX121" fmla="*/ 435698 w 1275707"/>
                <a:gd name="connsiteY121" fmla="*/ 56321 h 79404"/>
                <a:gd name="connsiteX122" fmla="*/ 428313 w 1275707"/>
                <a:gd name="connsiteY122" fmla="*/ 56321 h 79404"/>
                <a:gd name="connsiteX123" fmla="*/ 428313 w 1275707"/>
                <a:gd name="connsiteY123" fmla="*/ 65554 h 79404"/>
                <a:gd name="connsiteX124" fmla="*/ 435698 w 1275707"/>
                <a:gd name="connsiteY124" fmla="*/ 65554 h 79404"/>
                <a:gd name="connsiteX125" fmla="*/ 493852 w 1275707"/>
                <a:gd name="connsiteY125" fmla="*/ 43395 h 79404"/>
                <a:gd name="connsiteX126" fmla="*/ 493852 w 1275707"/>
                <a:gd name="connsiteY126" fmla="*/ 43395 h 79404"/>
                <a:gd name="connsiteX127" fmla="*/ 492006 w 1275707"/>
                <a:gd name="connsiteY127" fmla="*/ 45242 h 79404"/>
                <a:gd name="connsiteX128" fmla="*/ 485544 w 1275707"/>
                <a:gd name="connsiteY128" fmla="*/ 57245 h 79404"/>
                <a:gd name="connsiteX129" fmla="*/ 488314 w 1275707"/>
                <a:gd name="connsiteY129" fmla="*/ 62785 h 79404"/>
                <a:gd name="connsiteX130" fmla="*/ 490160 w 1275707"/>
                <a:gd name="connsiteY130" fmla="*/ 55398 h 79404"/>
                <a:gd name="connsiteX131" fmla="*/ 496621 w 1275707"/>
                <a:gd name="connsiteY131" fmla="*/ 61861 h 79404"/>
                <a:gd name="connsiteX132" fmla="*/ 488314 w 1275707"/>
                <a:gd name="connsiteY132" fmla="*/ 77557 h 79404"/>
                <a:gd name="connsiteX133" fmla="*/ 479083 w 1275707"/>
                <a:gd name="connsiteY133" fmla="*/ 66478 h 79404"/>
                <a:gd name="connsiteX134" fmla="*/ 466159 w 1275707"/>
                <a:gd name="connsiteY134" fmla="*/ 79404 h 79404"/>
                <a:gd name="connsiteX135" fmla="*/ 459698 w 1275707"/>
                <a:gd name="connsiteY135" fmla="*/ 72941 h 79404"/>
                <a:gd name="connsiteX136" fmla="*/ 465236 w 1275707"/>
                <a:gd name="connsiteY136" fmla="*/ 68324 h 79404"/>
                <a:gd name="connsiteX137" fmla="*/ 453236 w 1275707"/>
                <a:gd name="connsiteY137" fmla="*/ 68324 h 79404"/>
                <a:gd name="connsiteX138" fmla="*/ 453236 w 1275707"/>
                <a:gd name="connsiteY138" fmla="*/ 74787 h 79404"/>
                <a:gd name="connsiteX139" fmla="*/ 444928 w 1275707"/>
                <a:gd name="connsiteY139" fmla="*/ 74787 h 79404"/>
                <a:gd name="connsiteX140" fmla="*/ 444928 w 1275707"/>
                <a:gd name="connsiteY140" fmla="*/ 39702 h 79404"/>
                <a:gd name="connsiteX141" fmla="*/ 468929 w 1275707"/>
                <a:gd name="connsiteY141" fmla="*/ 39702 h 79404"/>
                <a:gd name="connsiteX142" fmla="*/ 468929 w 1275707"/>
                <a:gd name="connsiteY142" fmla="*/ 63708 h 79404"/>
                <a:gd name="connsiteX143" fmla="*/ 475390 w 1275707"/>
                <a:gd name="connsiteY143" fmla="*/ 56321 h 79404"/>
                <a:gd name="connsiteX144" fmla="*/ 472621 w 1275707"/>
                <a:gd name="connsiteY144" fmla="*/ 36932 h 79404"/>
                <a:gd name="connsiteX145" fmla="*/ 443082 w 1275707"/>
                <a:gd name="connsiteY145" fmla="*/ 36932 h 79404"/>
                <a:gd name="connsiteX146" fmla="*/ 443082 w 1275707"/>
                <a:gd name="connsiteY146" fmla="*/ 28622 h 79404"/>
                <a:gd name="connsiteX147" fmla="*/ 448621 w 1275707"/>
                <a:gd name="connsiteY147" fmla="*/ 28622 h 79404"/>
                <a:gd name="connsiteX148" fmla="*/ 445851 w 1275707"/>
                <a:gd name="connsiteY148" fmla="*/ 19389 h 79404"/>
                <a:gd name="connsiteX149" fmla="*/ 451390 w 1275707"/>
                <a:gd name="connsiteY149" fmla="*/ 16619 h 79404"/>
                <a:gd name="connsiteX150" fmla="*/ 444005 w 1275707"/>
                <a:gd name="connsiteY150" fmla="*/ 16619 h 79404"/>
                <a:gd name="connsiteX151" fmla="*/ 444005 w 1275707"/>
                <a:gd name="connsiteY151" fmla="*/ 9233 h 79404"/>
                <a:gd name="connsiteX152" fmla="*/ 452313 w 1275707"/>
                <a:gd name="connsiteY152" fmla="*/ 9233 h 79404"/>
                <a:gd name="connsiteX153" fmla="*/ 452313 w 1275707"/>
                <a:gd name="connsiteY153" fmla="*/ 923 h 79404"/>
                <a:gd name="connsiteX154" fmla="*/ 462467 w 1275707"/>
                <a:gd name="connsiteY154" fmla="*/ 923 h 79404"/>
                <a:gd name="connsiteX155" fmla="*/ 464313 w 1275707"/>
                <a:gd name="connsiteY155" fmla="*/ 1847 h 79404"/>
                <a:gd name="connsiteX156" fmla="*/ 462467 w 1275707"/>
                <a:gd name="connsiteY156" fmla="*/ 3693 h 79404"/>
                <a:gd name="connsiteX157" fmla="*/ 462467 w 1275707"/>
                <a:gd name="connsiteY157" fmla="*/ 9233 h 79404"/>
                <a:gd name="connsiteX158" fmla="*/ 470775 w 1275707"/>
                <a:gd name="connsiteY158" fmla="*/ 9233 h 79404"/>
                <a:gd name="connsiteX159" fmla="*/ 470775 w 1275707"/>
                <a:gd name="connsiteY159" fmla="*/ 17543 h 79404"/>
                <a:gd name="connsiteX160" fmla="*/ 463390 w 1275707"/>
                <a:gd name="connsiteY160" fmla="*/ 17543 h 79404"/>
                <a:gd name="connsiteX161" fmla="*/ 468929 w 1275707"/>
                <a:gd name="connsiteY161" fmla="*/ 19389 h 79404"/>
                <a:gd name="connsiteX162" fmla="*/ 469852 w 1275707"/>
                <a:gd name="connsiteY162" fmla="*/ 20313 h 79404"/>
                <a:gd name="connsiteX163" fmla="*/ 468006 w 1275707"/>
                <a:gd name="connsiteY163" fmla="*/ 21236 h 79404"/>
                <a:gd name="connsiteX164" fmla="*/ 465236 w 1275707"/>
                <a:gd name="connsiteY164" fmla="*/ 28622 h 79404"/>
                <a:gd name="connsiteX165" fmla="*/ 471698 w 1275707"/>
                <a:gd name="connsiteY165" fmla="*/ 28622 h 79404"/>
                <a:gd name="connsiteX166" fmla="*/ 471698 w 1275707"/>
                <a:gd name="connsiteY166" fmla="*/ 0 h 79404"/>
                <a:gd name="connsiteX167" fmla="*/ 480929 w 1275707"/>
                <a:gd name="connsiteY167" fmla="*/ 0 h 79404"/>
                <a:gd name="connsiteX168" fmla="*/ 482775 w 1275707"/>
                <a:gd name="connsiteY168" fmla="*/ 923 h 79404"/>
                <a:gd name="connsiteX169" fmla="*/ 480929 w 1275707"/>
                <a:gd name="connsiteY169" fmla="*/ 2770 h 79404"/>
                <a:gd name="connsiteX170" fmla="*/ 480929 w 1275707"/>
                <a:gd name="connsiteY170" fmla="*/ 28622 h 79404"/>
                <a:gd name="connsiteX171" fmla="*/ 494775 w 1275707"/>
                <a:gd name="connsiteY171" fmla="*/ 28622 h 79404"/>
                <a:gd name="connsiteX172" fmla="*/ 494775 w 1275707"/>
                <a:gd name="connsiteY172" fmla="*/ 36932 h 79404"/>
                <a:gd name="connsiteX173" fmla="*/ 481852 w 1275707"/>
                <a:gd name="connsiteY173" fmla="*/ 36932 h 79404"/>
                <a:gd name="connsiteX174" fmla="*/ 482775 w 1275707"/>
                <a:gd name="connsiteY174" fmla="*/ 45242 h 79404"/>
                <a:gd name="connsiteX175" fmla="*/ 485544 w 1275707"/>
                <a:gd name="connsiteY175" fmla="*/ 37855 h 79404"/>
                <a:gd name="connsiteX176" fmla="*/ 493852 w 1275707"/>
                <a:gd name="connsiteY176" fmla="*/ 43395 h 79404"/>
                <a:gd name="connsiteX177" fmla="*/ 452313 w 1275707"/>
                <a:gd name="connsiteY177" fmla="*/ 17543 h 79404"/>
                <a:gd name="connsiteX178" fmla="*/ 456005 w 1275707"/>
                <a:gd name="connsiteY178" fmla="*/ 27699 h 79404"/>
                <a:gd name="connsiteX179" fmla="*/ 451390 w 1275707"/>
                <a:gd name="connsiteY179" fmla="*/ 28622 h 79404"/>
                <a:gd name="connsiteX180" fmla="*/ 458775 w 1275707"/>
                <a:gd name="connsiteY180" fmla="*/ 28622 h 79404"/>
                <a:gd name="connsiteX181" fmla="*/ 462467 w 1275707"/>
                <a:gd name="connsiteY181" fmla="*/ 16619 h 79404"/>
                <a:gd name="connsiteX182" fmla="*/ 452313 w 1275707"/>
                <a:gd name="connsiteY182" fmla="*/ 17543 h 79404"/>
                <a:gd name="connsiteX183" fmla="*/ 452313 w 1275707"/>
                <a:gd name="connsiteY183" fmla="*/ 17543 h 79404"/>
                <a:gd name="connsiteX184" fmla="*/ 461544 w 1275707"/>
                <a:gd name="connsiteY184" fmla="*/ 50782 h 79404"/>
                <a:gd name="connsiteX185" fmla="*/ 461544 w 1275707"/>
                <a:gd name="connsiteY185" fmla="*/ 46165 h 79404"/>
                <a:gd name="connsiteX186" fmla="*/ 454159 w 1275707"/>
                <a:gd name="connsiteY186" fmla="*/ 46165 h 79404"/>
                <a:gd name="connsiteX187" fmla="*/ 454159 w 1275707"/>
                <a:gd name="connsiteY187" fmla="*/ 50782 h 79404"/>
                <a:gd name="connsiteX188" fmla="*/ 461544 w 1275707"/>
                <a:gd name="connsiteY188" fmla="*/ 50782 h 79404"/>
                <a:gd name="connsiteX189" fmla="*/ 454159 w 1275707"/>
                <a:gd name="connsiteY189" fmla="*/ 56321 h 79404"/>
                <a:gd name="connsiteX190" fmla="*/ 454159 w 1275707"/>
                <a:gd name="connsiteY190" fmla="*/ 60938 h 79404"/>
                <a:gd name="connsiteX191" fmla="*/ 461544 w 1275707"/>
                <a:gd name="connsiteY191" fmla="*/ 60938 h 79404"/>
                <a:gd name="connsiteX192" fmla="*/ 461544 w 1275707"/>
                <a:gd name="connsiteY192" fmla="*/ 56321 h 79404"/>
                <a:gd name="connsiteX193" fmla="*/ 454159 w 1275707"/>
                <a:gd name="connsiteY193" fmla="*/ 56321 h 79404"/>
                <a:gd name="connsiteX194" fmla="*/ 489237 w 1275707"/>
                <a:gd name="connsiteY194" fmla="*/ 6463 h 79404"/>
                <a:gd name="connsiteX195" fmla="*/ 494775 w 1275707"/>
                <a:gd name="connsiteY195" fmla="*/ 21236 h 79404"/>
                <a:gd name="connsiteX196" fmla="*/ 486467 w 1275707"/>
                <a:gd name="connsiteY196" fmla="*/ 24006 h 79404"/>
                <a:gd name="connsiteX197" fmla="*/ 481852 w 1275707"/>
                <a:gd name="connsiteY197" fmla="*/ 10156 h 79404"/>
                <a:gd name="connsiteX198" fmla="*/ 489237 w 1275707"/>
                <a:gd name="connsiteY198" fmla="*/ 6463 h 79404"/>
                <a:gd name="connsiteX199" fmla="*/ 534468 w 1275707"/>
                <a:gd name="connsiteY199" fmla="*/ 53552 h 79404"/>
                <a:gd name="connsiteX200" fmla="*/ 552930 w 1275707"/>
                <a:gd name="connsiteY200" fmla="*/ 68324 h 79404"/>
                <a:gd name="connsiteX201" fmla="*/ 544622 w 1275707"/>
                <a:gd name="connsiteY201" fmla="*/ 76634 h 79404"/>
                <a:gd name="connsiteX202" fmla="*/ 528006 w 1275707"/>
                <a:gd name="connsiteY202" fmla="*/ 61861 h 79404"/>
                <a:gd name="connsiteX203" fmla="*/ 534468 w 1275707"/>
                <a:gd name="connsiteY203" fmla="*/ 53552 h 79404"/>
                <a:gd name="connsiteX204" fmla="*/ 633238 w 1275707"/>
                <a:gd name="connsiteY204" fmla="*/ 36932 h 79404"/>
                <a:gd name="connsiteX205" fmla="*/ 633238 w 1275707"/>
                <a:gd name="connsiteY205" fmla="*/ 36932 h 79404"/>
                <a:gd name="connsiteX206" fmla="*/ 631392 w 1275707"/>
                <a:gd name="connsiteY206" fmla="*/ 38779 h 79404"/>
                <a:gd name="connsiteX207" fmla="*/ 630469 w 1275707"/>
                <a:gd name="connsiteY207" fmla="*/ 39702 h 79404"/>
                <a:gd name="connsiteX208" fmla="*/ 655393 w 1275707"/>
                <a:gd name="connsiteY208" fmla="*/ 39702 h 79404"/>
                <a:gd name="connsiteX209" fmla="*/ 659085 w 1275707"/>
                <a:gd name="connsiteY209" fmla="*/ 44319 h 79404"/>
                <a:gd name="connsiteX210" fmla="*/ 644315 w 1275707"/>
                <a:gd name="connsiteY210" fmla="*/ 60938 h 79404"/>
                <a:gd name="connsiteX211" fmla="*/ 674777 w 1275707"/>
                <a:gd name="connsiteY211" fmla="*/ 67401 h 79404"/>
                <a:gd name="connsiteX212" fmla="*/ 668316 w 1275707"/>
                <a:gd name="connsiteY212" fmla="*/ 77557 h 79404"/>
                <a:gd name="connsiteX213" fmla="*/ 636008 w 1275707"/>
                <a:gd name="connsiteY213" fmla="*/ 66478 h 79404"/>
                <a:gd name="connsiteX214" fmla="*/ 604623 w 1275707"/>
                <a:gd name="connsiteY214" fmla="*/ 77557 h 79404"/>
                <a:gd name="connsiteX215" fmla="*/ 598161 w 1275707"/>
                <a:gd name="connsiteY215" fmla="*/ 68324 h 79404"/>
                <a:gd name="connsiteX216" fmla="*/ 627700 w 1275707"/>
                <a:gd name="connsiteY216" fmla="*/ 60015 h 79404"/>
                <a:gd name="connsiteX217" fmla="*/ 620315 w 1275707"/>
                <a:gd name="connsiteY217" fmla="*/ 50782 h 79404"/>
                <a:gd name="connsiteX218" fmla="*/ 605546 w 1275707"/>
                <a:gd name="connsiteY218" fmla="*/ 60938 h 79404"/>
                <a:gd name="connsiteX219" fmla="*/ 598161 w 1275707"/>
                <a:gd name="connsiteY219" fmla="*/ 53552 h 79404"/>
                <a:gd name="connsiteX220" fmla="*/ 624007 w 1275707"/>
                <a:gd name="connsiteY220" fmla="*/ 33239 h 79404"/>
                <a:gd name="connsiteX221" fmla="*/ 612930 w 1275707"/>
                <a:gd name="connsiteY221" fmla="*/ 38779 h 79404"/>
                <a:gd name="connsiteX222" fmla="*/ 605546 w 1275707"/>
                <a:gd name="connsiteY222" fmla="*/ 33239 h 79404"/>
                <a:gd name="connsiteX223" fmla="*/ 622161 w 1275707"/>
                <a:gd name="connsiteY223" fmla="*/ 15696 h 79404"/>
                <a:gd name="connsiteX224" fmla="*/ 609238 w 1275707"/>
                <a:gd name="connsiteY224" fmla="*/ 15696 h 79404"/>
                <a:gd name="connsiteX225" fmla="*/ 615700 w 1275707"/>
                <a:gd name="connsiteY225" fmla="*/ 20313 h 79404"/>
                <a:gd name="connsiteX226" fmla="*/ 616623 w 1275707"/>
                <a:gd name="connsiteY226" fmla="*/ 21236 h 79404"/>
                <a:gd name="connsiteX227" fmla="*/ 615700 w 1275707"/>
                <a:gd name="connsiteY227" fmla="*/ 22159 h 79404"/>
                <a:gd name="connsiteX228" fmla="*/ 613854 w 1275707"/>
                <a:gd name="connsiteY228" fmla="*/ 22159 h 79404"/>
                <a:gd name="connsiteX229" fmla="*/ 600930 w 1275707"/>
                <a:gd name="connsiteY229" fmla="*/ 34162 h 79404"/>
                <a:gd name="connsiteX230" fmla="*/ 593545 w 1275707"/>
                <a:gd name="connsiteY230" fmla="*/ 27699 h 79404"/>
                <a:gd name="connsiteX231" fmla="*/ 607392 w 1275707"/>
                <a:gd name="connsiteY231" fmla="*/ 15696 h 79404"/>
                <a:gd name="connsiteX232" fmla="*/ 595392 w 1275707"/>
                <a:gd name="connsiteY232" fmla="*/ 15696 h 79404"/>
                <a:gd name="connsiteX233" fmla="*/ 595392 w 1275707"/>
                <a:gd name="connsiteY233" fmla="*/ 7386 h 79404"/>
                <a:gd name="connsiteX234" fmla="*/ 628623 w 1275707"/>
                <a:gd name="connsiteY234" fmla="*/ 7386 h 79404"/>
                <a:gd name="connsiteX235" fmla="*/ 628623 w 1275707"/>
                <a:gd name="connsiteY235" fmla="*/ 0 h 79404"/>
                <a:gd name="connsiteX236" fmla="*/ 639700 w 1275707"/>
                <a:gd name="connsiteY236" fmla="*/ 0 h 79404"/>
                <a:gd name="connsiteX237" fmla="*/ 641546 w 1275707"/>
                <a:gd name="connsiteY237" fmla="*/ 923 h 79404"/>
                <a:gd name="connsiteX238" fmla="*/ 639700 w 1275707"/>
                <a:gd name="connsiteY238" fmla="*/ 2770 h 79404"/>
                <a:gd name="connsiteX239" fmla="*/ 639700 w 1275707"/>
                <a:gd name="connsiteY239" fmla="*/ 7386 h 79404"/>
                <a:gd name="connsiteX240" fmla="*/ 672931 w 1275707"/>
                <a:gd name="connsiteY240" fmla="*/ 7386 h 79404"/>
                <a:gd name="connsiteX241" fmla="*/ 672931 w 1275707"/>
                <a:gd name="connsiteY241" fmla="*/ 15696 h 79404"/>
                <a:gd name="connsiteX242" fmla="*/ 648931 w 1275707"/>
                <a:gd name="connsiteY242" fmla="*/ 15696 h 79404"/>
                <a:gd name="connsiteX243" fmla="*/ 648931 w 1275707"/>
                <a:gd name="connsiteY243" fmla="*/ 32316 h 79404"/>
                <a:gd name="connsiteX244" fmla="*/ 636008 w 1275707"/>
                <a:gd name="connsiteY244" fmla="*/ 39702 h 79404"/>
                <a:gd name="connsiteX245" fmla="*/ 631392 w 1275707"/>
                <a:gd name="connsiteY245" fmla="*/ 30469 h 79404"/>
                <a:gd name="connsiteX246" fmla="*/ 636931 w 1275707"/>
                <a:gd name="connsiteY246" fmla="*/ 31392 h 79404"/>
                <a:gd name="connsiteX247" fmla="*/ 639700 w 1275707"/>
                <a:gd name="connsiteY247" fmla="*/ 29546 h 79404"/>
                <a:gd name="connsiteX248" fmla="*/ 639700 w 1275707"/>
                <a:gd name="connsiteY248" fmla="*/ 15696 h 79404"/>
                <a:gd name="connsiteX249" fmla="*/ 632315 w 1275707"/>
                <a:gd name="connsiteY249" fmla="*/ 15696 h 79404"/>
                <a:gd name="connsiteX250" fmla="*/ 624931 w 1275707"/>
                <a:gd name="connsiteY250" fmla="*/ 34162 h 79404"/>
                <a:gd name="connsiteX251" fmla="*/ 633238 w 1275707"/>
                <a:gd name="connsiteY251" fmla="*/ 36932 h 79404"/>
                <a:gd name="connsiteX252" fmla="*/ 633238 w 1275707"/>
                <a:gd name="connsiteY252" fmla="*/ 36932 h 79404"/>
                <a:gd name="connsiteX253" fmla="*/ 627700 w 1275707"/>
                <a:gd name="connsiteY253" fmla="*/ 48935 h 79404"/>
                <a:gd name="connsiteX254" fmla="*/ 635084 w 1275707"/>
                <a:gd name="connsiteY254" fmla="*/ 56321 h 79404"/>
                <a:gd name="connsiteX255" fmla="*/ 642469 w 1275707"/>
                <a:gd name="connsiteY255" fmla="*/ 48935 h 79404"/>
                <a:gd name="connsiteX256" fmla="*/ 627700 w 1275707"/>
                <a:gd name="connsiteY256" fmla="*/ 48935 h 79404"/>
                <a:gd name="connsiteX257" fmla="*/ 658162 w 1275707"/>
                <a:gd name="connsiteY257" fmla="*/ 15696 h 79404"/>
                <a:gd name="connsiteX258" fmla="*/ 671085 w 1275707"/>
                <a:gd name="connsiteY258" fmla="*/ 29546 h 79404"/>
                <a:gd name="connsiteX259" fmla="*/ 662777 w 1275707"/>
                <a:gd name="connsiteY259" fmla="*/ 35085 h 79404"/>
                <a:gd name="connsiteX260" fmla="*/ 650777 w 1275707"/>
                <a:gd name="connsiteY260" fmla="*/ 21236 h 79404"/>
                <a:gd name="connsiteX261" fmla="*/ 658162 w 1275707"/>
                <a:gd name="connsiteY261" fmla="*/ 15696 h 79404"/>
                <a:gd name="connsiteX262" fmla="*/ 783702 w 1275707"/>
                <a:gd name="connsiteY262" fmla="*/ 24006 h 79404"/>
                <a:gd name="connsiteX263" fmla="*/ 764317 w 1275707"/>
                <a:gd name="connsiteY263" fmla="*/ 43395 h 79404"/>
                <a:gd name="connsiteX264" fmla="*/ 766163 w 1275707"/>
                <a:gd name="connsiteY264" fmla="*/ 43395 h 79404"/>
                <a:gd name="connsiteX265" fmla="*/ 772625 w 1275707"/>
                <a:gd name="connsiteY265" fmla="*/ 48935 h 79404"/>
                <a:gd name="connsiteX266" fmla="*/ 771701 w 1275707"/>
                <a:gd name="connsiteY266" fmla="*/ 60015 h 79404"/>
                <a:gd name="connsiteX267" fmla="*/ 778163 w 1275707"/>
                <a:gd name="connsiteY267" fmla="*/ 65554 h 79404"/>
                <a:gd name="connsiteX268" fmla="*/ 796625 w 1275707"/>
                <a:gd name="connsiteY268" fmla="*/ 62785 h 79404"/>
                <a:gd name="connsiteX269" fmla="*/ 796625 w 1275707"/>
                <a:gd name="connsiteY269" fmla="*/ 74787 h 79404"/>
                <a:gd name="connsiteX270" fmla="*/ 776317 w 1275707"/>
                <a:gd name="connsiteY270" fmla="*/ 76634 h 79404"/>
                <a:gd name="connsiteX271" fmla="*/ 759701 w 1275707"/>
                <a:gd name="connsiteY271" fmla="*/ 65554 h 79404"/>
                <a:gd name="connsiteX272" fmla="*/ 760624 w 1275707"/>
                <a:gd name="connsiteY272" fmla="*/ 57245 h 79404"/>
                <a:gd name="connsiteX273" fmla="*/ 757855 w 1275707"/>
                <a:gd name="connsiteY273" fmla="*/ 53552 h 79404"/>
                <a:gd name="connsiteX274" fmla="*/ 750470 w 1275707"/>
                <a:gd name="connsiteY274" fmla="*/ 59091 h 79404"/>
                <a:gd name="connsiteX275" fmla="*/ 733855 w 1275707"/>
                <a:gd name="connsiteY275" fmla="*/ 77557 h 79404"/>
                <a:gd name="connsiteX276" fmla="*/ 724624 w 1275707"/>
                <a:gd name="connsiteY276" fmla="*/ 69248 h 79404"/>
                <a:gd name="connsiteX277" fmla="*/ 760624 w 1275707"/>
                <a:gd name="connsiteY277" fmla="*/ 31392 h 79404"/>
                <a:gd name="connsiteX278" fmla="*/ 732932 w 1275707"/>
                <a:gd name="connsiteY278" fmla="*/ 36009 h 79404"/>
                <a:gd name="connsiteX279" fmla="*/ 731086 w 1275707"/>
                <a:gd name="connsiteY279" fmla="*/ 24929 h 79404"/>
                <a:gd name="connsiteX280" fmla="*/ 776317 w 1275707"/>
                <a:gd name="connsiteY280" fmla="*/ 17543 h 79404"/>
                <a:gd name="connsiteX281" fmla="*/ 783702 w 1275707"/>
                <a:gd name="connsiteY281" fmla="*/ 24006 h 79404"/>
                <a:gd name="connsiteX282" fmla="*/ 745855 w 1275707"/>
                <a:gd name="connsiteY282" fmla="*/ 1847 h 79404"/>
                <a:gd name="connsiteX283" fmla="*/ 768932 w 1275707"/>
                <a:gd name="connsiteY283" fmla="*/ 4617 h 79404"/>
                <a:gd name="connsiteX284" fmla="*/ 774471 w 1275707"/>
                <a:gd name="connsiteY284" fmla="*/ 4617 h 79404"/>
                <a:gd name="connsiteX285" fmla="*/ 773548 w 1275707"/>
                <a:gd name="connsiteY285" fmla="*/ 14773 h 79404"/>
                <a:gd name="connsiteX286" fmla="*/ 769855 w 1275707"/>
                <a:gd name="connsiteY286" fmla="*/ 14773 h 79404"/>
                <a:gd name="connsiteX287" fmla="*/ 744932 w 1275707"/>
                <a:gd name="connsiteY287" fmla="*/ 12003 h 79404"/>
                <a:gd name="connsiteX288" fmla="*/ 745855 w 1275707"/>
                <a:gd name="connsiteY288" fmla="*/ 1847 h 79404"/>
                <a:gd name="connsiteX289" fmla="*/ 921242 w 1275707"/>
                <a:gd name="connsiteY289" fmla="*/ 14773 h 79404"/>
                <a:gd name="connsiteX290" fmla="*/ 881549 w 1275707"/>
                <a:gd name="connsiteY290" fmla="*/ 47088 h 79404"/>
                <a:gd name="connsiteX291" fmla="*/ 906472 w 1275707"/>
                <a:gd name="connsiteY291" fmla="*/ 64631 h 79404"/>
                <a:gd name="connsiteX292" fmla="*/ 900934 w 1275707"/>
                <a:gd name="connsiteY292" fmla="*/ 77557 h 79404"/>
                <a:gd name="connsiteX293" fmla="*/ 870472 w 1275707"/>
                <a:gd name="connsiteY293" fmla="*/ 48012 h 79404"/>
                <a:gd name="connsiteX294" fmla="*/ 888011 w 1275707"/>
                <a:gd name="connsiteY294" fmla="*/ 18466 h 79404"/>
                <a:gd name="connsiteX295" fmla="*/ 850164 w 1275707"/>
                <a:gd name="connsiteY295" fmla="*/ 24006 h 79404"/>
                <a:gd name="connsiteX296" fmla="*/ 848318 w 1275707"/>
                <a:gd name="connsiteY296" fmla="*/ 10156 h 79404"/>
                <a:gd name="connsiteX297" fmla="*/ 853856 w 1275707"/>
                <a:gd name="connsiteY297" fmla="*/ 10156 h 79404"/>
                <a:gd name="connsiteX298" fmla="*/ 919396 w 1275707"/>
                <a:gd name="connsiteY298" fmla="*/ 1847 h 79404"/>
                <a:gd name="connsiteX299" fmla="*/ 921242 w 1275707"/>
                <a:gd name="connsiteY299" fmla="*/ 14773 h 79404"/>
                <a:gd name="connsiteX300" fmla="*/ 1034782 w 1275707"/>
                <a:gd name="connsiteY300" fmla="*/ 24929 h 79404"/>
                <a:gd name="connsiteX301" fmla="*/ 1034782 w 1275707"/>
                <a:gd name="connsiteY301" fmla="*/ 24929 h 79404"/>
                <a:gd name="connsiteX302" fmla="*/ 1033859 w 1275707"/>
                <a:gd name="connsiteY302" fmla="*/ 26776 h 79404"/>
                <a:gd name="connsiteX303" fmla="*/ 1030166 w 1275707"/>
                <a:gd name="connsiteY303" fmla="*/ 43395 h 79404"/>
                <a:gd name="connsiteX304" fmla="*/ 1043089 w 1275707"/>
                <a:gd name="connsiteY304" fmla="*/ 52628 h 79404"/>
                <a:gd name="connsiteX305" fmla="*/ 1036628 w 1275707"/>
                <a:gd name="connsiteY305" fmla="*/ 62785 h 79404"/>
                <a:gd name="connsiteX306" fmla="*/ 1026474 w 1275707"/>
                <a:gd name="connsiteY306" fmla="*/ 54475 h 79404"/>
                <a:gd name="connsiteX307" fmla="*/ 1007089 w 1275707"/>
                <a:gd name="connsiteY307" fmla="*/ 76634 h 79404"/>
                <a:gd name="connsiteX308" fmla="*/ 997858 w 1275707"/>
                <a:gd name="connsiteY308" fmla="*/ 69248 h 79404"/>
                <a:gd name="connsiteX309" fmla="*/ 1016320 w 1275707"/>
                <a:gd name="connsiteY309" fmla="*/ 48935 h 79404"/>
                <a:gd name="connsiteX310" fmla="*/ 998781 w 1275707"/>
                <a:gd name="connsiteY310" fmla="*/ 43395 h 79404"/>
                <a:gd name="connsiteX311" fmla="*/ 978473 w 1275707"/>
                <a:gd name="connsiteY311" fmla="*/ 69248 h 79404"/>
                <a:gd name="connsiteX312" fmla="*/ 966473 w 1275707"/>
                <a:gd name="connsiteY312" fmla="*/ 56321 h 79404"/>
                <a:gd name="connsiteX313" fmla="*/ 993243 w 1275707"/>
                <a:gd name="connsiteY313" fmla="*/ 33239 h 79404"/>
                <a:gd name="connsiteX314" fmla="*/ 999704 w 1275707"/>
                <a:gd name="connsiteY314" fmla="*/ 16619 h 79404"/>
                <a:gd name="connsiteX315" fmla="*/ 980319 w 1275707"/>
                <a:gd name="connsiteY315" fmla="*/ 20313 h 79404"/>
                <a:gd name="connsiteX316" fmla="*/ 977550 w 1275707"/>
                <a:gd name="connsiteY316" fmla="*/ 8310 h 79404"/>
                <a:gd name="connsiteX317" fmla="*/ 1008012 w 1275707"/>
                <a:gd name="connsiteY317" fmla="*/ 2770 h 79404"/>
                <a:gd name="connsiteX318" fmla="*/ 1015397 w 1275707"/>
                <a:gd name="connsiteY318" fmla="*/ 9233 h 79404"/>
                <a:gd name="connsiteX319" fmla="*/ 1002473 w 1275707"/>
                <a:gd name="connsiteY319" fmla="*/ 34162 h 79404"/>
                <a:gd name="connsiteX320" fmla="*/ 1019089 w 1275707"/>
                <a:gd name="connsiteY320" fmla="*/ 39702 h 79404"/>
                <a:gd name="connsiteX321" fmla="*/ 1021858 w 1275707"/>
                <a:gd name="connsiteY321" fmla="*/ 21236 h 79404"/>
                <a:gd name="connsiteX322" fmla="*/ 1034782 w 1275707"/>
                <a:gd name="connsiteY322" fmla="*/ 24929 h 79404"/>
                <a:gd name="connsiteX323" fmla="*/ 1034782 w 1275707"/>
                <a:gd name="connsiteY323" fmla="*/ 24929 h 79404"/>
                <a:gd name="connsiteX324" fmla="*/ 976627 w 1275707"/>
                <a:gd name="connsiteY324" fmla="*/ 55398 h 79404"/>
                <a:gd name="connsiteX325" fmla="*/ 978473 w 1275707"/>
                <a:gd name="connsiteY325" fmla="*/ 58168 h 79404"/>
                <a:gd name="connsiteX326" fmla="*/ 988627 w 1275707"/>
                <a:gd name="connsiteY326" fmla="*/ 42472 h 79404"/>
                <a:gd name="connsiteX327" fmla="*/ 976627 w 1275707"/>
                <a:gd name="connsiteY327" fmla="*/ 55398 h 79404"/>
                <a:gd name="connsiteX328" fmla="*/ 1146475 w 1275707"/>
                <a:gd name="connsiteY328" fmla="*/ 3693 h 79404"/>
                <a:gd name="connsiteX329" fmla="*/ 1148321 w 1275707"/>
                <a:gd name="connsiteY329" fmla="*/ 4617 h 79404"/>
                <a:gd name="connsiteX330" fmla="*/ 1146475 w 1275707"/>
                <a:gd name="connsiteY330" fmla="*/ 5540 h 79404"/>
                <a:gd name="connsiteX331" fmla="*/ 1146475 w 1275707"/>
                <a:gd name="connsiteY331" fmla="*/ 20313 h 79404"/>
                <a:gd name="connsiteX332" fmla="*/ 1163091 w 1275707"/>
                <a:gd name="connsiteY332" fmla="*/ 18466 h 79404"/>
                <a:gd name="connsiteX333" fmla="*/ 1163091 w 1275707"/>
                <a:gd name="connsiteY333" fmla="*/ 30469 h 79404"/>
                <a:gd name="connsiteX334" fmla="*/ 1159398 w 1275707"/>
                <a:gd name="connsiteY334" fmla="*/ 30469 h 79404"/>
                <a:gd name="connsiteX335" fmla="*/ 1147398 w 1275707"/>
                <a:gd name="connsiteY335" fmla="*/ 31392 h 79404"/>
                <a:gd name="connsiteX336" fmla="*/ 1128014 w 1275707"/>
                <a:gd name="connsiteY336" fmla="*/ 55398 h 79404"/>
                <a:gd name="connsiteX337" fmla="*/ 1125244 w 1275707"/>
                <a:gd name="connsiteY337" fmla="*/ 45242 h 79404"/>
                <a:gd name="connsiteX338" fmla="*/ 1130783 w 1275707"/>
                <a:gd name="connsiteY338" fmla="*/ 45242 h 79404"/>
                <a:gd name="connsiteX339" fmla="*/ 1137244 w 1275707"/>
                <a:gd name="connsiteY339" fmla="*/ 33239 h 79404"/>
                <a:gd name="connsiteX340" fmla="*/ 1117859 w 1275707"/>
                <a:gd name="connsiteY340" fmla="*/ 36932 h 79404"/>
                <a:gd name="connsiteX341" fmla="*/ 1118783 w 1275707"/>
                <a:gd name="connsiteY341" fmla="*/ 59091 h 79404"/>
                <a:gd name="connsiteX342" fmla="*/ 1131706 w 1275707"/>
                <a:gd name="connsiteY342" fmla="*/ 64631 h 79404"/>
                <a:gd name="connsiteX343" fmla="*/ 1158475 w 1275707"/>
                <a:gd name="connsiteY343" fmla="*/ 60938 h 79404"/>
                <a:gd name="connsiteX344" fmla="*/ 1156629 w 1275707"/>
                <a:gd name="connsiteY344" fmla="*/ 72941 h 79404"/>
                <a:gd name="connsiteX345" fmla="*/ 1128937 w 1275707"/>
                <a:gd name="connsiteY345" fmla="*/ 74787 h 79404"/>
                <a:gd name="connsiteX346" fmla="*/ 1107706 w 1275707"/>
                <a:gd name="connsiteY346" fmla="*/ 62785 h 79404"/>
                <a:gd name="connsiteX347" fmla="*/ 1106782 w 1275707"/>
                <a:gd name="connsiteY347" fmla="*/ 38779 h 79404"/>
                <a:gd name="connsiteX348" fmla="*/ 1090167 w 1275707"/>
                <a:gd name="connsiteY348" fmla="*/ 42472 h 79404"/>
                <a:gd name="connsiteX349" fmla="*/ 1089244 w 1275707"/>
                <a:gd name="connsiteY349" fmla="*/ 29546 h 79404"/>
                <a:gd name="connsiteX350" fmla="*/ 1106782 w 1275707"/>
                <a:gd name="connsiteY350" fmla="*/ 26776 h 79404"/>
                <a:gd name="connsiteX351" fmla="*/ 1105859 w 1275707"/>
                <a:gd name="connsiteY351" fmla="*/ 6463 h 79404"/>
                <a:gd name="connsiteX352" fmla="*/ 1117859 w 1275707"/>
                <a:gd name="connsiteY352" fmla="*/ 8310 h 79404"/>
                <a:gd name="connsiteX353" fmla="*/ 1119706 w 1275707"/>
                <a:gd name="connsiteY353" fmla="*/ 9233 h 79404"/>
                <a:gd name="connsiteX354" fmla="*/ 1117859 w 1275707"/>
                <a:gd name="connsiteY354" fmla="*/ 10156 h 79404"/>
                <a:gd name="connsiteX355" fmla="*/ 1116936 w 1275707"/>
                <a:gd name="connsiteY355" fmla="*/ 24006 h 79404"/>
                <a:gd name="connsiteX356" fmla="*/ 1135398 w 1275707"/>
                <a:gd name="connsiteY356" fmla="*/ 21236 h 79404"/>
                <a:gd name="connsiteX357" fmla="*/ 1133552 w 1275707"/>
                <a:gd name="connsiteY357" fmla="*/ 923 h 79404"/>
                <a:gd name="connsiteX358" fmla="*/ 1146475 w 1275707"/>
                <a:gd name="connsiteY358" fmla="*/ 3693 h 79404"/>
                <a:gd name="connsiteX359" fmla="*/ 1146475 w 1275707"/>
                <a:gd name="connsiteY359" fmla="*/ 3693 h 79404"/>
                <a:gd name="connsiteX360" fmla="*/ 1262784 w 1275707"/>
                <a:gd name="connsiteY360" fmla="*/ 10156 h 79404"/>
                <a:gd name="connsiteX361" fmla="*/ 1240630 w 1275707"/>
                <a:gd name="connsiteY361" fmla="*/ 30469 h 79404"/>
                <a:gd name="connsiteX362" fmla="*/ 1251707 w 1275707"/>
                <a:gd name="connsiteY362" fmla="*/ 28622 h 79404"/>
                <a:gd name="connsiteX363" fmla="*/ 1275708 w 1275707"/>
                <a:gd name="connsiteY363" fmla="*/ 50782 h 79404"/>
                <a:gd name="connsiteX364" fmla="*/ 1244322 w 1275707"/>
                <a:gd name="connsiteY364" fmla="*/ 76634 h 79404"/>
                <a:gd name="connsiteX365" fmla="*/ 1224015 w 1275707"/>
                <a:gd name="connsiteY365" fmla="*/ 62785 h 79404"/>
                <a:gd name="connsiteX366" fmla="*/ 1239707 w 1275707"/>
                <a:gd name="connsiteY366" fmla="*/ 49858 h 79404"/>
                <a:gd name="connsiteX367" fmla="*/ 1257246 w 1275707"/>
                <a:gd name="connsiteY367" fmla="*/ 62785 h 79404"/>
                <a:gd name="connsiteX368" fmla="*/ 1264631 w 1275707"/>
                <a:gd name="connsiteY368" fmla="*/ 50782 h 79404"/>
                <a:gd name="connsiteX369" fmla="*/ 1249861 w 1275707"/>
                <a:gd name="connsiteY369" fmla="*/ 37855 h 79404"/>
                <a:gd name="connsiteX370" fmla="*/ 1214784 w 1275707"/>
                <a:gd name="connsiteY370" fmla="*/ 59091 h 79404"/>
                <a:gd name="connsiteX371" fmla="*/ 1205553 w 1275707"/>
                <a:gd name="connsiteY371" fmla="*/ 50782 h 79404"/>
                <a:gd name="connsiteX372" fmla="*/ 1242476 w 1275707"/>
                <a:gd name="connsiteY372" fmla="*/ 15696 h 79404"/>
                <a:gd name="connsiteX373" fmla="*/ 1216630 w 1275707"/>
                <a:gd name="connsiteY373" fmla="*/ 18466 h 79404"/>
                <a:gd name="connsiteX374" fmla="*/ 1214784 w 1275707"/>
                <a:gd name="connsiteY374" fmla="*/ 7386 h 79404"/>
                <a:gd name="connsiteX375" fmla="*/ 1257246 w 1275707"/>
                <a:gd name="connsiteY375" fmla="*/ 1847 h 79404"/>
                <a:gd name="connsiteX376" fmla="*/ 1262784 w 1275707"/>
                <a:gd name="connsiteY376" fmla="*/ 10156 h 79404"/>
                <a:gd name="connsiteX377" fmla="*/ 1262784 w 1275707"/>
                <a:gd name="connsiteY377" fmla="*/ 10156 h 79404"/>
                <a:gd name="connsiteX378" fmla="*/ 1237861 w 1275707"/>
                <a:gd name="connsiteY378" fmla="*/ 59091 h 79404"/>
                <a:gd name="connsiteX379" fmla="*/ 1233245 w 1275707"/>
                <a:gd name="connsiteY379" fmla="*/ 62785 h 79404"/>
                <a:gd name="connsiteX380" fmla="*/ 1241553 w 1275707"/>
                <a:gd name="connsiteY380" fmla="*/ 68324 h 79404"/>
                <a:gd name="connsiteX381" fmla="*/ 1246169 w 1275707"/>
                <a:gd name="connsiteY381" fmla="*/ 67401 h 79404"/>
                <a:gd name="connsiteX382" fmla="*/ 1237861 w 1275707"/>
                <a:gd name="connsiteY382" fmla="*/ 59091 h 79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Lst>
              <a:rect l="l" t="t" r="r" b="b"/>
              <a:pathLst>
                <a:path w="1275707" h="79404">
                  <a:moveTo>
                    <a:pt x="73847" y="33239"/>
                  </a:moveTo>
                  <a:cubicBezTo>
                    <a:pt x="52616" y="33239"/>
                    <a:pt x="36924" y="45242"/>
                    <a:pt x="36924" y="57245"/>
                  </a:cubicBezTo>
                  <a:cubicBezTo>
                    <a:pt x="36924" y="62785"/>
                    <a:pt x="39693" y="67401"/>
                    <a:pt x="60924" y="67401"/>
                  </a:cubicBezTo>
                  <a:cubicBezTo>
                    <a:pt x="59078" y="72018"/>
                    <a:pt x="58155" y="74787"/>
                    <a:pt x="57231" y="77557"/>
                  </a:cubicBezTo>
                  <a:cubicBezTo>
                    <a:pt x="44308" y="76634"/>
                    <a:pt x="24923" y="75711"/>
                    <a:pt x="24923" y="58168"/>
                  </a:cubicBezTo>
                  <a:cubicBezTo>
                    <a:pt x="24923" y="48012"/>
                    <a:pt x="32308" y="41549"/>
                    <a:pt x="36000" y="38779"/>
                  </a:cubicBezTo>
                  <a:cubicBezTo>
                    <a:pt x="24000" y="39702"/>
                    <a:pt x="11077" y="43395"/>
                    <a:pt x="2769" y="46165"/>
                  </a:cubicBezTo>
                  <a:lnTo>
                    <a:pt x="0" y="33239"/>
                  </a:lnTo>
                  <a:cubicBezTo>
                    <a:pt x="3692" y="33239"/>
                    <a:pt x="9231" y="33239"/>
                    <a:pt x="20308" y="31392"/>
                  </a:cubicBezTo>
                  <a:cubicBezTo>
                    <a:pt x="23077" y="29546"/>
                    <a:pt x="28616" y="24006"/>
                    <a:pt x="35077" y="18466"/>
                  </a:cubicBezTo>
                  <a:lnTo>
                    <a:pt x="38770" y="14773"/>
                  </a:lnTo>
                  <a:cubicBezTo>
                    <a:pt x="23077" y="15696"/>
                    <a:pt x="20308" y="16619"/>
                    <a:pt x="15693" y="16619"/>
                  </a:cubicBezTo>
                  <a:lnTo>
                    <a:pt x="14769" y="4617"/>
                  </a:lnTo>
                  <a:lnTo>
                    <a:pt x="24000" y="4617"/>
                  </a:lnTo>
                  <a:cubicBezTo>
                    <a:pt x="29539" y="4617"/>
                    <a:pt x="40616" y="4617"/>
                    <a:pt x="50770" y="2770"/>
                  </a:cubicBezTo>
                  <a:cubicBezTo>
                    <a:pt x="53539" y="2770"/>
                    <a:pt x="55385" y="1847"/>
                    <a:pt x="58155" y="923"/>
                  </a:cubicBezTo>
                  <a:lnTo>
                    <a:pt x="62770" y="7386"/>
                  </a:lnTo>
                  <a:cubicBezTo>
                    <a:pt x="58155" y="12003"/>
                    <a:pt x="50770" y="17543"/>
                    <a:pt x="36924" y="29546"/>
                  </a:cubicBezTo>
                  <a:cubicBezTo>
                    <a:pt x="60924" y="25852"/>
                    <a:pt x="63693" y="24929"/>
                    <a:pt x="72924" y="23083"/>
                  </a:cubicBezTo>
                  <a:lnTo>
                    <a:pt x="73847" y="33239"/>
                  </a:lnTo>
                  <a:close/>
                  <a:moveTo>
                    <a:pt x="176310" y="64631"/>
                  </a:moveTo>
                  <a:cubicBezTo>
                    <a:pt x="195695" y="60938"/>
                    <a:pt x="201233" y="46165"/>
                    <a:pt x="201233" y="36932"/>
                  </a:cubicBezTo>
                  <a:cubicBezTo>
                    <a:pt x="201233" y="26776"/>
                    <a:pt x="194772" y="15696"/>
                    <a:pt x="180002" y="14773"/>
                  </a:cubicBezTo>
                  <a:cubicBezTo>
                    <a:pt x="177233" y="46165"/>
                    <a:pt x="165233" y="68324"/>
                    <a:pt x="156002" y="68324"/>
                  </a:cubicBezTo>
                  <a:cubicBezTo>
                    <a:pt x="149540" y="68324"/>
                    <a:pt x="138463" y="58168"/>
                    <a:pt x="138463" y="42472"/>
                  </a:cubicBezTo>
                  <a:cubicBezTo>
                    <a:pt x="138463" y="24929"/>
                    <a:pt x="155079" y="3693"/>
                    <a:pt x="178156" y="3693"/>
                  </a:cubicBezTo>
                  <a:cubicBezTo>
                    <a:pt x="195695" y="3693"/>
                    <a:pt x="212310" y="15696"/>
                    <a:pt x="212310" y="36009"/>
                  </a:cubicBezTo>
                  <a:cubicBezTo>
                    <a:pt x="212310" y="48935"/>
                    <a:pt x="206772" y="56321"/>
                    <a:pt x="202156" y="61861"/>
                  </a:cubicBezTo>
                  <a:cubicBezTo>
                    <a:pt x="196618" y="68324"/>
                    <a:pt x="189233" y="71094"/>
                    <a:pt x="183695" y="73864"/>
                  </a:cubicBezTo>
                  <a:cubicBezTo>
                    <a:pt x="180925" y="70171"/>
                    <a:pt x="180002" y="68324"/>
                    <a:pt x="176310" y="64631"/>
                  </a:cubicBezTo>
                  <a:close/>
                  <a:moveTo>
                    <a:pt x="149540" y="42472"/>
                  </a:moveTo>
                  <a:cubicBezTo>
                    <a:pt x="149540" y="49858"/>
                    <a:pt x="153233" y="55398"/>
                    <a:pt x="156002" y="55398"/>
                  </a:cubicBezTo>
                  <a:cubicBezTo>
                    <a:pt x="158771" y="55398"/>
                    <a:pt x="160617" y="49858"/>
                    <a:pt x="162463" y="46165"/>
                  </a:cubicBezTo>
                  <a:cubicBezTo>
                    <a:pt x="168002" y="31392"/>
                    <a:pt x="168925" y="21236"/>
                    <a:pt x="168925" y="16619"/>
                  </a:cubicBezTo>
                  <a:cubicBezTo>
                    <a:pt x="156925" y="21236"/>
                    <a:pt x="149540" y="34162"/>
                    <a:pt x="149540" y="42472"/>
                  </a:cubicBezTo>
                  <a:close/>
                  <a:moveTo>
                    <a:pt x="307388" y="14773"/>
                  </a:moveTo>
                  <a:lnTo>
                    <a:pt x="307388" y="0"/>
                  </a:lnTo>
                  <a:lnTo>
                    <a:pt x="318465" y="0"/>
                  </a:lnTo>
                  <a:cubicBezTo>
                    <a:pt x="319388" y="0"/>
                    <a:pt x="320312" y="0"/>
                    <a:pt x="320312" y="923"/>
                  </a:cubicBezTo>
                  <a:cubicBezTo>
                    <a:pt x="320312" y="1847"/>
                    <a:pt x="319388" y="1847"/>
                    <a:pt x="317542" y="2770"/>
                  </a:cubicBezTo>
                  <a:lnTo>
                    <a:pt x="317542" y="14773"/>
                  </a:lnTo>
                  <a:lnTo>
                    <a:pt x="329542" y="14773"/>
                  </a:lnTo>
                  <a:cubicBezTo>
                    <a:pt x="326773" y="13850"/>
                    <a:pt x="324927" y="12926"/>
                    <a:pt x="324004" y="12003"/>
                  </a:cubicBezTo>
                  <a:cubicBezTo>
                    <a:pt x="327696" y="8310"/>
                    <a:pt x="329542" y="2770"/>
                    <a:pt x="330466" y="923"/>
                  </a:cubicBezTo>
                  <a:lnTo>
                    <a:pt x="340619" y="4617"/>
                  </a:lnTo>
                  <a:cubicBezTo>
                    <a:pt x="341543" y="4617"/>
                    <a:pt x="341543" y="5540"/>
                    <a:pt x="341543" y="5540"/>
                  </a:cubicBezTo>
                  <a:cubicBezTo>
                    <a:pt x="341543" y="6463"/>
                    <a:pt x="340619" y="6463"/>
                    <a:pt x="338773" y="6463"/>
                  </a:cubicBezTo>
                  <a:cubicBezTo>
                    <a:pt x="337850" y="10156"/>
                    <a:pt x="335081" y="12926"/>
                    <a:pt x="334158" y="14773"/>
                  </a:cubicBezTo>
                  <a:lnTo>
                    <a:pt x="349850" y="14773"/>
                  </a:lnTo>
                  <a:lnTo>
                    <a:pt x="349850" y="33239"/>
                  </a:lnTo>
                  <a:lnTo>
                    <a:pt x="339696" y="33239"/>
                  </a:lnTo>
                  <a:lnTo>
                    <a:pt x="339696" y="22159"/>
                  </a:lnTo>
                  <a:lnTo>
                    <a:pt x="287080" y="22159"/>
                  </a:lnTo>
                  <a:lnTo>
                    <a:pt x="287080" y="33239"/>
                  </a:lnTo>
                  <a:lnTo>
                    <a:pt x="276926" y="33239"/>
                  </a:lnTo>
                  <a:lnTo>
                    <a:pt x="276926" y="14773"/>
                  </a:lnTo>
                  <a:lnTo>
                    <a:pt x="291696" y="14773"/>
                  </a:lnTo>
                  <a:cubicBezTo>
                    <a:pt x="288927" y="10156"/>
                    <a:pt x="288927" y="9233"/>
                    <a:pt x="286157" y="5540"/>
                  </a:cubicBezTo>
                  <a:lnTo>
                    <a:pt x="294465" y="923"/>
                  </a:lnTo>
                  <a:cubicBezTo>
                    <a:pt x="295388" y="1847"/>
                    <a:pt x="299081" y="6463"/>
                    <a:pt x="301850" y="12003"/>
                  </a:cubicBezTo>
                  <a:cubicBezTo>
                    <a:pt x="300927" y="12926"/>
                    <a:pt x="298157" y="14773"/>
                    <a:pt x="297234" y="14773"/>
                  </a:cubicBezTo>
                  <a:lnTo>
                    <a:pt x="307388" y="14773"/>
                  </a:lnTo>
                  <a:close/>
                  <a:moveTo>
                    <a:pt x="318465" y="47088"/>
                  </a:moveTo>
                  <a:lnTo>
                    <a:pt x="342466" y="47088"/>
                  </a:lnTo>
                  <a:lnTo>
                    <a:pt x="342466" y="65554"/>
                  </a:lnTo>
                  <a:cubicBezTo>
                    <a:pt x="342466" y="68324"/>
                    <a:pt x="342466" y="71094"/>
                    <a:pt x="337850" y="72941"/>
                  </a:cubicBezTo>
                  <a:cubicBezTo>
                    <a:pt x="336927" y="72941"/>
                    <a:pt x="333235" y="74787"/>
                    <a:pt x="325850" y="74787"/>
                  </a:cubicBezTo>
                  <a:cubicBezTo>
                    <a:pt x="325850" y="72018"/>
                    <a:pt x="324004" y="67401"/>
                    <a:pt x="322158" y="64631"/>
                  </a:cubicBezTo>
                  <a:cubicBezTo>
                    <a:pt x="323081" y="64631"/>
                    <a:pt x="326773" y="65554"/>
                    <a:pt x="327696" y="65554"/>
                  </a:cubicBezTo>
                  <a:cubicBezTo>
                    <a:pt x="331389" y="65554"/>
                    <a:pt x="331389" y="64631"/>
                    <a:pt x="331389" y="56321"/>
                  </a:cubicBezTo>
                  <a:lnTo>
                    <a:pt x="318465" y="56321"/>
                  </a:lnTo>
                  <a:lnTo>
                    <a:pt x="318465" y="78481"/>
                  </a:lnTo>
                  <a:lnTo>
                    <a:pt x="308311" y="78481"/>
                  </a:lnTo>
                  <a:lnTo>
                    <a:pt x="308311" y="55398"/>
                  </a:lnTo>
                  <a:lnTo>
                    <a:pt x="295388" y="55398"/>
                  </a:lnTo>
                  <a:lnTo>
                    <a:pt x="295388" y="72941"/>
                  </a:lnTo>
                  <a:lnTo>
                    <a:pt x="285234" y="72941"/>
                  </a:lnTo>
                  <a:lnTo>
                    <a:pt x="285234" y="47088"/>
                  </a:lnTo>
                  <a:lnTo>
                    <a:pt x="308311" y="47088"/>
                  </a:lnTo>
                  <a:lnTo>
                    <a:pt x="308311" y="43395"/>
                  </a:lnTo>
                  <a:lnTo>
                    <a:pt x="291696" y="43395"/>
                  </a:lnTo>
                  <a:lnTo>
                    <a:pt x="291696" y="24929"/>
                  </a:lnTo>
                  <a:lnTo>
                    <a:pt x="335081" y="24929"/>
                  </a:lnTo>
                  <a:lnTo>
                    <a:pt x="335081" y="43395"/>
                  </a:lnTo>
                  <a:lnTo>
                    <a:pt x="318465" y="43395"/>
                  </a:lnTo>
                  <a:lnTo>
                    <a:pt x="318465" y="47088"/>
                  </a:lnTo>
                  <a:close/>
                  <a:moveTo>
                    <a:pt x="300927" y="32316"/>
                  </a:moveTo>
                  <a:lnTo>
                    <a:pt x="300927" y="37855"/>
                  </a:lnTo>
                  <a:lnTo>
                    <a:pt x="324927" y="37855"/>
                  </a:lnTo>
                  <a:lnTo>
                    <a:pt x="324927" y="32316"/>
                  </a:lnTo>
                  <a:lnTo>
                    <a:pt x="300927" y="32316"/>
                  </a:lnTo>
                  <a:close/>
                  <a:moveTo>
                    <a:pt x="444005" y="14773"/>
                  </a:moveTo>
                  <a:lnTo>
                    <a:pt x="444005" y="22159"/>
                  </a:lnTo>
                  <a:lnTo>
                    <a:pt x="417236" y="22159"/>
                  </a:lnTo>
                  <a:lnTo>
                    <a:pt x="417236" y="14773"/>
                  </a:lnTo>
                  <a:lnTo>
                    <a:pt x="444005" y="14773"/>
                  </a:lnTo>
                  <a:close/>
                  <a:moveTo>
                    <a:pt x="428313" y="73864"/>
                  </a:moveTo>
                  <a:lnTo>
                    <a:pt x="428313" y="77557"/>
                  </a:lnTo>
                  <a:lnTo>
                    <a:pt x="419082" y="77557"/>
                  </a:lnTo>
                  <a:lnTo>
                    <a:pt x="419082" y="47088"/>
                  </a:lnTo>
                  <a:lnTo>
                    <a:pt x="443082" y="47088"/>
                  </a:lnTo>
                  <a:lnTo>
                    <a:pt x="443082" y="76634"/>
                  </a:lnTo>
                  <a:lnTo>
                    <a:pt x="434774" y="76634"/>
                  </a:lnTo>
                  <a:lnTo>
                    <a:pt x="434774" y="73864"/>
                  </a:lnTo>
                  <a:lnTo>
                    <a:pt x="428313" y="73864"/>
                  </a:lnTo>
                  <a:close/>
                  <a:moveTo>
                    <a:pt x="441236" y="3693"/>
                  </a:moveTo>
                  <a:lnTo>
                    <a:pt x="441236" y="11080"/>
                  </a:lnTo>
                  <a:lnTo>
                    <a:pt x="420928" y="11080"/>
                  </a:lnTo>
                  <a:lnTo>
                    <a:pt x="420928" y="3693"/>
                  </a:lnTo>
                  <a:lnTo>
                    <a:pt x="441236" y="3693"/>
                  </a:lnTo>
                  <a:close/>
                  <a:moveTo>
                    <a:pt x="441236" y="25852"/>
                  </a:moveTo>
                  <a:lnTo>
                    <a:pt x="441236" y="33239"/>
                  </a:lnTo>
                  <a:lnTo>
                    <a:pt x="420928" y="33239"/>
                  </a:lnTo>
                  <a:lnTo>
                    <a:pt x="420928" y="25852"/>
                  </a:lnTo>
                  <a:lnTo>
                    <a:pt x="441236" y="25852"/>
                  </a:lnTo>
                  <a:close/>
                  <a:moveTo>
                    <a:pt x="441236" y="36932"/>
                  </a:moveTo>
                  <a:lnTo>
                    <a:pt x="441236" y="44319"/>
                  </a:lnTo>
                  <a:lnTo>
                    <a:pt x="420928" y="44319"/>
                  </a:lnTo>
                  <a:lnTo>
                    <a:pt x="420928" y="36932"/>
                  </a:lnTo>
                  <a:lnTo>
                    <a:pt x="441236" y="36932"/>
                  </a:lnTo>
                  <a:close/>
                  <a:moveTo>
                    <a:pt x="435698" y="65554"/>
                  </a:moveTo>
                  <a:lnTo>
                    <a:pt x="435698" y="56321"/>
                  </a:lnTo>
                  <a:lnTo>
                    <a:pt x="428313" y="56321"/>
                  </a:lnTo>
                  <a:lnTo>
                    <a:pt x="428313" y="65554"/>
                  </a:lnTo>
                  <a:lnTo>
                    <a:pt x="435698" y="65554"/>
                  </a:lnTo>
                  <a:close/>
                  <a:moveTo>
                    <a:pt x="493852" y="43395"/>
                  </a:moveTo>
                  <a:lnTo>
                    <a:pt x="493852" y="43395"/>
                  </a:lnTo>
                  <a:cubicBezTo>
                    <a:pt x="494775" y="45242"/>
                    <a:pt x="493852" y="45242"/>
                    <a:pt x="492006" y="45242"/>
                  </a:cubicBezTo>
                  <a:cubicBezTo>
                    <a:pt x="488314" y="51705"/>
                    <a:pt x="486467" y="55398"/>
                    <a:pt x="485544" y="57245"/>
                  </a:cubicBezTo>
                  <a:cubicBezTo>
                    <a:pt x="485544" y="58168"/>
                    <a:pt x="487390" y="62785"/>
                    <a:pt x="488314" y="62785"/>
                  </a:cubicBezTo>
                  <a:cubicBezTo>
                    <a:pt x="489237" y="62785"/>
                    <a:pt x="490160" y="57245"/>
                    <a:pt x="490160" y="55398"/>
                  </a:cubicBezTo>
                  <a:cubicBezTo>
                    <a:pt x="492006" y="58168"/>
                    <a:pt x="492929" y="60015"/>
                    <a:pt x="496621" y="61861"/>
                  </a:cubicBezTo>
                  <a:cubicBezTo>
                    <a:pt x="494775" y="72018"/>
                    <a:pt x="492929" y="77557"/>
                    <a:pt x="488314" y="77557"/>
                  </a:cubicBezTo>
                  <a:cubicBezTo>
                    <a:pt x="484621" y="77557"/>
                    <a:pt x="480929" y="70171"/>
                    <a:pt x="479083" y="66478"/>
                  </a:cubicBezTo>
                  <a:cubicBezTo>
                    <a:pt x="474467" y="72018"/>
                    <a:pt x="470775" y="75711"/>
                    <a:pt x="466159" y="79404"/>
                  </a:cubicBezTo>
                  <a:cubicBezTo>
                    <a:pt x="464313" y="76634"/>
                    <a:pt x="462467" y="74787"/>
                    <a:pt x="459698" y="72941"/>
                  </a:cubicBezTo>
                  <a:cubicBezTo>
                    <a:pt x="462467" y="71094"/>
                    <a:pt x="463390" y="70171"/>
                    <a:pt x="465236" y="68324"/>
                  </a:cubicBezTo>
                  <a:lnTo>
                    <a:pt x="453236" y="68324"/>
                  </a:lnTo>
                  <a:lnTo>
                    <a:pt x="453236" y="74787"/>
                  </a:lnTo>
                  <a:lnTo>
                    <a:pt x="444928" y="74787"/>
                  </a:lnTo>
                  <a:lnTo>
                    <a:pt x="444928" y="39702"/>
                  </a:lnTo>
                  <a:lnTo>
                    <a:pt x="468929" y="39702"/>
                  </a:lnTo>
                  <a:lnTo>
                    <a:pt x="468929" y="63708"/>
                  </a:lnTo>
                  <a:cubicBezTo>
                    <a:pt x="472621" y="60015"/>
                    <a:pt x="474467" y="57245"/>
                    <a:pt x="475390" y="56321"/>
                  </a:cubicBezTo>
                  <a:cubicBezTo>
                    <a:pt x="474467" y="51705"/>
                    <a:pt x="473544" y="46165"/>
                    <a:pt x="472621" y="36932"/>
                  </a:cubicBezTo>
                  <a:lnTo>
                    <a:pt x="443082" y="36932"/>
                  </a:lnTo>
                  <a:lnTo>
                    <a:pt x="443082" y="28622"/>
                  </a:lnTo>
                  <a:lnTo>
                    <a:pt x="448621" y="28622"/>
                  </a:lnTo>
                  <a:cubicBezTo>
                    <a:pt x="448621" y="25852"/>
                    <a:pt x="446775" y="23083"/>
                    <a:pt x="445851" y="19389"/>
                  </a:cubicBezTo>
                  <a:lnTo>
                    <a:pt x="451390" y="16619"/>
                  </a:lnTo>
                  <a:lnTo>
                    <a:pt x="444005" y="16619"/>
                  </a:lnTo>
                  <a:lnTo>
                    <a:pt x="444005" y="9233"/>
                  </a:lnTo>
                  <a:lnTo>
                    <a:pt x="452313" y="9233"/>
                  </a:lnTo>
                  <a:lnTo>
                    <a:pt x="452313" y="923"/>
                  </a:lnTo>
                  <a:lnTo>
                    <a:pt x="462467" y="923"/>
                  </a:lnTo>
                  <a:cubicBezTo>
                    <a:pt x="463390" y="923"/>
                    <a:pt x="464313" y="923"/>
                    <a:pt x="464313" y="1847"/>
                  </a:cubicBezTo>
                  <a:cubicBezTo>
                    <a:pt x="464313" y="1847"/>
                    <a:pt x="464313" y="2770"/>
                    <a:pt x="462467" y="3693"/>
                  </a:cubicBezTo>
                  <a:lnTo>
                    <a:pt x="462467" y="9233"/>
                  </a:lnTo>
                  <a:lnTo>
                    <a:pt x="470775" y="9233"/>
                  </a:lnTo>
                  <a:lnTo>
                    <a:pt x="470775" y="17543"/>
                  </a:lnTo>
                  <a:lnTo>
                    <a:pt x="463390" y="17543"/>
                  </a:lnTo>
                  <a:lnTo>
                    <a:pt x="468929" y="19389"/>
                  </a:lnTo>
                  <a:cubicBezTo>
                    <a:pt x="468929" y="19389"/>
                    <a:pt x="469852" y="19389"/>
                    <a:pt x="469852" y="20313"/>
                  </a:cubicBezTo>
                  <a:cubicBezTo>
                    <a:pt x="469852" y="21236"/>
                    <a:pt x="468929" y="21236"/>
                    <a:pt x="468006" y="21236"/>
                  </a:cubicBezTo>
                  <a:cubicBezTo>
                    <a:pt x="467082" y="24006"/>
                    <a:pt x="465236" y="28622"/>
                    <a:pt x="465236" y="28622"/>
                  </a:cubicBezTo>
                  <a:lnTo>
                    <a:pt x="471698" y="28622"/>
                  </a:lnTo>
                  <a:lnTo>
                    <a:pt x="471698" y="0"/>
                  </a:lnTo>
                  <a:lnTo>
                    <a:pt x="480929" y="0"/>
                  </a:lnTo>
                  <a:cubicBezTo>
                    <a:pt x="481852" y="0"/>
                    <a:pt x="482775" y="0"/>
                    <a:pt x="482775" y="923"/>
                  </a:cubicBezTo>
                  <a:cubicBezTo>
                    <a:pt x="482775" y="1847"/>
                    <a:pt x="481852" y="1847"/>
                    <a:pt x="480929" y="2770"/>
                  </a:cubicBezTo>
                  <a:lnTo>
                    <a:pt x="480929" y="28622"/>
                  </a:lnTo>
                  <a:lnTo>
                    <a:pt x="494775" y="28622"/>
                  </a:lnTo>
                  <a:lnTo>
                    <a:pt x="494775" y="36932"/>
                  </a:lnTo>
                  <a:lnTo>
                    <a:pt x="481852" y="36932"/>
                  </a:lnTo>
                  <a:cubicBezTo>
                    <a:pt x="481852" y="38779"/>
                    <a:pt x="481852" y="41549"/>
                    <a:pt x="482775" y="45242"/>
                  </a:cubicBezTo>
                  <a:cubicBezTo>
                    <a:pt x="482775" y="43395"/>
                    <a:pt x="483698" y="42472"/>
                    <a:pt x="485544" y="37855"/>
                  </a:cubicBezTo>
                  <a:lnTo>
                    <a:pt x="493852" y="43395"/>
                  </a:lnTo>
                  <a:close/>
                  <a:moveTo>
                    <a:pt x="452313" y="17543"/>
                  </a:moveTo>
                  <a:cubicBezTo>
                    <a:pt x="454159" y="23083"/>
                    <a:pt x="455082" y="25852"/>
                    <a:pt x="456005" y="27699"/>
                  </a:cubicBezTo>
                  <a:lnTo>
                    <a:pt x="451390" y="28622"/>
                  </a:lnTo>
                  <a:lnTo>
                    <a:pt x="458775" y="28622"/>
                  </a:lnTo>
                  <a:cubicBezTo>
                    <a:pt x="459698" y="25852"/>
                    <a:pt x="461544" y="22159"/>
                    <a:pt x="462467" y="16619"/>
                  </a:cubicBezTo>
                  <a:lnTo>
                    <a:pt x="452313" y="17543"/>
                  </a:lnTo>
                  <a:lnTo>
                    <a:pt x="452313" y="17543"/>
                  </a:lnTo>
                  <a:close/>
                  <a:moveTo>
                    <a:pt x="461544" y="50782"/>
                  </a:moveTo>
                  <a:lnTo>
                    <a:pt x="461544" y="46165"/>
                  </a:lnTo>
                  <a:lnTo>
                    <a:pt x="454159" y="46165"/>
                  </a:lnTo>
                  <a:lnTo>
                    <a:pt x="454159" y="50782"/>
                  </a:lnTo>
                  <a:lnTo>
                    <a:pt x="461544" y="50782"/>
                  </a:lnTo>
                  <a:close/>
                  <a:moveTo>
                    <a:pt x="454159" y="56321"/>
                  </a:moveTo>
                  <a:lnTo>
                    <a:pt x="454159" y="60938"/>
                  </a:lnTo>
                  <a:lnTo>
                    <a:pt x="461544" y="60938"/>
                  </a:lnTo>
                  <a:lnTo>
                    <a:pt x="461544" y="56321"/>
                  </a:lnTo>
                  <a:lnTo>
                    <a:pt x="454159" y="56321"/>
                  </a:lnTo>
                  <a:close/>
                  <a:moveTo>
                    <a:pt x="489237" y="6463"/>
                  </a:moveTo>
                  <a:cubicBezTo>
                    <a:pt x="491083" y="11080"/>
                    <a:pt x="492929" y="14773"/>
                    <a:pt x="494775" y="21236"/>
                  </a:cubicBezTo>
                  <a:cubicBezTo>
                    <a:pt x="491083" y="22159"/>
                    <a:pt x="490160" y="22159"/>
                    <a:pt x="486467" y="24006"/>
                  </a:cubicBezTo>
                  <a:cubicBezTo>
                    <a:pt x="485544" y="21236"/>
                    <a:pt x="484621" y="14773"/>
                    <a:pt x="481852" y="10156"/>
                  </a:cubicBezTo>
                  <a:lnTo>
                    <a:pt x="489237" y="6463"/>
                  </a:lnTo>
                  <a:close/>
                  <a:moveTo>
                    <a:pt x="534468" y="53552"/>
                  </a:moveTo>
                  <a:cubicBezTo>
                    <a:pt x="542776" y="59091"/>
                    <a:pt x="550160" y="65554"/>
                    <a:pt x="552930" y="68324"/>
                  </a:cubicBezTo>
                  <a:lnTo>
                    <a:pt x="544622" y="76634"/>
                  </a:lnTo>
                  <a:cubicBezTo>
                    <a:pt x="540007" y="70171"/>
                    <a:pt x="534468" y="65554"/>
                    <a:pt x="528006" y="61861"/>
                  </a:cubicBezTo>
                  <a:lnTo>
                    <a:pt x="534468" y="53552"/>
                  </a:lnTo>
                  <a:close/>
                  <a:moveTo>
                    <a:pt x="633238" y="36932"/>
                  </a:moveTo>
                  <a:lnTo>
                    <a:pt x="633238" y="36932"/>
                  </a:lnTo>
                  <a:cubicBezTo>
                    <a:pt x="634161" y="38779"/>
                    <a:pt x="632315" y="38779"/>
                    <a:pt x="631392" y="38779"/>
                  </a:cubicBezTo>
                  <a:lnTo>
                    <a:pt x="630469" y="39702"/>
                  </a:lnTo>
                  <a:lnTo>
                    <a:pt x="655393" y="39702"/>
                  </a:lnTo>
                  <a:lnTo>
                    <a:pt x="659085" y="44319"/>
                  </a:lnTo>
                  <a:cubicBezTo>
                    <a:pt x="654469" y="51705"/>
                    <a:pt x="648931" y="56321"/>
                    <a:pt x="644315" y="60938"/>
                  </a:cubicBezTo>
                  <a:cubicBezTo>
                    <a:pt x="648008" y="62785"/>
                    <a:pt x="660931" y="68324"/>
                    <a:pt x="674777" y="67401"/>
                  </a:cubicBezTo>
                  <a:cubicBezTo>
                    <a:pt x="671085" y="71094"/>
                    <a:pt x="670162" y="72941"/>
                    <a:pt x="668316" y="77557"/>
                  </a:cubicBezTo>
                  <a:cubicBezTo>
                    <a:pt x="664623" y="77557"/>
                    <a:pt x="649854" y="75711"/>
                    <a:pt x="636008" y="66478"/>
                  </a:cubicBezTo>
                  <a:cubicBezTo>
                    <a:pt x="627700" y="71094"/>
                    <a:pt x="621238" y="73864"/>
                    <a:pt x="604623" y="77557"/>
                  </a:cubicBezTo>
                  <a:cubicBezTo>
                    <a:pt x="602776" y="73864"/>
                    <a:pt x="601853" y="72018"/>
                    <a:pt x="598161" y="68324"/>
                  </a:cubicBezTo>
                  <a:cubicBezTo>
                    <a:pt x="606469" y="68324"/>
                    <a:pt x="617546" y="65554"/>
                    <a:pt x="627700" y="60015"/>
                  </a:cubicBezTo>
                  <a:cubicBezTo>
                    <a:pt x="623084" y="56321"/>
                    <a:pt x="621238" y="52628"/>
                    <a:pt x="620315" y="50782"/>
                  </a:cubicBezTo>
                  <a:cubicBezTo>
                    <a:pt x="613854" y="56321"/>
                    <a:pt x="609238" y="59091"/>
                    <a:pt x="605546" y="60938"/>
                  </a:cubicBezTo>
                  <a:cubicBezTo>
                    <a:pt x="602776" y="57245"/>
                    <a:pt x="601853" y="56321"/>
                    <a:pt x="598161" y="53552"/>
                  </a:cubicBezTo>
                  <a:cubicBezTo>
                    <a:pt x="603700" y="50782"/>
                    <a:pt x="614777" y="47088"/>
                    <a:pt x="624007" y="33239"/>
                  </a:cubicBezTo>
                  <a:cubicBezTo>
                    <a:pt x="620315" y="36009"/>
                    <a:pt x="617546" y="37855"/>
                    <a:pt x="612930" y="38779"/>
                  </a:cubicBezTo>
                  <a:cubicBezTo>
                    <a:pt x="611084" y="39702"/>
                    <a:pt x="610161" y="37855"/>
                    <a:pt x="605546" y="33239"/>
                  </a:cubicBezTo>
                  <a:cubicBezTo>
                    <a:pt x="614777" y="30469"/>
                    <a:pt x="621238" y="27699"/>
                    <a:pt x="622161" y="15696"/>
                  </a:cubicBezTo>
                  <a:lnTo>
                    <a:pt x="609238" y="15696"/>
                  </a:lnTo>
                  <a:lnTo>
                    <a:pt x="615700" y="20313"/>
                  </a:lnTo>
                  <a:cubicBezTo>
                    <a:pt x="616623" y="20313"/>
                    <a:pt x="616623" y="21236"/>
                    <a:pt x="616623" y="21236"/>
                  </a:cubicBezTo>
                  <a:lnTo>
                    <a:pt x="615700" y="22159"/>
                  </a:lnTo>
                  <a:lnTo>
                    <a:pt x="613854" y="22159"/>
                  </a:lnTo>
                  <a:cubicBezTo>
                    <a:pt x="609238" y="27699"/>
                    <a:pt x="607392" y="29546"/>
                    <a:pt x="600930" y="34162"/>
                  </a:cubicBezTo>
                  <a:cubicBezTo>
                    <a:pt x="598161" y="30469"/>
                    <a:pt x="594469" y="28622"/>
                    <a:pt x="593545" y="27699"/>
                  </a:cubicBezTo>
                  <a:cubicBezTo>
                    <a:pt x="597238" y="25852"/>
                    <a:pt x="601853" y="22159"/>
                    <a:pt x="607392" y="15696"/>
                  </a:cubicBezTo>
                  <a:lnTo>
                    <a:pt x="595392" y="15696"/>
                  </a:lnTo>
                  <a:lnTo>
                    <a:pt x="595392" y="7386"/>
                  </a:lnTo>
                  <a:lnTo>
                    <a:pt x="628623" y="7386"/>
                  </a:lnTo>
                  <a:lnTo>
                    <a:pt x="628623" y="0"/>
                  </a:lnTo>
                  <a:lnTo>
                    <a:pt x="639700" y="0"/>
                  </a:lnTo>
                  <a:cubicBezTo>
                    <a:pt x="640623" y="0"/>
                    <a:pt x="641546" y="0"/>
                    <a:pt x="641546" y="923"/>
                  </a:cubicBezTo>
                  <a:cubicBezTo>
                    <a:pt x="641546" y="1847"/>
                    <a:pt x="640623" y="1847"/>
                    <a:pt x="639700" y="2770"/>
                  </a:cubicBezTo>
                  <a:lnTo>
                    <a:pt x="639700" y="7386"/>
                  </a:lnTo>
                  <a:lnTo>
                    <a:pt x="672931" y="7386"/>
                  </a:lnTo>
                  <a:lnTo>
                    <a:pt x="672931" y="15696"/>
                  </a:lnTo>
                  <a:lnTo>
                    <a:pt x="648931" y="15696"/>
                  </a:lnTo>
                  <a:lnTo>
                    <a:pt x="648931" y="32316"/>
                  </a:lnTo>
                  <a:cubicBezTo>
                    <a:pt x="648931" y="36009"/>
                    <a:pt x="648008" y="38779"/>
                    <a:pt x="636008" y="39702"/>
                  </a:cubicBezTo>
                  <a:cubicBezTo>
                    <a:pt x="635084" y="35085"/>
                    <a:pt x="632315" y="31392"/>
                    <a:pt x="631392" y="30469"/>
                  </a:cubicBezTo>
                  <a:cubicBezTo>
                    <a:pt x="633238" y="30469"/>
                    <a:pt x="635084" y="31392"/>
                    <a:pt x="636931" y="31392"/>
                  </a:cubicBezTo>
                  <a:cubicBezTo>
                    <a:pt x="637854" y="31392"/>
                    <a:pt x="639700" y="31392"/>
                    <a:pt x="639700" y="29546"/>
                  </a:cubicBezTo>
                  <a:lnTo>
                    <a:pt x="639700" y="15696"/>
                  </a:lnTo>
                  <a:lnTo>
                    <a:pt x="632315" y="15696"/>
                  </a:lnTo>
                  <a:cubicBezTo>
                    <a:pt x="632315" y="19389"/>
                    <a:pt x="631392" y="27699"/>
                    <a:pt x="624931" y="34162"/>
                  </a:cubicBezTo>
                  <a:lnTo>
                    <a:pt x="633238" y="36932"/>
                  </a:lnTo>
                  <a:lnTo>
                    <a:pt x="633238" y="36932"/>
                  </a:lnTo>
                  <a:close/>
                  <a:moveTo>
                    <a:pt x="627700" y="48935"/>
                  </a:moveTo>
                  <a:cubicBezTo>
                    <a:pt x="629546" y="50782"/>
                    <a:pt x="631392" y="53552"/>
                    <a:pt x="635084" y="56321"/>
                  </a:cubicBezTo>
                  <a:cubicBezTo>
                    <a:pt x="639700" y="52628"/>
                    <a:pt x="641546" y="50782"/>
                    <a:pt x="642469" y="48935"/>
                  </a:cubicBezTo>
                  <a:lnTo>
                    <a:pt x="627700" y="48935"/>
                  </a:lnTo>
                  <a:close/>
                  <a:moveTo>
                    <a:pt x="658162" y="15696"/>
                  </a:moveTo>
                  <a:cubicBezTo>
                    <a:pt x="662777" y="19389"/>
                    <a:pt x="666470" y="23083"/>
                    <a:pt x="671085" y="29546"/>
                  </a:cubicBezTo>
                  <a:cubicBezTo>
                    <a:pt x="670162" y="30469"/>
                    <a:pt x="667393" y="31392"/>
                    <a:pt x="662777" y="35085"/>
                  </a:cubicBezTo>
                  <a:cubicBezTo>
                    <a:pt x="658162" y="28622"/>
                    <a:pt x="655393" y="25852"/>
                    <a:pt x="650777" y="21236"/>
                  </a:cubicBezTo>
                  <a:lnTo>
                    <a:pt x="658162" y="15696"/>
                  </a:lnTo>
                  <a:close/>
                  <a:moveTo>
                    <a:pt x="783702" y="24006"/>
                  </a:moveTo>
                  <a:cubicBezTo>
                    <a:pt x="781856" y="25852"/>
                    <a:pt x="770778" y="35085"/>
                    <a:pt x="764317" y="43395"/>
                  </a:cubicBezTo>
                  <a:lnTo>
                    <a:pt x="766163" y="43395"/>
                  </a:lnTo>
                  <a:cubicBezTo>
                    <a:pt x="769855" y="43395"/>
                    <a:pt x="772625" y="46165"/>
                    <a:pt x="772625" y="48935"/>
                  </a:cubicBezTo>
                  <a:cubicBezTo>
                    <a:pt x="772625" y="50782"/>
                    <a:pt x="771701" y="59091"/>
                    <a:pt x="771701" y="60015"/>
                  </a:cubicBezTo>
                  <a:cubicBezTo>
                    <a:pt x="771701" y="64631"/>
                    <a:pt x="773548" y="65554"/>
                    <a:pt x="778163" y="65554"/>
                  </a:cubicBezTo>
                  <a:cubicBezTo>
                    <a:pt x="780009" y="65554"/>
                    <a:pt x="788317" y="65554"/>
                    <a:pt x="796625" y="62785"/>
                  </a:cubicBezTo>
                  <a:lnTo>
                    <a:pt x="796625" y="74787"/>
                  </a:lnTo>
                  <a:cubicBezTo>
                    <a:pt x="788317" y="76634"/>
                    <a:pt x="780009" y="76634"/>
                    <a:pt x="776317" y="76634"/>
                  </a:cubicBezTo>
                  <a:cubicBezTo>
                    <a:pt x="759701" y="76634"/>
                    <a:pt x="759701" y="69248"/>
                    <a:pt x="759701" y="65554"/>
                  </a:cubicBezTo>
                  <a:cubicBezTo>
                    <a:pt x="759701" y="63708"/>
                    <a:pt x="760624" y="58168"/>
                    <a:pt x="760624" y="57245"/>
                  </a:cubicBezTo>
                  <a:cubicBezTo>
                    <a:pt x="760624" y="56321"/>
                    <a:pt x="760624" y="53552"/>
                    <a:pt x="757855" y="53552"/>
                  </a:cubicBezTo>
                  <a:cubicBezTo>
                    <a:pt x="756009" y="53552"/>
                    <a:pt x="754163" y="55398"/>
                    <a:pt x="750470" y="59091"/>
                  </a:cubicBezTo>
                  <a:cubicBezTo>
                    <a:pt x="746778" y="62785"/>
                    <a:pt x="742163" y="68324"/>
                    <a:pt x="733855" y="77557"/>
                  </a:cubicBezTo>
                  <a:lnTo>
                    <a:pt x="724624" y="69248"/>
                  </a:lnTo>
                  <a:cubicBezTo>
                    <a:pt x="741240" y="54475"/>
                    <a:pt x="755086" y="37855"/>
                    <a:pt x="760624" y="31392"/>
                  </a:cubicBezTo>
                  <a:cubicBezTo>
                    <a:pt x="752317" y="34162"/>
                    <a:pt x="740317" y="36009"/>
                    <a:pt x="732932" y="36009"/>
                  </a:cubicBezTo>
                  <a:lnTo>
                    <a:pt x="731086" y="24929"/>
                  </a:lnTo>
                  <a:cubicBezTo>
                    <a:pt x="750470" y="25852"/>
                    <a:pt x="768009" y="21236"/>
                    <a:pt x="776317" y="17543"/>
                  </a:cubicBezTo>
                  <a:lnTo>
                    <a:pt x="783702" y="24006"/>
                  </a:lnTo>
                  <a:close/>
                  <a:moveTo>
                    <a:pt x="745855" y="1847"/>
                  </a:moveTo>
                  <a:cubicBezTo>
                    <a:pt x="753240" y="3693"/>
                    <a:pt x="761548" y="4617"/>
                    <a:pt x="768932" y="4617"/>
                  </a:cubicBezTo>
                  <a:lnTo>
                    <a:pt x="774471" y="4617"/>
                  </a:lnTo>
                  <a:cubicBezTo>
                    <a:pt x="773548" y="8310"/>
                    <a:pt x="773548" y="12003"/>
                    <a:pt x="773548" y="14773"/>
                  </a:cubicBezTo>
                  <a:lnTo>
                    <a:pt x="769855" y="14773"/>
                  </a:lnTo>
                  <a:cubicBezTo>
                    <a:pt x="768009" y="14773"/>
                    <a:pt x="756932" y="14773"/>
                    <a:pt x="744932" y="12003"/>
                  </a:cubicBezTo>
                  <a:lnTo>
                    <a:pt x="745855" y="1847"/>
                  </a:lnTo>
                  <a:close/>
                  <a:moveTo>
                    <a:pt x="921242" y="14773"/>
                  </a:moveTo>
                  <a:cubicBezTo>
                    <a:pt x="900011" y="14773"/>
                    <a:pt x="881549" y="32316"/>
                    <a:pt x="881549" y="47088"/>
                  </a:cubicBezTo>
                  <a:cubicBezTo>
                    <a:pt x="881549" y="57245"/>
                    <a:pt x="888011" y="63708"/>
                    <a:pt x="906472" y="64631"/>
                  </a:cubicBezTo>
                  <a:cubicBezTo>
                    <a:pt x="902780" y="71094"/>
                    <a:pt x="901857" y="74787"/>
                    <a:pt x="900934" y="77557"/>
                  </a:cubicBezTo>
                  <a:cubicBezTo>
                    <a:pt x="888011" y="74787"/>
                    <a:pt x="870472" y="67401"/>
                    <a:pt x="870472" y="48012"/>
                  </a:cubicBezTo>
                  <a:cubicBezTo>
                    <a:pt x="870472" y="36932"/>
                    <a:pt x="876934" y="26776"/>
                    <a:pt x="888011" y="18466"/>
                  </a:cubicBezTo>
                  <a:cubicBezTo>
                    <a:pt x="882472" y="18466"/>
                    <a:pt x="857549" y="21236"/>
                    <a:pt x="850164" y="24006"/>
                  </a:cubicBezTo>
                  <a:lnTo>
                    <a:pt x="848318" y="10156"/>
                  </a:lnTo>
                  <a:lnTo>
                    <a:pt x="853856" y="10156"/>
                  </a:lnTo>
                  <a:cubicBezTo>
                    <a:pt x="859395" y="10156"/>
                    <a:pt x="894472" y="8310"/>
                    <a:pt x="919396" y="1847"/>
                  </a:cubicBezTo>
                  <a:lnTo>
                    <a:pt x="921242" y="14773"/>
                  </a:lnTo>
                  <a:close/>
                  <a:moveTo>
                    <a:pt x="1034782" y="24929"/>
                  </a:moveTo>
                  <a:cubicBezTo>
                    <a:pt x="1035705" y="24929"/>
                    <a:pt x="1035705" y="24929"/>
                    <a:pt x="1034782" y="24929"/>
                  </a:cubicBezTo>
                  <a:cubicBezTo>
                    <a:pt x="1035705" y="26776"/>
                    <a:pt x="1034782" y="26776"/>
                    <a:pt x="1033859" y="26776"/>
                  </a:cubicBezTo>
                  <a:cubicBezTo>
                    <a:pt x="1032935" y="31392"/>
                    <a:pt x="1032935" y="35085"/>
                    <a:pt x="1030166" y="43395"/>
                  </a:cubicBezTo>
                  <a:cubicBezTo>
                    <a:pt x="1033859" y="45242"/>
                    <a:pt x="1039397" y="48935"/>
                    <a:pt x="1043089" y="52628"/>
                  </a:cubicBezTo>
                  <a:cubicBezTo>
                    <a:pt x="1039397" y="57245"/>
                    <a:pt x="1039397" y="58168"/>
                    <a:pt x="1036628" y="62785"/>
                  </a:cubicBezTo>
                  <a:cubicBezTo>
                    <a:pt x="1034782" y="60938"/>
                    <a:pt x="1032012" y="58168"/>
                    <a:pt x="1026474" y="54475"/>
                  </a:cubicBezTo>
                  <a:cubicBezTo>
                    <a:pt x="1023705" y="59091"/>
                    <a:pt x="1017243" y="70171"/>
                    <a:pt x="1007089" y="76634"/>
                  </a:cubicBezTo>
                  <a:cubicBezTo>
                    <a:pt x="1004320" y="72941"/>
                    <a:pt x="1002473" y="72018"/>
                    <a:pt x="997858" y="69248"/>
                  </a:cubicBezTo>
                  <a:cubicBezTo>
                    <a:pt x="1006166" y="65554"/>
                    <a:pt x="1013550" y="56321"/>
                    <a:pt x="1016320" y="48935"/>
                  </a:cubicBezTo>
                  <a:cubicBezTo>
                    <a:pt x="1010781" y="46165"/>
                    <a:pt x="1007089" y="45242"/>
                    <a:pt x="998781" y="43395"/>
                  </a:cubicBezTo>
                  <a:cubicBezTo>
                    <a:pt x="989550" y="61861"/>
                    <a:pt x="985858" y="69248"/>
                    <a:pt x="978473" y="69248"/>
                  </a:cubicBezTo>
                  <a:cubicBezTo>
                    <a:pt x="972012" y="69248"/>
                    <a:pt x="966473" y="63708"/>
                    <a:pt x="966473" y="56321"/>
                  </a:cubicBezTo>
                  <a:cubicBezTo>
                    <a:pt x="966473" y="46165"/>
                    <a:pt x="975704" y="33239"/>
                    <a:pt x="993243" y="33239"/>
                  </a:cubicBezTo>
                  <a:cubicBezTo>
                    <a:pt x="994166" y="30469"/>
                    <a:pt x="998781" y="18466"/>
                    <a:pt x="999704" y="16619"/>
                  </a:cubicBezTo>
                  <a:cubicBezTo>
                    <a:pt x="991396" y="18466"/>
                    <a:pt x="984012" y="19389"/>
                    <a:pt x="980319" y="20313"/>
                  </a:cubicBezTo>
                  <a:lnTo>
                    <a:pt x="977550" y="8310"/>
                  </a:lnTo>
                  <a:cubicBezTo>
                    <a:pt x="990473" y="8310"/>
                    <a:pt x="1002473" y="5540"/>
                    <a:pt x="1008012" y="2770"/>
                  </a:cubicBezTo>
                  <a:lnTo>
                    <a:pt x="1015397" y="9233"/>
                  </a:lnTo>
                  <a:cubicBezTo>
                    <a:pt x="1009858" y="16619"/>
                    <a:pt x="1004320" y="30469"/>
                    <a:pt x="1002473" y="34162"/>
                  </a:cubicBezTo>
                  <a:cubicBezTo>
                    <a:pt x="1009858" y="35085"/>
                    <a:pt x="1016320" y="37855"/>
                    <a:pt x="1019089" y="39702"/>
                  </a:cubicBezTo>
                  <a:cubicBezTo>
                    <a:pt x="1021858" y="30469"/>
                    <a:pt x="1021858" y="24006"/>
                    <a:pt x="1021858" y="21236"/>
                  </a:cubicBezTo>
                  <a:lnTo>
                    <a:pt x="1034782" y="24929"/>
                  </a:lnTo>
                  <a:lnTo>
                    <a:pt x="1034782" y="24929"/>
                  </a:lnTo>
                  <a:close/>
                  <a:moveTo>
                    <a:pt x="976627" y="55398"/>
                  </a:moveTo>
                  <a:cubicBezTo>
                    <a:pt x="976627" y="58168"/>
                    <a:pt x="978473" y="58168"/>
                    <a:pt x="978473" y="58168"/>
                  </a:cubicBezTo>
                  <a:cubicBezTo>
                    <a:pt x="981242" y="58168"/>
                    <a:pt x="986781" y="46165"/>
                    <a:pt x="988627" y="42472"/>
                  </a:cubicBezTo>
                  <a:cubicBezTo>
                    <a:pt x="983089" y="43395"/>
                    <a:pt x="976627" y="48012"/>
                    <a:pt x="976627" y="55398"/>
                  </a:cubicBezTo>
                  <a:close/>
                  <a:moveTo>
                    <a:pt x="1146475" y="3693"/>
                  </a:moveTo>
                  <a:cubicBezTo>
                    <a:pt x="1147398" y="3693"/>
                    <a:pt x="1148321" y="3693"/>
                    <a:pt x="1148321" y="4617"/>
                  </a:cubicBezTo>
                  <a:cubicBezTo>
                    <a:pt x="1148321" y="5540"/>
                    <a:pt x="1147398" y="5540"/>
                    <a:pt x="1146475" y="5540"/>
                  </a:cubicBezTo>
                  <a:lnTo>
                    <a:pt x="1146475" y="20313"/>
                  </a:lnTo>
                  <a:cubicBezTo>
                    <a:pt x="1155706" y="19389"/>
                    <a:pt x="1156629" y="18466"/>
                    <a:pt x="1163091" y="18466"/>
                  </a:cubicBezTo>
                  <a:lnTo>
                    <a:pt x="1163091" y="30469"/>
                  </a:lnTo>
                  <a:lnTo>
                    <a:pt x="1159398" y="30469"/>
                  </a:lnTo>
                  <a:cubicBezTo>
                    <a:pt x="1155706" y="30469"/>
                    <a:pt x="1150168" y="31392"/>
                    <a:pt x="1147398" y="31392"/>
                  </a:cubicBezTo>
                  <a:cubicBezTo>
                    <a:pt x="1147398" y="53552"/>
                    <a:pt x="1144629" y="55398"/>
                    <a:pt x="1128014" y="55398"/>
                  </a:cubicBezTo>
                  <a:cubicBezTo>
                    <a:pt x="1127090" y="51705"/>
                    <a:pt x="1125244" y="46165"/>
                    <a:pt x="1125244" y="45242"/>
                  </a:cubicBezTo>
                  <a:lnTo>
                    <a:pt x="1130783" y="45242"/>
                  </a:lnTo>
                  <a:cubicBezTo>
                    <a:pt x="1136321" y="45242"/>
                    <a:pt x="1136321" y="44319"/>
                    <a:pt x="1137244" y="33239"/>
                  </a:cubicBezTo>
                  <a:cubicBezTo>
                    <a:pt x="1130783" y="34162"/>
                    <a:pt x="1124321" y="35085"/>
                    <a:pt x="1117859" y="36932"/>
                  </a:cubicBezTo>
                  <a:cubicBezTo>
                    <a:pt x="1117859" y="40625"/>
                    <a:pt x="1117859" y="55398"/>
                    <a:pt x="1118783" y="59091"/>
                  </a:cubicBezTo>
                  <a:cubicBezTo>
                    <a:pt x="1120629" y="63708"/>
                    <a:pt x="1126167" y="64631"/>
                    <a:pt x="1131706" y="64631"/>
                  </a:cubicBezTo>
                  <a:cubicBezTo>
                    <a:pt x="1134475" y="64631"/>
                    <a:pt x="1145552" y="64631"/>
                    <a:pt x="1158475" y="60938"/>
                  </a:cubicBezTo>
                  <a:cubicBezTo>
                    <a:pt x="1157552" y="64631"/>
                    <a:pt x="1157552" y="67401"/>
                    <a:pt x="1156629" y="72941"/>
                  </a:cubicBezTo>
                  <a:cubicBezTo>
                    <a:pt x="1145552" y="74787"/>
                    <a:pt x="1128937" y="74787"/>
                    <a:pt x="1128937" y="74787"/>
                  </a:cubicBezTo>
                  <a:cubicBezTo>
                    <a:pt x="1118783" y="74787"/>
                    <a:pt x="1110475" y="72941"/>
                    <a:pt x="1107706" y="62785"/>
                  </a:cubicBezTo>
                  <a:cubicBezTo>
                    <a:pt x="1106782" y="58168"/>
                    <a:pt x="1106782" y="51705"/>
                    <a:pt x="1106782" y="38779"/>
                  </a:cubicBezTo>
                  <a:cubicBezTo>
                    <a:pt x="1096628" y="40625"/>
                    <a:pt x="1095705" y="41549"/>
                    <a:pt x="1090167" y="42472"/>
                  </a:cubicBezTo>
                  <a:lnTo>
                    <a:pt x="1089244" y="29546"/>
                  </a:lnTo>
                  <a:cubicBezTo>
                    <a:pt x="1093859" y="29546"/>
                    <a:pt x="1102167" y="28622"/>
                    <a:pt x="1106782" y="26776"/>
                  </a:cubicBezTo>
                  <a:cubicBezTo>
                    <a:pt x="1106782" y="22159"/>
                    <a:pt x="1106782" y="11080"/>
                    <a:pt x="1105859" y="6463"/>
                  </a:cubicBezTo>
                  <a:lnTo>
                    <a:pt x="1117859" y="8310"/>
                  </a:lnTo>
                  <a:cubicBezTo>
                    <a:pt x="1118783" y="8310"/>
                    <a:pt x="1119706" y="8310"/>
                    <a:pt x="1119706" y="9233"/>
                  </a:cubicBezTo>
                  <a:cubicBezTo>
                    <a:pt x="1119706" y="10156"/>
                    <a:pt x="1118783" y="10156"/>
                    <a:pt x="1117859" y="10156"/>
                  </a:cubicBezTo>
                  <a:cubicBezTo>
                    <a:pt x="1117859" y="12003"/>
                    <a:pt x="1116936" y="22159"/>
                    <a:pt x="1116936" y="24006"/>
                  </a:cubicBezTo>
                  <a:cubicBezTo>
                    <a:pt x="1121552" y="23083"/>
                    <a:pt x="1127090" y="22159"/>
                    <a:pt x="1135398" y="21236"/>
                  </a:cubicBezTo>
                  <a:cubicBezTo>
                    <a:pt x="1135398" y="14773"/>
                    <a:pt x="1135398" y="7386"/>
                    <a:pt x="1133552" y="923"/>
                  </a:cubicBezTo>
                  <a:lnTo>
                    <a:pt x="1146475" y="3693"/>
                  </a:lnTo>
                  <a:lnTo>
                    <a:pt x="1146475" y="3693"/>
                  </a:lnTo>
                  <a:close/>
                  <a:moveTo>
                    <a:pt x="1262784" y="10156"/>
                  </a:moveTo>
                  <a:cubicBezTo>
                    <a:pt x="1257246" y="13850"/>
                    <a:pt x="1243399" y="26776"/>
                    <a:pt x="1240630" y="30469"/>
                  </a:cubicBezTo>
                  <a:cubicBezTo>
                    <a:pt x="1242476" y="29546"/>
                    <a:pt x="1246169" y="28622"/>
                    <a:pt x="1251707" y="28622"/>
                  </a:cubicBezTo>
                  <a:cubicBezTo>
                    <a:pt x="1263707" y="28622"/>
                    <a:pt x="1275708" y="36009"/>
                    <a:pt x="1275708" y="50782"/>
                  </a:cubicBezTo>
                  <a:cubicBezTo>
                    <a:pt x="1275708" y="69248"/>
                    <a:pt x="1258169" y="76634"/>
                    <a:pt x="1244322" y="76634"/>
                  </a:cubicBezTo>
                  <a:cubicBezTo>
                    <a:pt x="1231399" y="76634"/>
                    <a:pt x="1224015" y="70171"/>
                    <a:pt x="1224015" y="62785"/>
                  </a:cubicBezTo>
                  <a:cubicBezTo>
                    <a:pt x="1224015" y="55398"/>
                    <a:pt x="1230476" y="49858"/>
                    <a:pt x="1239707" y="49858"/>
                  </a:cubicBezTo>
                  <a:cubicBezTo>
                    <a:pt x="1246169" y="49858"/>
                    <a:pt x="1255400" y="53552"/>
                    <a:pt x="1257246" y="62785"/>
                  </a:cubicBezTo>
                  <a:cubicBezTo>
                    <a:pt x="1264631" y="59091"/>
                    <a:pt x="1264631" y="52628"/>
                    <a:pt x="1264631" y="50782"/>
                  </a:cubicBezTo>
                  <a:cubicBezTo>
                    <a:pt x="1264631" y="46165"/>
                    <a:pt x="1261861" y="37855"/>
                    <a:pt x="1249861" y="37855"/>
                  </a:cubicBezTo>
                  <a:cubicBezTo>
                    <a:pt x="1235092" y="37855"/>
                    <a:pt x="1226784" y="47088"/>
                    <a:pt x="1214784" y="59091"/>
                  </a:cubicBezTo>
                  <a:lnTo>
                    <a:pt x="1205553" y="50782"/>
                  </a:lnTo>
                  <a:cubicBezTo>
                    <a:pt x="1214784" y="44319"/>
                    <a:pt x="1236938" y="22159"/>
                    <a:pt x="1242476" y="15696"/>
                  </a:cubicBezTo>
                  <a:cubicBezTo>
                    <a:pt x="1235092" y="17543"/>
                    <a:pt x="1222168" y="18466"/>
                    <a:pt x="1216630" y="18466"/>
                  </a:cubicBezTo>
                  <a:lnTo>
                    <a:pt x="1214784" y="7386"/>
                  </a:lnTo>
                  <a:cubicBezTo>
                    <a:pt x="1221245" y="7386"/>
                    <a:pt x="1244322" y="7386"/>
                    <a:pt x="1257246" y="1847"/>
                  </a:cubicBezTo>
                  <a:lnTo>
                    <a:pt x="1262784" y="10156"/>
                  </a:lnTo>
                  <a:lnTo>
                    <a:pt x="1262784" y="10156"/>
                  </a:lnTo>
                  <a:close/>
                  <a:moveTo>
                    <a:pt x="1237861" y="59091"/>
                  </a:moveTo>
                  <a:cubicBezTo>
                    <a:pt x="1235092" y="59091"/>
                    <a:pt x="1233245" y="60938"/>
                    <a:pt x="1233245" y="62785"/>
                  </a:cubicBezTo>
                  <a:cubicBezTo>
                    <a:pt x="1233245" y="66478"/>
                    <a:pt x="1237861" y="68324"/>
                    <a:pt x="1241553" y="68324"/>
                  </a:cubicBezTo>
                  <a:cubicBezTo>
                    <a:pt x="1243399" y="68324"/>
                    <a:pt x="1245246" y="68324"/>
                    <a:pt x="1246169" y="67401"/>
                  </a:cubicBezTo>
                  <a:cubicBezTo>
                    <a:pt x="1246169" y="61861"/>
                    <a:pt x="1242476" y="59091"/>
                    <a:pt x="1237861" y="59091"/>
                  </a:cubicBezTo>
                  <a:close/>
                </a:path>
              </a:pathLst>
            </a:custGeom>
            <a:solidFill>
              <a:srgbClr val="3E3A39"/>
            </a:solidFill>
            <a:ln w="9231" cap="flat">
              <a:noFill/>
              <a:prstDash val="solid"/>
              <a:miter/>
            </a:ln>
          </p:spPr>
          <p:txBody>
            <a:bodyPr rtlCol="0" anchor="ctr"/>
            <a:lstStyle/>
            <a:p>
              <a:endParaRPr lang="ja-JP" altLang="en-US" b="0" i="0">
                <a:latin typeface="Arial" panose="020B0604020202020204" pitchFamily="34" charset="0"/>
              </a:endParaRPr>
            </a:p>
          </p:txBody>
        </p:sp>
        <p:sp>
          <p:nvSpPr>
            <p:cNvPr id="10" name="フリーフォーム 9">
              <a:extLst>
                <a:ext uri="{FF2B5EF4-FFF2-40B4-BE49-F238E27FC236}">
                  <a16:creationId xmlns:a16="http://schemas.microsoft.com/office/drawing/2014/main" id="{BE2C1A63-68DF-20AF-BC2E-2D7ACD2B9A24}"/>
                </a:ext>
              </a:extLst>
            </p:cNvPr>
            <p:cNvSpPr/>
            <p:nvPr/>
          </p:nvSpPr>
          <p:spPr>
            <a:xfrm>
              <a:off x="4142101" y="-4761261"/>
              <a:ext cx="22154" cy="22260"/>
            </a:xfrm>
            <a:custGeom>
              <a:avLst/>
              <a:gdLst>
                <a:gd name="connsiteX0" fmla="*/ 22154 w 22154"/>
                <a:gd name="connsiteY0" fmla="*/ 11181 h 22260"/>
                <a:gd name="connsiteX1" fmla="*/ 11077 w 22154"/>
                <a:gd name="connsiteY1" fmla="*/ 22260 h 22260"/>
                <a:gd name="connsiteX2" fmla="*/ 0 w 22154"/>
                <a:gd name="connsiteY2" fmla="*/ 11181 h 22260"/>
                <a:gd name="connsiteX3" fmla="*/ 11077 w 22154"/>
                <a:gd name="connsiteY3" fmla="*/ 101 h 22260"/>
                <a:gd name="connsiteX4" fmla="*/ 22154 w 22154"/>
                <a:gd name="connsiteY4" fmla="*/ 11181 h 22260"/>
                <a:gd name="connsiteX5" fmla="*/ 3692 w 22154"/>
                <a:gd name="connsiteY5" fmla="*/ 11181 h 22260"/>
                <a:gd name="connsiteX6" fmla="*/ 10154 w 22154"/>
                <a:gd name="connsiteY6" fmla="*/ 17644 h 22260"/>
                <a:gd name="connsiteX7" fmla="*/ 16616 w 22154"/>
                <a:gd name="connsiteY7" fmla="*/ 11181 h 22260"/>
                <a:gd name="connsiteX8" fmla="*/ 10154 w 22154"/>
                <a:gd name="connsiteY8" fmla="*/ 4718 h 22260"/>
                <a:gd name="connsiteX9" fmla="*/ 3692 w 22154"/>
                <a:gd name="connsiteY9" fmla="*/ 11181 h 22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54" h="22260">
                  <a:moveTo>
                    <a:pt x="22154" y="11181"/>
                  </a:moveTo>
                  <a:cubicBezTo>
                    <a:pt x="22154" y="17644"/>
                    <a:pt x="16616" y="22260"/>
                    <a:pt x="11077" y="22260"/>
                  </a:cubicBezTo>
                  <a:cubicBezTo>
                    <a:pt x="4615" y="22260"/>
                    <a:pt x="0" y="17644"/>
                    <a:pt x="0" y="11181"/>
                  </a:cubicBezTo>
                  <a:cubicBezTo>
                    <a:pt x="0" y="4718"/>
                    <a:pt x="4615" y="101"/>
                    <a:pt x="11077" y="101"/>
                  </a:cubicBezTo>
                  <a:cubicBezTo>
                    <a:pt x="16616" y="-822"/>
                    <a:pt x="22154" y="4718"/>
                    <a:pt x="22154" y="11181"/>
                  </a:cubicBezTo>
                  <a:close/>
                  <a:moveTo>
                    <a:pt x="3692" y="11181"/>
                  </a:moveTo>
                  <a:cubicBezTo>
                    <a:pt x="3692" y="14874"/>
                    <a:pt x="6462" y="17644"/>
                    <a:pt x="10154" y="17644"/>
                  </a:cubicBezTo>
                  <a:cubicBezTo>
                    <a:pt x="13846" y="17644"/>
                    <a:pt x="16616" y="14874"/>
                    <a:pt x="16616" y="11181"/>
                  </a:cubicBezTo>
                  <a:cubicBezTo>
                    <a:pt x="16616" y="7487"/>
                    <a:pt x="13846" y="4718"/>
                    <a:pt x="10154" y="4718"/>
                  </a:cubicBezTo>
                  <a:cubicBezTo>
                    <a:pt x="6462" y="3794"/>
                    <a:pt x="3692" y="7487"/>
                    <a:pt x="3692" y="11181"/>
                  </a:cubicBezTo>
                  <a:close/>
                </a:path>
              </a:pathLst>
            </a:custGeom>
            <a:solidFill>
              <a:srgbClr val="3E3A39"/>
            </a:solidFill>
            <a:ln w="9231" cap="flat">
              <a:noFill/>
              <a:prstDash val="solid"/>
              <a:miter/>
            </a:ln>
          </p:spPr>
          <p:txBody>
            <a:bodyPr rtlCol="0" anchor="ctr"/>
            <a:lstStyle/>
            <a:p>
              <a:endParaRPr lang="ja-JP" altLang="en-US" b="0" i="0">
                <a:latin typeface="Arial" panose="020B0604020202020204" pitchFamily="34" charset="0"/>
              </a:endParaRPr>
            </a:p>
          </p:txBody>
        </p:sp>
      </p:grpSp>
      <p:sp>
        <p:nvSpPr>
          <p:cNvPr id="5" name="日付プレースホルダー 3">
            <a:extLst>
              <a:ext uri="{FF2B5EF4-FFF2-40B4-BE49-F238E27FC236}">
                <a16:creationId xmlns:a16="http://schemas.microsoft.com/office/drawing/2014/main" id="{41626B83-3241-33C8-CB1D-F0C9CD22CB61}"/>
              </a:ext>
            </a:extLst>
          </p:cNvPr>
          <p:cNvSpPr txBox="1">
            <a:spLocks/>
          </p:cNvSpPr>
          <p:nvPr userDrawn="1"/>
        </p:nvSpPr>
        <p:spPr>
          <a:xfrm>
            <a:off x="466921" y="6469666"/>
            <a:ext cx="1172098" cy="263644"/>
          </a:xfrm>
          <a:prstGeom prst="rect">
            <a:avLst/>
          </a:prstGeom>
          <a:noFill/>
          <a:ln w="19050">
            <a:solidFill>
              <a:schemeClr val="accent1"/>
            </a:solidFill>
            <a:miter lim="800000"/>
            <a:headEnd/>
            <a:tailEnd/>
          </a:ln>
        </p:spPr>
        <p:txBody>
          <a:bodyPr vert="horz" lIns="0" tIns="45720" rIns="0" bIns="45720" rtlCol="0" anchor="ctr"/>
          <a:lstStyle>
            <a:defPPr>
              <a:defRPr lang="ja-JP"/>
            </a:defPPr>
            <a:lvl1pPr marL="0" algn="l" defTabSz="914400" rtl="0" eaLnBrk="1" latinLnBrk="0" hangingPunct="1">
              <a:defRPr kumimoji="1" sz="700" kern="1200" baseline="0">
                <a:solidFill>
                  <a:schemeClr val="tx1">
                    <a:tint val="75000"/>
                  </a:schemeClr>
                </a:solidFill>
                <a:latin typeface="Arial" panose="020B0604020202020204" pitchFamily="34" charset="0"/>
                <a:ea typeface="メイリオ" panose="020B0604030504040204" pitchFamily="34"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 altLang="ja-JP" sz="1100" b="1" i="1">
                <a:solidFill>
                  <a:schemeClr val="accent1"/>
                </a:solidFill>
              </a:rPr>
              <a:t>CONFIDENTIAL</a:t>
            </a:r>
          </a:p>
        </p:txBody>
      </p:sp>
      <p:sp>
        <p:nvSpPr>
          <p:cNvPr id="11" name="日付プレースホルダー 3">
            <a:extLst>
              <a:ext uri="{FF2B5EF4-FFF2-40B4-BE49-F238E27FC236}">
                <a16:creationId xmlns:a16="http://schemas.microsoft.com/office/drawing/2014/main" id="{AC035B6B-28F8-C790-A185-B0DE4E64199F}"/>
              </a:ext>
            </a:extLst>
          </p:cNvPr>
          <p:cNvSpPr txBox="1">
            <a:spLocks/>
          </p:cNvSpPr>
          <p:nvPr userDrawn="1"/>
        </p:nvSpPr>
        <p:spPr>
          <a:xfrm>
            <a:off x="1752817" y="6428399"/>
            <a:ext cx="2013232" cy="365125"/>
          </a:xfrm>
          <a:prstGeom prst="rect">
            <a:avLst/>
          </a:prstGeom>
          <a:noFill/>
          <a:ln w="9525">
            <a:noFill/>
            <a:miter lim="800000"/>
            <a:headEnd/>
            <a:tailEnd/>
          </a:ln>
        </p:spPr>
        <p:txBody>
          <a:bodyPr vert="horz" lIns="0" tIns="45720" rIns="0" bIns="45720" rtlCol="0" anchor="ctr"/>
          <a:lstStyle>
            <a:defPPr>
              <a:defRPr lang="ja-JP"/>
            </a:defPPr>
            <a:lvl1pPr marL="0" algn="l" defTabSz="914400" rtl="0" eaLnBrk="1" latinLnBrk="0" hangingPunct="1">
              <a:defRPr kumimoji="1" sz="700" kern="1200" baseline="0">
                <a:solidFill>
                  <a:schemeClr val="tx1">
                    <a:tint val="75000"/>
                  </a:schemeClr>
                </a:solidFill>
                <a:latin typeface="Arial" panose="020B0604020202020204" pitchFamily="34" charset="0"/>
                <a:ea typeface="メイリオ" panose="020B0604030504040204" pitchFamily="34"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 altLang="ja-JP">
                <a:solidFill>
                  <a:schemeClr val="tx2"/>
                </a:solidFill>
              </a:rPr>
              <a:t>Copyright SHIFT Inc., All Rights Reserved.</a:t>
            </a:r>
          </a:p>
        </p:txBody>
      </p:sp>
      <p:sp>
        <p:nvSpPr>
          <p:cNvPr id="16" name="テキスト プレースホルダー 11">
            <a:extLst>
              <a:ext uri="{FF2B5EF4-FFF2-40B4-BE49-F238E27FC236}">
                <a16:creationId xmlns:a16="http://schemas.microsoft.com/office/drawing/2014/main" id="{A3CC2D78-CEA9-66DF-04C4-0474B512C697}"/>
              </a:ext>
            </a:extLst>
          </p:cNvPr>
          <p:cNvSpPr>
            <a:spLocks noGrp="1"/>
          </p:cNvSpPr>
          <p:nvPr>
            <p:ph type="body" sz="quarter" idx="11" hasCustomPrompt="1"/>
          </p:nvPr>
        </p:nvSpPr>
        <p:spPr>
          <a:xfrm>
            <a:off x="770965" y="3542946"/>
            <a:ext cx="10659035" cy="503590"/>
          </a:xfrm>
          <a:prstGeom prst="rect">
            <a:avLst/>
          </a:prstGeom>
        </p:spPr>
        <p:txBody>
          <a:bodyPr wrap="square" lIns="0" tIns="72000" rIns="0" bIns="0" anchor="ctr">
            <a:spAutoFit/>
          </a:bodyPr>
          <a:lstStyle>
            <a:lvl1pPr marL="0" indent="0" algn="l">
              <a:lnSpc>
                <a:spcPct val="100000"/>
              </a:lnSpc>
              <a:spcBef>
                <a:spcPts val="0"/>
              </a:spcBef>
              <a:buFontTx/>
              <a:buNone/>
              <a:defRPr sz="2800" b="0" i="0" baseline="0">
                <a:solidFill>
                  <a:schemeClr val="tx1"/>
                </a:solidFill>
                <a:latin typeface="Arial" panose="020B0604020202020204" pitchFamily="34" charset="0"/>
                <a:ea typeface="Meiryo" panose="020B0604030504040204" pitchFamily="34" charset="-128"/>
              </a:defRPr>
            </a:lvl1pPr>
            <a:lvl2pPr indent="0">
              <a:lnSpc>
                <a:spcPct val="100000"/>
              </a:lnSpc>
              <a:buFontTx/>
              <a:buNone/>
              <a:defRPr/>
            </a:lvl2pPr>
            <a:lvl3pPr indent="0">
              <a:lnSpc>
                <a:spcPct val="100000"/>
              </a:lnSpc>
              <a:buFontTx/>
              <a:buNone/>
              <a:defRPr/>
            </a:lvl3pPr>
            <a:lvl4pPr indent="0">
              <a:lnSpc>
                <a:spcPct val="100000"/>
              </a:lnSpc>
              <a:buFontTx/>
              <a:buNone/>
              <a:defRPr/>
            </a:lvl4pPr>
            <a:lvl5pPr indent="0">
              <a:lnSpc>
                <a:spcPct val="100000"/>
              </a:lnSpc>
              <a:buFontTx/>
              <a:buNone/>
              <a:defRPr/>
            </a:lvl5pPr>
          </a:lstStyle>
          <a:p>
            <a:pPr lvl="0"/>
            <a:r>
              <a:rPr kumimoji="1" lang="ja-JP" altLang="en-US"/>
              <a:t>サブタイトル</a:t>
            </a:r>
          </a:p>
        </p:txBody>
      </p:sp>
      <p:sp>
        <p:nvSpPr>
          <p:cNvPr id="17" name="テキスト プレースホルダー 11">
            <a:extLst>
              <a:ext uri="{FF2B5EF4-FFF2-40B4-BE49-F238E27FC236}">
                <a16:creationId xmlns:a16="http://schemas.microsoft.com/office/drawing/2014/main" id="{7F5650FD-3DD3-9199-3F49-DE1138561A3B}"/>
              </a:ext>
            </a:extLst>
          </p:cNvPr>
          <p:cNvSpPr>
            <a:spLocks noGrp="1"/>
          </p:cNvSpPr>
          <p:nvPr>
            <p:ph type="body" sz="quarter" idx="12" hasCustomPrompt="1"/>
          </p:nvPr>
        </p:nvSpPr>
        <p:spPr>
          <a:xfrm>
            <a:off x="9659471" y="4982892"/>
            <a:ext cx="1770529" cy="326274"/>
          </a:xfrm>
          <a:prstGeom prst="rect">
            <a:avLst/>
          </a:prstGeom>
        </p:spPr>
        <p:txBody>
          <a:bodyPr wrap="square" lIns="0" tIns="0" rIns="0" bIns="0" anchor="ctr"/>
          <a:lstStyle>
            <a:lvl1pPr marL="0" indent="0" algn="r">
              <a:lnSpc>
                <a:spcPct val="100000"/>
              </a:lnSpc>
              <a:spcBef>
                <a:spcPts val="0"/>
              </a:spcBef>
              <a:buFontTx/>
              <a:buNone/>
              <a:defRPr sz="1600" b="0" i="0" baseline="0">
                <a:solidFill>
                  <a:schemeClr val="tx1"/>
                </a:solidFill>
                <a:latin typeface="Arial" panose="020B0604020202020204" pitchFamily="34" charset="0"/>
                <a:ea typeface="Meiryo" panose="020B0604030504040204" pitchFamily="34" charset="-128"/>
              </a:defRPr>
            </a:lvl1pPr>
            <a:lvl2pPr indent="0">
              <a:lnSpc>
                <a:spcPct val="100000"/>
              </a:lnSpc>
              <a:buFontTx/>
              <a:buNone/>
              <a:defRPr/>
            </a:lvl2pPr>
            <a:lvl3pPr indent="0">
              <a:lnSpc>
                <a:spcPct val="100000"/>
              </a:lnSpc>
              <a:buFontTx/>
              <a:buNone/>
              <a:defRPr/>
            </a:lvl3pPr>
            <a:lvl4pPr indent="0">
              <a:lnSpc>
                <a:spcPct val="100000"/>
              </a:lnSpc>
              <a:buFontTx/>
              <a:buNone/>
              <a:defRPr/>
            </a:lvl4pPr>
            <a:lvl5pPr indent="0">
              <a:lnSpc>
                <a:spcPct val="100000"/>
              </a:lnSpc>
              <a:buFontTx/>
              <a:buNone/>
              <a:defRPr/>
            </a:lvl5pPr>
          </a:lstStyle>
          <a:p>
            <a:pPr lvl="0"/>
            <a:r>
              <a:rPr kumimoji="1" lang="en-US" altLang="ja-JP"/>
              <a:t>date2025.00.00</a:t>
            </a:r>
            <a:endParaRPr kumimoji="1" lang="ja-JP" altLang="en-US"/>
          </a:p>
        </p:txBody>
      </p:sp>
      <p:sp>
        <p:nvSpPr>
          <p:cNvPr id="18" name="テキスト ボックス 17">
            <a:extLst>
              <a:ext uri="{FF2B5EF4-FFF2-40B4-BE49-F238E27FC236}">
                <a16:creationId xmlns:a16="http://schemas.microsoft.com/office/drawing/2014/main" id="{F52DE818-19D7-A4A8-2D76-55F428C26F1D}"/>
              </a:ext>
            </a:extLst>
          </p:cNvPr>
          <p:cNvSpPr txBox="1"/>
          <p:nvPr userDrawn="1"/>
        </p:nvSpPr>
        <p:spPr>
          <a:xfrm>
            <a:off x="8245784" y="5309166"/>
            <a:ext cx="3286716" cy="403224"/>
          </a:xfrm>
          <a:prstGeom prst="rect">
            <a:avLst/>
          </a:prstGeom>
        </p:spPr>
        <p:txBody>
          <a:bodyPr wrap="none" rtlCol="0">
            <a:noAutofit/>
          </a:bodyPr>
          <a:lstStyle/>
          <a:p>
            <a:pPr marL="0" marR="0" lvl="0" indent="0" algn="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lang="ja-JP" altLang="en-US" sz="2800" b="1" i="0">
                <a:solidFill>
                  <a:schemeClr val="tx1"/>
                </a:solidFill>
                <a:latin typeface="Arial" panose="020B0604020202020204" pitchFamily="34" charset="0"/>
              </a:rPr>
              <a:t>株式会社</a:t>
            </a:r>
            <a:r>
              <a:rPr lang="en-US" altLang="ja-JP" sz="2800" b="1" i="0">
                <a:solidFill>
                  <a:schemeClr val="tx1"/>
                </a:solidFill>
                <a:latin typeface="Arial" panose="020B0604020202020204" pitchFamily="34" charset="0"/>
              </a:rPr>
              <a:t> SHIFT</a:t>
            </a:r>
          </a:p>
        </p:txBody>
      </p:sp>
    </p:spTree>
    <p:extLst>
      <p:ext uri="{BB962C8B-B14F-4D97-AF65-F5344CB8AC3E}">
        <p14:creationId xmlns:p14="http://schemas.microsoft.com/office/powerpoint/2010/main" val="2897994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f.有_アジェンダ">
    <p:spTree>
      <p:nvGrpSpPr>
        <p:cNvPr id="1" name=""/>
        <p:cNvGrpSpPr/>
        <p:nvPr/>
      </p:nvGrpSpPr>
      <p:grpSpPr>
        <a:xfrm>
          <a:off x="0" y="0"/>
          <a:ext cx="0" cy="0"/>
          <a:chOff x="0" y="0"/>
          <a:chExt cx="0" cy="0"/>
        </a:xfrm>
      </p:grpSpPr>
      <p:grpSp>
        <p:nvGrpSpPr>
          <p:cNvPr id="5" name="グラフィックス 19">
            <a:extLst>
              <a:ext uri="{FF2B5EF4-FFF2-40B4-BE49-F238E27FC236}">
                <a16:creationId xmlns:a16="http://schemas.microsoft.com/office/drawing/2014/main" id="{376FBB38-2DD0-97EE-A91C-6572A49478D0}"/>
              </a:ext>
            </a:extLst>
          </p:cNvPr>
          <p:cNvGrpSpPr>
            <a:grpSpLocks noChangeAspect="1"/>
          </p:cNvGrpSpPr>
          <p:nvPr userDrawn="1"/>
        </p:nvGrpSpPr>
        <p:grpSpPr>
          <a:xfrm>
            <a:off x="10864089" y="155983"/>
            <a:ext cx="981743" cy="288000"/>
            <a:chOff x="2798085" y="-4814712"/>
            <a:chExt cx="1375400" cy="403482"/>
          </a:xfrm>
        </p:grpSpPr>
        <p:sp>
          <p:nvSpPr>
            <p:cNvPr id="6" name="フリーフォーム 5">
              <a:extLst>
                <a:ext uri="{FF2B5EF4-FFF2-40B4-BE49-F238E27FC236}">
                  <a16:creationId xmlns:a16="http://schemas.microsoft.com/office/drawing/2014/main" id="{6D256ED3-CB2B-E2FE-D7FC-216864678497}"/>
                </a:ext>
              </a:extLst>
            </p:cNvPr>
            <p:cNvSpPr/>
            <p:nvPr/>
          </p:nvSpPr>
          <p:spPr>
            <a:xfrm>
              <a:off x="2798085" y="-4633745"/>
              <a:ext cx="1375400" cy="222515"/>
            </a:xfrm>
            <a:custGeom>
              <a:avLst/>
              <a:gdLst>
                <a:gd name="connsiteX0" fmla="*/ 587084 w 1375400"/>
                <a:gd name="connsiteY0" fmla="*/ 923 h 222515"/>
                <a:gd name="connsiteX1" fmla="*/ 557545 w 1375400"/>
                <a:gd name="connsiteY1" fmla="*/ 93253 h 222515"/>
                <a:gd name="connsiteX2" fmla="*/ 426467 w 1375400"/>
                <a:gd name="connsiteY2" fmla="*/ 93253 h 222515"/>
                <a:gd name="connsiteX3" fmla="*/ 456005 w 1375400"/>
                <a:gd name="connsiteY3" fmla="*/ 923 h 222515"/>
                <a:gd name="connsiteX4" fmla="*/ 174464 w 1375400"/>
                <a:gd name="connsiteY4" fmla="*/ 923 h 222515"/>
                <a:gd name="connsiteX5" fmla="*/ 40616 w 1375400"/>
                <a:gd name="connsiteY5" fmla="*/ 69248 h 222515"/>
                <a:gd name="connsiteX6" fmla="*/ 130155 w 1375400"/>
                <a:gd name="connsiteY6" fmla="*/ 131109 h 222515"/>
                <a:gd name="connsiteX7" fmla="*/ 169848 w 1375400"/>
                <a:gd name="connsiteY7" fmla="*/ 131109 h 222515"/>
                <a:gd name="connsiteX8" fmla="*/ 213233 w 1375400"/>
                <a:gd name="connsiteY8" fmla="*/ 158808 h 222515"/>
                <a:gd name="connsiteX9" fmla="*/ 155079 w 1375400"/>
                <a:gd name="connsiteY9" fmla="*/ 184660 h 222515"/>
                <a:gd name="connsiteX10" fmla="*/ 12000 w 1375400"/>
                <a:gd name="connsiteY10" fmla="*/ 184660 h 222515"/>
                <a:gd name="connsiteX11" fmla="*/ 0 w 1375400"/>
                <a:gd name="connsiteY11" fmla="*/ 222516 h 222515"/>
                <a:gd name="connsiteX12" fmla="*/ 167079 w 1375400"/>
                <a:gd name="connsiteY12" fmla="*/ 222516 h 222515"/>
                <a:gd name="connsiteX13" fmla="*/ 300927 w 1375400"/>
                <a:gd name="connsiteY13" fmla="*/ 155115 h 222515"/>
                <a:gd name="connsiteX14" fmla="*/ 210464 w 1375400"/>
                <a:gd name="connsiteY14" fmla="*/ 92330 h 222515"/>
                <a:gd name="connsiteX15" fmla="*/ 172617 w 1375400"/>
                <a:gd name="connsiteY15" fmla="*/ 92330 h 222515"/>
                <a:gd name="connsiteX16" fmla="*/ 129232 w 1375400"/>
                <a:gd name="connsiteY16" fmla="*/ 64631 h 222515"/>
                <a:gd name="connsiteX17" fmla="*/ 187387 w 1375400"/>
                <a:gd name="connsiteY17" fmla="*/ 39702 h 222515"/>
                <a:gd name="connsiteX18" fmla="*/ 365543 w 1375400"/>
                <a:gd name="connsiteY18" fmla="*/ 39702 h 222515"/>
                <a:gd name="connsiteX19" fmla="*/ 307388 w 1375400"/>
                <a:gd name="connsiteY19" fmla="*/ 222516 h 222515"/>
                <a:gd name="connsiteX20" fmla="*/ 385851 w 1375400"/>
                <a:gd name="connsiteY20" fmla="*/ 222516 h 222515"/>
                <a:gd name="connsiteX21" fmla="*/ 415390 w 1375400"/>
                <a:gd name="connsiteY21" fmla="*/ 131109 h 222515"/>
                <a:gd name="connsiteX22" fmla="*/ 544622 w 1375400"/>
                <a:gd name="connsiteY22" fmla="*/ 131109 h 222515"/>
                <a:gd name="connsiteX23" fmla="*/ 516006 w 1375400"/>
                <a:gd name="connsiteY23" fmla="*/ 221592 h 222515"/>
                <a:gd name="connsiteX24" fmla="*/ 594469 w 1375400"/>
                <a:gd name="connsiteY24" fmla="*/ 221592 h 222515"/>
                <a:gd name="connsiteX25" fmla="*/ 665546 w 1375400"/>
                <a:gd name="connsiteY25" fmla="*/ 0 h 222515"/>
                <a:gd name="connsiteX26" fmla="*/ 587084 w 1375400"/>
                <a:gd name="connsiteY26" fmla="*/ 923 h 222515"/>
                <a:gd name="connsiteX27" fmla="*/ 701547 w 1375400"/>
                <a:gd name="connsiteY27" fmla="*/ 923 h 222515"/>
                <a:gd name="connsiteX28" fmla="*/ 630469 w 1375400"/>
                <a:gd name="connsiteY28" fmla="*/ 222516 h 222515"/>
                <a:gd name="connsiteX29" fmla="*/ 708932 w 1375400"/>
                <a:gd name="connsiteY29" fmla="*/ 222516 h 222515"/>
                <a:gd name="connsiteX30" fmla="*/ 780009 w 1375400"/>
                <a:gd name="connsiteY30" fmla="*/ 923 h 222515"/>
                <a:gd name="connsiteX31" fmla="*/ 701547 w 1375400"/>
                <a:gd name="connsiteY31" fmla="*/ 923 h 222515"/>
                <a:gd name="connsiteX32" fmla="*/ 959088 w 1375400"/>
                <a:gd name="connsiteY32" fmla="*/ 923 h 222515"/>
                <a:gd name="connsiteX33" fmla="*/ 780009 w 1375400"/>
                <a:gd name="connsiteY33" fmla="*/ 114489 h 222515"/>
                <a:gd name="connsiteX34" fmla="*/ 745855 w 1375400"/>
                <a:gd name="connsiteY34" fmla="*/ 222516 h 222515"/>
                <a:gd name="connsiteX35" fmla="*/ 825241 w 1375400"/>
                <a:gd name="connsiteY35" fmla="*/ 222516 h 222515"/>
                <a:gd name="connsiteX36" fmla="*/ 854779 w 1375400"/>
                <a:gd name="connsiteY36" fmla="*/ 131109 h 222515"/>
                <a:gd name="connsiteX37" fmla="*/ 1049551 w 1375400"/>
                <a:gd name="connsiteY37" fmla="*/ 131109 h 222515"/>
                <a:gd name="connsiteX38" fmla="*/ 1061551 w 1375400"/>
                <a:gd name="connsiteY38" fmla="*/ 92330 h 222515"/>
                <a:gd name="connsiteX39" fmla="*/ 869549 w 1375400"/>
                <a:gd name="connsiteY39" fmla="*/ 92330 h 222515"/>
                <a:gd name="connsiteX40" fmla="*/ 952627 w 1375400"/>
                <a:gd name="connsiteY40" fmla="*/ 39702 h 222515"/>
                <a:gd name="connsiteX41" fmla="*/ 1181553 w 1375400"/>
                <a:gd name="connsiteY41" fmla="*/ 39702 h 222515"/>
                <a:gd name="connsiteX42" fmla="*/ 1123398 w 1375400"/>
                <a:gd name="connsiteY42" fmla="*/ 222516 h 222515"/>
                <a:gd name="connsiteX43" fmla="*/ 1201860 w 1375400"/>
                <a:gd name="connsiteY43" fmla="*/ 222516 h 222515"/>
                <a:gd name="connsiteX44" fmla="*/ 1260015 w 1375400"/>
                <a:gd name="connsiteY44" fmla="*/ 39702 h 222515"/>
                <a:gd name="connsiteX45" fmla="*/ 1363401 w 1375400"/>
                <a:gd name="connsiteY45" fmla="*/ 39702 h 222515"/>
                <a:gd name="connsiteX46" fmla="*/ 1375401 w 1375400"/>
                <a:gd name="connsiteY46" fmla="*/ 923 h 222515"/>
                <a:gd name="connsiteX47" fmla="*/ 959088 w 1375400"/>
                <a:gd name="connsiteY47" fmla="*/ 923 h 222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375400" h="222515">
                  <a:moveTo>
                    <a:pt x="587084" y="923"/>
                  </a:moveTo>
                  <a:lnTo>
                    <a:pt x="557545" y="93253"/>
                  </a:lnTo>
                  <a:lnTo>
                    <a:pt x="426467" y="93253"/>
                  </a:lnTo>
                  <a:lnTo>
                    <a:pt x="456005" y="923"/>
                  </a:lnTo>
                  <a:lnTo>
                    <a:pt x="174464" y="923"/>
                  </a:lnTo>
                  <a:cubicBezTo>
                    <a:pt x="173541" y="923"/>
                    <a:pt x="60924" y="5540"/>
                    <a:pt x="40616" y="69248"/>
                  </a:cubicBezTo>
                  <a:cubicBezTo>
                    <a:pt x="24000" y="121876"/>
                    <a:pt x="99694" y="131109"/>
                    <a:pt x="130155" y="131109"/>
                  </a:cubicBezTo>
                  <a:lnTo>
                    <a:pt x="169848" y="131109"/>
                  </a:lnTo>
                  <a:cubicBezTo>
                    <a:pt x="182771" y="131109"/>
                    <a:pt x="221541" y="134802"/>
                    <a:pt x="213233" y="158808"/>
                  </a:cubicBezTo>
                  <a:cubicBezTo>
                    <a:pt x="204926" y="182814"/>
                    <a:pt x="159694" y="184660"/>
                    <a:pt x="155079" y="184660"/>
                  </a:cubicBezTo>
                  <a:lnTo>
                    <a:pt x="12000" y="184660"/>
                  </a:lnTo>
                  <a:lnTo>
                    <a:pt x="0" y="222516"/>
                  </a:lnTo>
                  <a:lnTo>
                    <a:pt x="167079" y="222516"/>
                  </a:lnTo>
                  <a:cubicBezTo>
                    <a:pt x="168002" y="222516"/>
                    <a:pt x="280619" y="217899"/>
                    <a:pt x="300927" y="155115"/>
                  </a:cubicBezTo>
                  <a:cubicBezTo>
                    <a:pt x="317542" y="102486"/>
                    <a:pt x="241849" y="92330"/>
                    <a:pt x="210464" y="92330"/>
                  </a:cubicBezTo>
                  <a:lnTo>
                    <a:pt x="172617" y="92330"/>
                  </a:lnTo>
                  <a:cubicBezTo>
                    <a:pt x="158771" y="92330"/>
                    <a:pt x="120925" y="88637"/>
                    <a:pt x="129232" y="64631"/>
                  </a:cubicBezTo>
                  <a:cubicBezTo>
                    <a:pt x="137540" y="40625"/>
                    <a:pt x="182771" y="39702"/>
                    <a:pt x="187387" y="39702"/>
                  </a:cubicBezTo>
                  <a:lnTo>
                    <a:pt x="365543" y="39702"/>
                  </a:lnTo>
                  <a:lnTo>
                    <a:pt x="307388" y="222516"/>
                  </a:lnTo>
                  <a:lnTo>
                    <a:pt x="385851" y="222516"/>
                  </a:lnTo>
                  <a:lnTo>
                    <a:pt x="415390" y="131109"/>
                  </a:lnTo>
                  <a:lnTo>
                    <a:pt x="544622" y="131109"/>
                  </a:lnTo>
                  <a:lnTo>
                    <a:pt x="516006" y="221592"/>
                  </a:lnTo>
                  <a:lnTo>
                    <a:pt x="594469" y="221592"/>
                  </a:lnTo>
                  <a:lnTo>
                    <a:pt x="665546" y="0"/>
                  </a:lnTo>
                  <a:lnTo>
                    <a:pt x="587084" y="923"/>
                  </a:lnTo>
                  <a:close/>
                  <a:moveTo>
                    <a:pt x="701547" y="923"/>
                  </a:moveTo>
                  <a:lnTo>
                    <a:pt x="630469" y="222516"/>
                  </a:lnTo>
                  <a:lnTo>
                    <a:pt x="708932" y="222516"/>
                  </a:lnTo>
                  <a:lnTo>
                    <a:pt x="780009" y="923"/>
                  </a:lnTo>
                  <a:lnTo>
                    <a:pt x="701547" y="923"/>
                  </a:lnTo>
                  <a:close/>
                  <a:moveTo>
                    <a:pt x="959088" y="923"/>
                  </a:moveTo>
                  <a:cubicBezTo>
                    <a:pt x="958165" y="923"/>
                    <a:pt x="816010" y="2770"/>
                    <a:pt x="780009" y="114489"/>
                  </a:cubicBezTo>
                  <a:cubicBezTo>
                    <a:pt x="780009" y="114489"/>
                    <a:pt x="753240" y="199433"/>
                    <a:pt x="745855" y="222516"/>
                  </a:cubicBezTo>
                  <a:lnTo>
                    <a:pt x="825241" y="222516"/>
                  </a:lnTo>
                  <a:lnTo>
                    <a:pt x="854779" y="131109"/>
                  </a:lnTo>
                  <a:lnTo>
                    <a:pt x="1049551" y="131109"/>
                  </a:lnTo>
                  <a:lnTo>
                    <a:pt x="1061551" y="92330"/>
                  </a:lnTo>
                  <a:lnTo>
                    <a:pt x="869549" y="92330"/>
                  </a:lnTo>
                  <a:cubicBezTo>
                    <a:pt x="888934" y="60938"/>
                    <a:pt x="917549" y="39702"/>
                    <a:pt x="952627" y="39702"/>
                  </a:cubicBezTo>
                  <a:lnTo>
                    <a:pt x="1181553" y="39702"/>
                  </a:lnTo>
                  <a:lnTo>
                    <a:pt x="1123398" y="222516"/>
                  </a:lnTo>
                  <a:lnTo>
                    <a:pt x="1201860" y="222516"/>
                  </a:lnTo>
                  <a:lnTo>
                    <a:pt x="1260015" y="39702"/>
                  </a:lnTo>
                  <a:lnTo>
                    <a:pt x="1363401" y="39702"/>
                  </a:lnTo>
                  <a:lnTo>
                    <a:pt x="1375401" y="923"/>
                  </a:lnTo>
                  <a:lnTo>
                    <a:pt x="959088" y="923"/>
                  </a:lnTo>
                  <a:close/>
                </a:path>
              </a:pathLst>
            </a:custGeom>
            <a:solidFill>
              <a:srgbClr val="D70027"/>
            </a:solidFill>
            <a:ln w="9231" cap="flat">
              <a:noFill/>
              <a:prstDash val="solid"/>
              <a:miter/>
            </a:ln>
          </p:spPr>
          <p:txBody>
            <a:bodyPr rtlCol="0" anchor="ctr"/>
            <a:lstStyle/>
            <a:p>
              <a:endParaRPr lang="ja-JP" altLang="en-US" b="0" i="0">
                <a:latin typeface="Arial" panose="020B0604020202020204" pitchFamily="34" charset="0"/>
              </a:endParaRPr>
            </a:p>
          </p:txBody>
        </p:sp>
        <p:sp>
          <p:nvSpPr>
            <p:cNvPr id="7" name="フリーフォーム 6">
              <a:extLst>
                <a:ext uri="{FF2B5EF4-FFF2-40B4-BE49-F238E27FC236}">
                  <a16:creationId xmlns:a16="http://schemas.microsoft.com/office/drawing/2014/main" id="{AF410820-43D3-5435-1018-3A4A05972891}"/>
                </a:ext>
              </a:extLst>
            </p:cNvPr>
            <p:cNvSpPr/>
            <p:nvPr/>
          </p:nvSpPr>
          <p:spPr>
            <a:xfrm>
              <a:off x="2829470" y="-4814712"/>
              <a:ext cx="1275707" cy="79404"/>
            </a:xfrm>
            <a:custGeom>
              <a:avLst/>
              <a:gdLst>
                <a:gd name="connsiteX0" fmla="*/ 73847 w 1275707"/>
                <a:gd name="connsiteY0" fmla="*/ 33239 h 79404"/>
                <a:gd name="connsiteX1" fmla="*/ 36924 w 1275707"/>
                <a:gd name="connsiteY1" fmla="*/ 57245 h 79404"/>
                <a:gd name="connsiteX2" fmla="*/ 60924 w 1275707"/>
                <a:gd name="connsiteY2" fmla="*/ 67401 h 79404"/>
                <a:gd name="connsiteX3" fmla="*/ 57231 w 1275707"/>
                <a:gd name="connsiteY3" fmla="*/ 77557 h 79404"/>
                <a:gd name="connsiteX4" fmla="*/ 24923 w 1275707"/>
                <a:gd name="connsiteY4" fmla="*/ 58168 h 79404"/>
                <a:gd name="connsiteX5" fmla="*/ 36000 w 1275707"/>
                <a:gd name="connsiteY5" fmla="*/ 38779 h 79404"/>
                <a:gd name="connsiteX6" fmla="*/ 2769 w 1275707"/>
                <a:gd name="connsiteY6" fmla="*/ 46165 h 79404"/>
                <a:gd name="connsiteX7" fmla="*/ 0 w 1275707"/>
                <a:gd name="connsiteY7" fmla="*/ 33239 h 79404"/>
                <a:gd name="connsiteX8" fmla="*/ 20308 w 1275707"/>
                <a:gd name="connsiteY8" fmla="*/ 31392 h 79404"/>
                <a:gd name="connsiteX9" fmla="*/ 35077 w 1275707"/>
                <a:gd name="connsiteY9" fmla="*/ 18466 h 79404"/>
                <a:gd name="connsiteX10" fmla="*/ 38770 w 1275707"/>
                <a:gd name="connsiteY10" fmla="*/ 14773 h 79404"/>
                <a:gd name="connsiteX11" fmla="*/ 15693 w 1275707"/>
                <a:gd name="connsiteY11" fmla="*/ 16619 h 79404"/>
                <a:gd name="connsiteX12" fmla="*/ 14769 w 1275707"/>
                <a:gd name="connsiteY12" fmla="*/ 4617 h 79404"/>
                <a:gd name="connsiteX13" fmla="*/ 24000 w 1275707"/>
                <a:gd name="connsiteY13" fmla="*/ 4617 h 79404"/>
                <a:gd name="connsiteX14" fmla="*/ 50770 w 1275707"/>
                <a:gd name="connsiteY14" fmla="*/ 2770 h 79404"/>
                <a:gd name="connsiteX15" fmla="*/ 58155 w 1275707"/>
                <a:gd name="connsiteY15" fmla="*/ 923 h 79404"/>
                <a:gd name="connsiteX16" fmla="*/ 62770 w 1275707"/>
                <a:gd name="connsiteY16" fmla="*/ 7386 h 79404"/>
                <a:gd name="connsiteX17" fmla="*/ 36924 w 1275707"/>
                <a:gd name="connsiteY17" fmla="*/ 29546 h 79404"/>
                <a:gd name="connsiteX18" fmla="*/ 72924 w 1275707"/>
                <a:gd name="connsiteY18" fmla="*/ 23083 h 79404"/>
                <a:gd name="connsiteX19" fmla="*/ 73847 w 1275707"/>
                <a:gd name="connsiteY19" fmla="*/ 33239 h 79404"/>
                <a:gd name="connsiteX20" fmla="*/ 176310 w 1275707"/>
                <a:gd name="connsiteY20" fmla="*/ 64631 h 79404"/>
                <a:gd name="connsiteX21" fmla="*/ 201233 w 1275707"/>
                <a:gd name="connsiteY21" fmla="*/ 36932 h 79404"/>
                <a:gd name="connsiteX22" fmla="*/ 180002 w 1275707"/>
                <a:gd name="connsiteY22" fmla="*/ 14773 h 79404"/>
                <a:gd name="connsiteX23" fmla="*/ 156002 w 1275707"/>
                <a:gd name="connsiteY23" fmla="*/ 68324 h 79404"/>
                <a:gd name="connsiteX24" fmla="*/ 138463 w 1275707"/>
                <a:gd name="connsiteY24" fmla="*/ 42472 h 79404"/>
                <a:gd name="connsiteX25" fmla="*/ 178156 w 1275707"/>
                <a:gd name="connsiteY25" fmla="*/ 3693 h 79404"/>
                <a:gd name="connsiteX26" fmla="*/ 212310 w 1275707"/>
                <a:gd name="connsiteY26" fmla="*/ 36009 h 79404"/>
                <a:gd name="connsiteX27" fmla="*/ 202156 w 1275707"/>
                <a:gd name="connsiteY27" fmla="*/ 61861 h 79404"/>
                <a:gd name="connsiteX28" fmla="*/ 183695 w 1275707"/>
                <a:gd name="connsiteY28" fmla="*/ 73864 h 79404"/>
                <a:gd name="connsiteX29" fmla="*/ 176310 w 1275707"/>
                <a:gd name="connsiteY29" fmla="*/ 64631 h 79404"/>
                <a:gd name="connsiteX30" fmla="*/ 149540 w 1275707"/>
                <a:gd name="connsiteY30" fmla="*/ 42472 h 79404"/>
                <a:gd name="connsiteX31" fmla="*/ 156002 w 1275707"/>
                <a:gd name="connsiteY31" fmla="*/ 55398 h 79404"/>
                <a:gd name="connsiteX32" fmla="*/ 162463 w 1275707"/>
                <a:gd name="connsiteY32" fmla="*/ 46165 h 79404"/>
                <a:gd name="connsiteX33" fmla="*/ 168925 w 1275707"/>
                <a:gd name="connsiteY33" fmla="*/ 16619 h 79404"/>
                <a:gd name="connsiteX34" fmla="*/ 149540 w 1275707"/>
                <a:gd name="connsiteY34" fmla="*/ 42472 h 79404"/>
                <a:gd name="connsiteX35" fmla="*/ 307388 w 1275707"/>
                <a:gd name="connsiteY35" fmla="*/ 14773 h 79404"/>
                <a:gd name="connsiteX36" fmla="*/ 307388 w 1275707"/>
                <a:gd name="connsiteY36" fmla="*/ 0 h 79404"/>
                <a:gd name="connsiteX37" fmla="*/ 318465 w 1275707"/>
                <a:gd name="connsiteY37" fmla="*/ 0 h 79404"/>
                <a:gd name="connsiteX38" fmla="*/ 320312 w 1275707"/>
                <a:gd name="connsiteY38" fmla="*/ 923 h 79404"/>
                <a:gd name="connsiteX39" fmla="*/ 317542 w 1275707"/>
                <a:gd name="connsiteY39" fmla="*/ 2770 h 79404"/>
                <a:gd name="connsiteX40" fmla="*/ 317542 w 1275707"/>
                <a:gd name="connsiteY40" fmla="*/ 14773 h 79404"/>
                <a:gd name="connsiteX41" fmla="*/ 329542 w 1275707"/>
                <a:gd name="connsiteY41" fmla="*/ 14773 h 79404"/>
                <a:gd name="connsiteX42" fmla="*/ 324004 w 1275707"/>
                <a:gd name="connsiteY42" fmla="*/ 12003 h 79404"/>
                <a:gd name="connsiteX43" fmla="*/ 330466 w 1275707"/>
                <a:gd name="connsiteY43" fmla="*/ 923 h 79404"/>
                <a:gd name="connsiteX44" fmla="*/ 340619 w 1275707"/>
                <a:gd name="connsiteY44" fmla="*/ 4617 h 79404"/>
                <a:gd name="connsiteX45" fmla="*/ 341543 w 1275707"/>
                <a:gd name="connsiteY45" fmla="*/ 5540 h 79404"/>
                <a:gd name="connsiteX46" fmla="*/ 338773 w 1275707"/>
                <a:gd name="connsiteY46" fmla="*/ 6463 h 79404"/>
                <a:gd name="connsiteX47" fmla="*/ 334158 w 1275707"/>
                <a:gd name="connsiteY47" fmla="*/ 14773 h 79404"/>
                <a:gd name="connsiteX48" fmla="*/ 349850 w 1275707"/>
                <a:gd name="connsiteY48" fmla="*/ 14773 h 79404"/>
                <a:gd name="connsiteX49" fmla="*/ 349850 w 1275707"/>
                <a:gd name="connsiteY49" fmla="*/ 33239 h 79404"/>
                <a:gd name="connsiteX50" fmla="*/ 339696 w 1275707"/>
                <a:gd name="connsiteY50" fmla="*/ 33239 h 79404"/>
                <a:gd name="connsiteX51" fmla="*/ 339696 w 1275707"/>
                <a:gd name="connsiteY51" fmla="*/ 22159 h 79404"/>
                <a:gd name="connsiteX52" fmla="*/ 287080 w 1275707"/>
                <a:gd name="connsiteY52" fmla="*/ 22159 h 79404"/>
                <a:gd name="connsiteX53" fmla="*/ 287080 w 1275707"/>
                <a:gd name="connsiteY53" fmla="*/ 33239 h 79404"/>
                <a:gd name="connsiteX54" fmla="*/ 276926 w 1275707"/>
                <a:gd name="connsiteY54" fmla="*/ 33239 h 79404"/>
                <a:gd name="connsiteX55" fmla="*/ 276926 w 1275707"/>
                <a:gd name="connsiteY55" fmla="*/ 14773 h 79404"/>
                <a:gd name="connsiteX56" fmla="*/ 291696 w 1275707"/>
                <a:gd name="connsiteY56" fmla="*/ 14773 h 79404"/>
                <a:gd name="connsiteX57" fmla="*/ 286157 w 1275707"/>
                <a:gd name="connsiteY57" fmla="*/ 5540 h 79404"/>
                <a:gd name="connsiteX58" fmla="*/ 294465 w 1275707"/>
                <a:gd name="connsiteY58" fmla="*/ 923 h 79404"/>
                <a:gd name="connsiteX59" fmla="*/ 301850 w 1275707"/>
                <a:gd name="connsiteY59" fmla="*/ 12003 h 79404"/>
                <a:gd name="connsiteX60" fmla="*/ 297234 w 1275707"/>
                <a:gd name="connsiteY60" fmla="*/ 14773 h 79404"/>
                <a:gd name="connsiteX61" fmla="*/ 307388 w 1275707"/>
                <a:gd name="connsiteY61" fmla="*/ 14773 h 79404"/>
                <a:gd name="connsiteX62" fmla="*/ 318465 w 1275707"/>
                <a:gd name="connsiteY62" fmla="*/ 47088 h 79404"/>
                <a:gd name="connsiteX63" fmla="*/ 342466 w 1275707"/>
                <a:gd name="connsiteY63" fmla="*/ 47088 h 79404"/>
                <a:gd name="connsiteX64" fmla="*/ 342466 w 1275707"/>
                <a:gd name="connsiteY64" fmla="*/ 65554 h 79404"/>
                <a:gd name="connsiteX65" fmla="*/ 337850 w 1275707"/>
                <a:gd name="connsiteY65" fmla="*/ 72941 h 79404"/>
                <a:gd name="connsiteX66" fmla="*/ 325850 w 1275707"/>
                <a:gd name="connsiteY66" fmla="*/ 74787 h 79404"/>
                <a:gd name="connsiteX67" fmla="*/ 322158 w 1275707"/>
                <a:gd name="connsiteY67" fmla="*/ 64631 h 79404"/>
                <a:gd name="connsiteX68" fmla="*/ 327696 w 1275707"/>
                <a:gd name="connsiteY68" fmla="*/ 65554 h 79404"/>
                <a:gd name="connsiteX69" fmla="*/ 331389 w 1275707"/>
                <a:gd name="connsiteY69" fmla="*/ 56321 h 79404"/>
                <a:gd name="connsiteX70" fmla="*/ 318465 w 1275707"/>
                <a:gd name="connsiteY70" fmla="*/ 56321 h 79404"/>
                <a:gd name="connsiteX71" fmla="*/ 318465 w 1275707"/>
                <a:gd name="connsiteY71" fmla="*/ 78481 h 79404"/>
                <a:gd name="connsiteX72" fmla="*/ 308311 w 1275707"/>
                <a:gd name="connsiteY72" fmla="*/ 78481 h 79404"/>
                <a:gd name="connsiteX73" fmla="*/ 308311 w 1275707"/>
                <a:gd name="connsiteY73" fmla="*/ 55398 h 79404"/>
                <a:gd name="connsiteX74" fmla="*/ 295388 w 1275707"/>
                <a:gd name="connsiteY74" fmla="*/ 55398 h 79404"/>
                <a:gd name="connsiteX75" fmla="*/ 295388 w 1275707"/>
                <a:gd name="connsiteY75" fmla="*/ 72941 h 79404"/>
                <a:gd name="connsiteX76" fmla="*/ 285234 w 1275707"/>
                <a:gd name="connsiteY76" fmla="*/ 72941 h 79404"/>
                <a:gd name="connsiteX77" fmla="*/ 285234 w 1275707"/>
                <a:gd name="connsiteY77" fmla="*/ 47088 h 79404"/>
                <a:gd name="connsiteX78" fmla="*/ 308311 w 1275707"/>
                <a:gd name="connsiteY78" fmla="*/ 47088 h 79404"/>
                <a:gd name="connsiteX79" fmla="*/ 308311 w 1275707"/>
                <a:gd name="connsiteY79" fmla="*/ 43395 h 79404"/>
                <a:gd name="connsiteX80" fmla="*/ 291696 w 1275707"/>
                <a:gd name="connsiteY80" fmla="*/ 43395 h 79404"/>
                <a:gd name="connsiteX81" fmla="*/ 291696 w 1275707"/>
                <a:gd name="connsiteY81" fmla="*/ 24929 h 79404"/>
                <a:gd name="connsiteX82" fmla="*/ 335081 w 1275707"/>
                <a:gd name="connsiteY82" fmla="*/ 24929 h 79404"/>
                <a:gd name="connsiteX83" fmla="*/ 335081 w 1275707"/>
                <a:gd name="connsiteY83" fmla="*/ 43395 h 79404"/>
                <a:gd name="connsiteX84" fmla="*/ 318465 w 1275707"/>
                <a:gd name="connsiteY84" fmla="*/ 43395 h 79404"/>
                <a:gd name="connsiteX85" fmla="*/ 318465 w 1275707"/>
                <a:gd name="connsiteY85" fmla="*/ 47088 h 79404"/>
                <a:gd name="connsiteX86" fmla="*/ 300927 w 1275707"/>
                <a:gd name="connsiteY86" fmla="*/ 32316 h 79404"/>
                <a:gd name="connsiteX87" fmla="*/ 300927 w 1275707"/>
                <a:gd name="connsiteY87" fmla="*/ 37855 h 79404"/>
                <a:gd name="connsiteX88" fmla="*/ 324927 w 1275707"/>
                <a:gd name="connsiteY88" fmla="*/ 37855 h 79404"/>
                <a:gd name="connsiteX89" fmla="*/ 324927 w 1275707"/>
                <a:gd name="connsiteY89" fmla="*/ 32316 h 79404"/>
                <a:gd name="connsiteX90" fmla="*/ 300927 w 1275707"/>
                <a:gd name="connsiteY90" fmla="*/ 32316 h 79404"/>
                <a:gd name="connsiteX91" fmla="*/ 444005 w 1275707"/>
                <a:gd name="connsiteY91" fmla="*/ 14773 h 79404"/>
                <a:gd name="connsiteX92" fmla="*/ 444005 w 1275707"/>
                <a:gd name="connsiteY92" fmla="*/ 22159 h 79404"/>
                <a:gd name="connsiteX93" fmla="*/ 417236 w 1275707"/>
                <a:gd name="connsiteY93" fmla="*/ 22159 h 79404"/>
                <a:gd name="connsiteX94" fmla="*/ 417236 w 1275707"/>
                <a:gd name="connsiteY94" fmla="*/ 14773 h 79404"/>
                <a:gd name="connsiteX95" fmla="*/ 444005 w 1275707"/>
                <a:gd name="connsiteY95" fmla="*/ 14773 h 79404"/>
                <a:gd name="connsiteX96" fmla="*/ 428313 w 1275707"/>
                <a:gd name="connsiteY96" fmla="*/ 73864 h 79404"/>
                <a:gd name="connsiteX97" fmla="*/ 428313 w 1275707"/>
                <a:gd name="connsiteY97" fmla="*/ 77557 h 79404"/>
                <a:gd name="connsiteX98" fmla="*/ 419082 w 1275707"/>
                <a:gd name="connsiteY98" fmla="*/ 77557 h 79404"/>
                <a:gd name="connsiteX99" fmla="*/ 419082 w 1275707"/>
                <a:gd name="connsiteY99" fmla="*/ 47088 h 79404"/>
                <a:gd name="connsiteX100" fmla="*/ 443082 w 1275707"/>
                <a:gd name="connsiteY100" fmla="*/ 47088 h 79404"/>
                <a:gd name="connsiteX101" fmla="*/ 443082 w 1275707"/>
                <a:gd name="connsiteY101" fmla="*/ 76634 h 79404"/>
                <a:gd name="connsiteX102" fmla="*/ 434774 w 1275707"/>
                <a:gd name="connsiteY102" fmla="*/ 76634 h 79404"/>
                <a:gd name="connsiteX103" fmla="*/ 434774 w 1275707"/>
                <a:gd name="connsiteY103" fmla="*/ 73864 h 79404"/>
                <a:gd name="connsiteX104" fmla="*/ 428313 w 1275707"/>
                <a:gd name="connsiteY104" fmla="*/ 73864 h 79404"/>
                <a:gd name="connsiteX105" fmla="*/ 441236 w 1275707"/>
                <a:gd name="connsiteY105" fmla="*/ 3693 h 79404"/>
                <a:gd name="connsiteX106" fmla="*/ 441236 w 1275707"/>
                <a:gd name="connsiteY106" fmla="*/ 11080 h 79404"/>
                <a:gd name="connsiteX107" fmla="*/ 420928 w 1275707"/>
                <a:gd name="connsiteY107" fmla="*/ 11080 h 79404"/>
                <a:gd name="connsiteX108" fmla="*/ 420928 w 1275707"/>
                <a:gd name="connsiteY108" fmla="*/ 3693 h 79404"/>
                <a:gd name="connsiteX109" fmla="*/ 441236 w 1275707"/>
                <a:gd name="connsiteY109" fmla="*/ 3693 h 79404"/>
                <a:gd name="connsiteX110" fmla="*/ 441236 w 1275707"/>
                <a:gd name="connsiteY110" fmla="*/ 25852 h 79404"/>
                <a:gd name="connsiteX111" fmla="*/ 441236 w 1275707"/>
                <a:gd name="connsiteY111" fmla="*/ 33239 h 79404"/>
                <a:gd name="connsiteX112" fmla="*/ 420928 w 1275707"/>
                <a:gd name="connsiteY112" fmla="*/ 33239 h 79404"/>
                <a:gd name="connsiteX113" fmla="*/ 420928 w 1275707"/>
                <a:gd name="connsiteY113" fmla="*/ 25852 h 79404"/>
                <a:gd name="connsiteX114" fmla="*/ 441236 w 1275707"/>
                <a:gd name="connsiteY114" fmla="*/ 25852 h 79404"/>
                <a:gd name="connsiteX115" fmla="*/ 441236 w 1275707"/>
                <a:gd name="connsiteY115" fmla="*/ 36932 h 79404"/>
                <a:gd name="connsiteX116" fmla="*/ 441236 w 1275707"/>
                <a:gd name="connsiteY116" fmla="*/ 44319 h 79404"/>
                <a:gd name="connsiteX117" fmla="*/ 420928 w 1275707"/>
                <a:gd name="connsiteY117" fmla="*/ 44319 h 79404"/>
                <a:gd name="connsiteX118" fmla="*/ 420928 w 1275707"/>
                <a:gd name="connsiteY118" fmla="*/ 36932 h 79404"/>
                <a:gd name="connsiteX119" fmla="*/ 441236 w 1275707"/>
                <a:gd name="connsiteY119" fmla="*/ 36932 h 79404"/>
                <a:gd name="connsiteX120" fmla="*/ 435698 w 1275707"/>
                <a:gd name="connsiteY120" fmla="*/ 65554 h 79404"/>
                <a:gd name="connsiteX121" fmla="*/ 435698 w 1275707"/>
                <a:gd name="connsiteY121" fmla="*/ 56321 h 79404"/>
                <a:gd name="connsiteX122" fmla="*/ 428313 w 1275707"/>
                <a:gd name="connsiteY122" fmla="*/ 56321 h 79404"/>
                <a:gd name="connsiteX123" fmla="*/ 428313 w 1275707"/>
                <a:gd name="connsiteY123" fmla="*/ 65554 h 79404"/>
                <a:gd name="connsiteX124" fmla="*/ 435698 w 1275707"/>
                <a:gd name="connsiteY124" fmla="*/ 65554 h 79404"/>
                <a:gd name="connsiteX125" fmla="*/ 493852 w 1275707"/>
                <a:gd name="connsiteY125" fmla="*/ 43395 h 79404"/>
                <a:gd name="connsiteX126" fmla="*/ 493852 w 1275707"/>
                <a:gd name="connsiteY126" fmla="*/ 43395 h 79404"/>
                <a:gd name="connsiteX127" fmla="*/ 492006 w 1275707"/>
                <a:gd name="connsiteY127" fmla="*/ 45242 h 79404"/>
                <a:gd name="connsiteX128" fmla="*/ 485544 w 1275707"/>
                <a:gd name="connsiteY128" fmla="*/ 57245 h 79404"/>
                <a:gd name="connsiteX129" fmla="*/ 488314 w 1275707"/>
                <a:gd name="connsiteY129" fmla="*/ 62785 h 79404"/>
                <a:gd name="connsiteX130" fmla="*/ 490160 w 1275707"/>
                <a:gd name="connsiteY130" fmla="*/ 55398 h 79404"/>
                <a:gd name="connsiteX131" fmla="*/ 496621 w 1275707"/>
                <a:gd name="connsiteY131" fmla="*/ 61861 h 79404"/>
                <a:gd name="connsiteX132" fmla="*/ 488314 w 1275707"/>
                <a:gd name="connsiteY132" fmla="*/ 77557 h 79404"/>
                <a:gd name="connsiteX133" fmla="*/ 479083 w 1275707"/>
                <a:gd name="connsiteY133" fmla="*/ 66478 h 79404"/>
                <a:gd name="connsiteX134" fmla="*/ 466159 w 1275707"/>
                <a:gd name="connsiteY134" fmla="*/ 79404 h 79404"/>
                <a:gd name="connsiteX135" fmla="*/ 459698 w 1275707"/>
                <a:gd name="connsiteY135" fmla="*/ 72941 h 79404"/>
                <a:gd name="connsiteX136" fmla="*/ 465236 w 1275707"/>
                <a:gd name="connsiteY136" fmla="*/ 68324 h 79404"/>
                <a:gd name="connsiteX137" fmla="*/ 453236 w 1275707"/>
                <a:gd name="connsiteY137" fmla="*/ 68324 h 79404"/>
                <a:gd name="connsiteX138" fmla="*/ 453236 w 1275707"/>
                <a:gd name="connsiteY138" fmla="*/ 74787 h 79404"/>
                <a:gd name="connsiteX139" fmla="*/ 444928 w 1275707"/>
                <a:gd name="connsiteY139" fmla="*/ 74787 h 79404"/>
                <a:gd name="connsiteX140" fmla="*/ 444928 w 1275707"/>
                <a:gd name="connsiteY140" fmla="*/ 39702 h 79404"/>
                <a:gd name="connsiteX141" fmla="*/ 468929 w 1275707"/>
                <a:gd name="connsiteY141" fmla="*/ 39702 h 79404"/>
                <a:gd name="connsiteX142" fmla="*/ 468929 w 1275707"/>
                <a:gd name="connsiteY142" fmla="*/ 63708 h 79404"/>
                <a:gd name="connsiteX143" fmla="*/ 475390 w 1275707"/>
                <a:gd name="connsiteY143" fmla="*/ 56321 h 79404"/>
                <a:gd name="connsiteX144" fmla="*/ 472621 w 1275707"/>
                <a:gd name="connsiteY144" fmla="*/ 36932 h 79404"/>
                <a:gd name="connsiteX145" fmla="*/ 443082 w 1275707"/>
                <a:gd name="connsiteY145" fmla="*/ 36932 h 79404"/>
                <a:gd name="connsiteX146" fmla="*/ 443082 w 1275707"/>
                <a:gd name="connsiteY146" fmla="*/ 28622 h 79404"/>
                <a:gd name="connsiteX147" fmla="*/ 448621 w 1275707"/>
                <a:gd name="connsiteY147" fmla="*/ 28622 h 79404"/>
                <a:gd name="connsiteX148" fmla="*/ 445851 w 1275707"/>
                <a:gd name="connsiteY148" fmla="*/ 19389 h 79404"/>
                <a:gd name="connsiteX149" fmla="*/ 451390 w 1275707"/>
                <a:gd name="connsiteY149" fmla="*/ 16619 h 79404"/>
                <a:gd name="connsiteX150" fmla="*/ 444005 w 1275707"/>
                <a:gd name="connsiteY150" fmla="*/ 16619 h 79404"/>
                <a:gd name="connsiteX151" fmla="*/ 444005 w 1275707"/>
                <a:gd name="connsiteY151" fmla="*/ 9233 h 79404"/>
                <a:gd name="connsiteX152" fmla="*/ 452313 w 1275707"/>
                <a:gd name="connsiteY152" fmla="*/ 9233 h 79404"/>
                <a:gd name="connsiteX153" fmla="*/ 452313 w 1275707"/>
                <a:gd name="connsiteY153" fmla="*/ 923 h 79404"/>
                <a:gd name="connsiteX154" fmla="*/ 462467 w 1275707"/>
                <a:gd name="connsiteY154" fmla="*/ 923 h 79404"/>
                <a:gd name="connsiteX155" fmla="*/ 464313 w 1275707"/>
                <a:gd name="connsiteY155" fmla="*/ 1847 h 79404"/>
                <a:gd name="connsiteX156" fmla="*/ 462467 w 1275707"/>
                <a:gd name="connsiteY156" fmla="*/ 3693 h 79404"/>
                <a:gd name="connsiteX157" fmla="*/ 462467 w 1275707"/>
                <a:gd name="connsiteY157" fmla="*/ 9233 h 79404"/>
                <a:gd name="connsiteX158" fmla="*/ 470775 w 1275707"/>
                <a:gd name="connsiteY158" fmla="*/ 9233 h 79404"/>
                <a:gd name="connsiteX159" fmla="*/ 470775 w 1275707"/>
                <a:gd name="connsiteY159" fmla="*/ 17543 h 79404"/>
                <a:gd name="connsiteX160" fmla="*/ 463390 w 1275707"/>
                <a:gd name="connsiteY160" fmla="*/ 17543 h 79404"/>
                <a:gd name="connsiteX161" fmla="*/ 468929 w 1275707"/>
                <a:gd name="connsiteY161" fmla="*/ 19389 h 79404"/>
                <a:gd name="connsiteX162" fmla="*/ 469852 w 1275707"/>
                <a:gd name="connsiteY162" fmla="*/ 20313 h 79404"/>
                <a:gd name="connsiteX163" fmla="*/ 468006 w 1275707"/>
                <a:gd name="connsiteY163" fmla="*/ 21236 h 79404"/>
                <a:gd name="connsiteX164" fmla="*/ 465236 w 1275707"/>
                <a:gd name="connsiteY164" fmla="*/ 28622 h 79404"/>
                <a:gd name="connsiteX165" fmla="*/ 471698 w 1275707"/>
                <a:gd name="connsiteY165" fmla="*/ 28622 h 79404"/>
                <a:gd name="connsiteX166" fmla="*/ 471698 w 1275707"/>
                <a:gd name="connsiteY166" fmla="*/ 0 h 79404"/>
                <a:gd name="connsiteX167" fmla="*/ 480929 w 1275707"/>
                <a:gd name="connsiteY167" fmla="*/ 0 h 79404"/>
                <a:gd name="connsiteX168" fmla="*/ 482775 w 1275707"/>
                <a:gd name="connsiteY168" fmla="*/ 923 h 79404"/>
                <a:gd name="connsiteX169" fmla="*/ 480929 w 1275707"/>
                <a:gd name="connsiteY169" fmla="*/ 2770 h 79404"/>
                <a:gd name="connsiteX170" fmla="*/ 480929 w 1275707"/>
                <a:gd name="connsiteY170" fmla="*/ 28622 h 79404"/>
                <a:gd name="connsiteX171" fmla="*/ 494775 w 1275707"/>
                <a:gd name="connsiteY171" fmla="*/ 28622 h 79404"/>
                <a:gd name="connsiteX172" fmla="*/ 494775 w 1275707"/>
                <a:gd name="connsiteY172" fmla="*/ 36932 h 79404"/>
                <a:gd name="connsiteX173" fmla="*/ 481852 w 1275707"/>
                <a:gd name="connsiteY173" fmla="*/ 36932 h 79404"/>
                <a:gd name="connsiteX174" fmla="*/ 482775 w 1275707"/>
                <a:gd name="connsiteY174" fmla="*/ 45242 h 79404"/>
                <a:gd name="connsiteX175" fmla="*/ 485544 w 1275707"/>
                <a:gd name="connsiteY175" fmla="*/ 37855 h 79404"/>
                <a:gd name="connsiteX176" fmla="*/ 493852 w 1275707"/>
                <a:gd name="connsiteY176" fmla="*/ 43395 h 79404"/>
                <a:gd name="connsiteX177" fmla="*/ 452313 w 1275707"/>
                <a:gd name="connsiteY177" fmla="*/ 17543 h 79404"/>
                <a:gd name="connsiteX178" fmla="*/ 456005 w 1275707"/>
                <a:gd name="connsiteY178" fmla="*/ 27699 h 79404"/>
                <a:gd name="connsiteX179" fmla="*/ 451390 w 1275707"/>
                <a:gd name="connsiteY179" fmla="*/ 28622 h 79404"/>
                <a:gd name="connsiteX180" fmla="*/ 458775 w 1275707"/>
                <a:gd name="connsiteY180" fmla="*/ 28622 h 79404"/>
                <a:gd name="connsiteX181" fmla="*/ 462467 w 1275707"/>
                <a:gd name="connsiteY181" fmla="*/ 16619 h 79404"/>
                <a:gd name="connsiteX182" fmla="*/ 452313 w 1275707"/>
                <a:gd name="connsiteY182" fmla="*/ 17543 h 79404"/>
                <a:gd name="connsiteX183" fmla="*/ 452313 w 1275707"/>
                <a:gd name="connsiteY183" fmla="*/ 17543 h 79404"/>
                <a:gd name="connsiteX184" fmla="*/ 461544 w 1275707"/>
                <a:gd name="connsiteY184" fmla="*/ 50782 h 79404"/>
                <a:gd name="connsiteX185" fmla="*/ 461544 w 1275707"/>
                <a:gd name="connsiteY185" fmla="*/ 46165 h 79404"/>
                <a:gd name="connsiteX186" fmla="*/ 454159 w 1275707"/>
                <a:gd name="connsiteY186" fmla="*/ 46165 h 79404"/>
                <a:gd name="connsiteX187" fmla="*/ 454159 w 1275707"/>
                <a:gd name="connsiteY187" fmla="*/ 50782 h 79404"/>
                <a:gd name="connsiteX188" fmla="*/ 461544 w 1275707"/>
                <a:gd name="connsiteY188" fmla="*/ 50782 h 79404"/>
                <a:gd name="connsiteX189" fmla="*/ 454159 w 1275707"/>
                <a:gd name="connsiteY189" fmla="*/ 56321 h 79404"/>
                <a:gd name="connsiteX190" fmla="*/ 454159 w 1275707"/>
                <a:gd name="connsiteY190" fmla="*/ 60938 h 79404"/>
                <a:gd name="connsiteX191" fmla="*/ 461544 w 1275707"/>
                <a:gd name="connsiteY191" fmla="*/ 60938 h 79404"/>
                <a:gd name="connsiteX192" fmla="*/ 461544 w 1275707"/>
                <a:gd name="connsiteY192" fmla="*/ 56321 h 79404"/>
                <a:gd name="connsiteX193" fmla="*/ 454159 w 1275707"/>
                <a:gd name="connsiteY193" fmla="*/ 56321 h 79404"/>
                <a:gd name="connsiteX194" fmla="*/ 489237 w 1275707"/>
                <a:gd name="connsiteY194" fmla="*/ 6463 h 79404"/>
                <a:gd name="connsiteX195" fmla="*/ 494775 w 1275707"/>
                <a:gd name="connsiteY195" fmla="*/ 21236 h 79404"/>
                <a:gd name="connsiteX196" fmla="*/ 486467 w 1275707"/>
                <a:gd name="connsiteY196" fmla="*/ 24006 h 79404"/>
                <a:gd name="connsiteX197" fmla="*/ 481852 w 1275707"/>
                <a:gd name="connsiteY197" fmla="*/ 10156 h 79404"/>
                <a:gd name="connsiteX198" fmla="*/ 489237 w 1275707"/>
                <a:gd name="connsiteY198" fmla="*/ 6463 h 79404"/>
                <a:gd name="connsiteX199" fmla="*/ 534468 w 1275707"/>
                <a:gd name="connsiteY199" fmla="*/ 53552 h 79404"/>
                <a:gd name="connsiteX200" fmla="*/ 552930 w 1275707"/>
                <a:gd name="connsiteY200" fmla="*/ 68324 h 79404"/>
                <a:gd name="connsiteX201" fmla="*/ 544622 w 1275707"/>
                <a:gd name="connsiteY201" fmla="*/ 76634 h 79404"/>
                <a:gd name="connsiteX202" fmla="*/ 528006 w 1275707"/>
                <a:gd name="connsiteY202" fmla="*/ 61861 h 79404"/>
                <a:gd name="connsiteX203" fmla="*/ 534468 w 1275707"/>
                <a:gd name="connsiteY203" fmla="*/ 53552 h 79404"/>
                <a:gd name="connsiteX204" fmla="*/ 633238 w 1275707"/>
                <a:gd name="connsiteY204" fmla="*/ 36932 h 79404"/>
                <a:gd name="connsiteX205" fmla="*/ 633238 w 1275707"/>
                <a:gd name="connsiteY205" fmla="*/ 36932 h 79404"/>
                <a:gd name="connsiteX206" fmla="*/ 631392 w 1275707"/>
                <a:gd name="connsiteY206" fmla="*/ 38779 h 79404"/>
                <a:gd name="connsiteX207" fmla="*/ 630469 w 1275707"/>
                <a:gd name="connsiteY207" fmla="*/ 39702 h 79404"/>
                <a:gd name="connsiteX208" fmla="*/ 655393 w 1275707"/>
                <a:gd name="connsiteY208" fmla="*/ 39702 h 79404"/>
                <a:gd name="connsiteX209" fmla="*/ 659085 w 1275707"/>
                <a:gd name="connsiteY209" fmla="*/ 44319 h 79404"/>
                <a:gd name="connsiteX210" fmla="*/ 644315 w 1275707"/>
                <a:gd name="connsiteY210" fmla="*/ 60938 h 79404"/>
                <a:gd name="connsiteX211" fmla="*/ 674777 w 1275707"/>
                <a:gd name="connsiteY211" fmla="*/ 67401 h 79404"/>
                <a:gd name="connsiteX212" fmla="*/ 668316 w 1275707"/>
                <a:gd name="connsiteY212" fmla="*/ 77557 h 79404"/>
                <a:gd name="connsiteX213" fmla="*/ 636008 w 1275707"/>
                <a:gd name="connsiteY213" fmla="*/ 66478 h 79404"/>
                <a:gd name="connsiteX214" fmla="*/ 604623 w 1275707"/>
                <a:gd name="connsiteY214" fmla="*/ 77557 h 79404"/>
                <a:gd name="connsiteX215" fmla="*/ 598161 w 1275707"/>
                <a:gd name="connsiteY215" fmla="*/ 68324 h 79404"/>
                <a:gd name="connsiteX216" fmla="*/ 627700 w 1275707"/>
                <a:gd name="connsiteY216" fmla="*/ 60015 h 79404"/>
                <a:gd name="connsiteX217" fmla="*/ 620315 w 1275707"/>
                <a:gd name="connsiteY217" fmla="*/ 50782 h 79404"/>
                <a:gd name="connsiteX218" fmla="*/ 605546 w 1275707"/>
                <a:gd name="connsiteY218" fmla="*/ 60938 h 79404"/>
                <a:gd name="connsiteX219" fmla="*/ 598161 w 1275707"/>
                <a:gd name="connsiteY219" fmla="*/ 53552 h 79404"/>
                <a:gd name="connsiteX220" fmla="*/ 624007 w 1275707"/>
                <a:gd name="connsiteY220" fmla="*/ 33239 h 79404"/>
                <a:gd name="connsiteX221" fmla="*/ 612930 w 1275707"/>
                <a:gd name="connsiteY221" fmla="*/ 38779 h 79404"/>
                <a:gd name="connsiteX222" fmla="*/ 605546 w 1275707"/>
                <a:gd name="connsiteY222" fmla="*/ 33239 h 79404"/>
                <a:gd name="connsiteX223" fmla="*/ 622161 w 1275707"/>
                <a:gd name="connsiteY223" fmla="*/ 15696 h 79404"/>
                <a:gd name="connsiteX224" fmla="*/ 609238 w 1275707"/>
                <a:gd name="connsiteY224" fmla="*/ 15696 h 79404"/>
                <a:gd name="connsiteX225" fmla="*/ 615700 w 1275707"/>
                <a:gd name="connsiteY225" fmla="*/ 20313 h 79404"/>
                <a:gd name="connsiteX226" fmla="*/ 616623 w 1275707"/>
                <a:gd name="connsiteY226" fmla="*/ 21236 h 79404"/>
                <a:gd name="connsiteX227" fmla="*/ 615700 w 1275707"/>
                <a:gd name="connsiteY227" fmla="*/ 22159 h 79404"/>
                <a:gd name="connsiteX228" fmla="*/ 613854 w 1275707"/>
                <a:gd name="connsiteY228" fmla="*/ 22159 h 79404"/>
                <a:gd name="connsiteX229" fmla="*/ 600930 w 1275707"/>
                <a:gd name="connsiteY229" fmla="*/ 34162 h 79404"/>
                <a:gd name="connsiteX230" fmla="*/ 593545 w 1275707"/>
                <a:gd name="connsiteY230" fmla="*/ 27699 h 79404"/>
                <a:gd name="connsiteX231" fmla="*/ 607392 w 1275707"/>
                <a:gd name="connsiteY231" fmla="*/ 15696 h 79404"/>
                <a:gd name="connsiteX232" fmla="*/ 595392 w 1275707"/>
                <a:gd name="connsiteY232" fmla="*/ 15696 h 79404"/>
                <a:gd name="connsiteX233" fmla="*/ 595392 w 1275707"/>
                <a:gd name="connsiteY233" fmla="*/ 7386 h 79404"/>
                <a:gd name="connsiteX234" fmla="*/ 628623 w 1275707"/>
                <a:gd name="connsiteY234" fmla="*/ 7386 h 79404"/>
                <a:gd name="connsiteX235" fmla="*/ 628623 w 1275707"/>
                <a:gd name="connsiteY235" fmla="*/ 0 h 79404"/>
                <a:gd name="connsiteX236" fmla="*/ 639700 w 1275707"/>
                <a:gd name="connsiteY236" fmla="*/ 0 h 79404"/>
                <a:gd name="connsiteX237" fmla="*/ 641546 w 1275707"/>
                <a:gd name="connsiteY237" fmla="*/ 923 h 79404"/>
                <a:gd name="connsiteX238" fmla="*/ 639700 w 1275707"/>
                <a:gd name="connsiteY238" fmla="*/ 2770 h 79404"/>
                <a:gd name="connsiteX239" fmla="*/ 639700 w 1275707"/>
                <a:gd name="connsiteY239" fmla="*/ 7386 h 79404"/>
                <a:gd name="connsiteX240" fmla="*/ 672931 w 1275707"/>
                <a:gd name="connsiteY240" fmla="*/ 7386 h 79404"/>
                <a:gd name="connsiteX241" fmla="*/ 672931 w 1275707"/>
                <a:gd name="connsiteY241" fmla="*/ 15696 h 79404"/>
                <a:gd name="connsiteX242" fmla="*/ 648931 w 1275707"/>
                <a:gd name="connsiteY242" fmla="*/ 15696 h 79404"/>
                <a:gd name="connsiteX243" fmla="*/ 648931 w 1275707"/>
                <a:gd name="connsiteY243" fmla="*/ 32316 h 79404"/>
                <a:gd name="connsiteX244" fmla="*/ 636008 w 1275707"/>
                <a:gd name="connsiteY244" fmla="*/ 39702 h 79404"/>
                <a:gd name="connsiteX245" fmla="*/ 631392 w 1275707"/>
                <a:gd name="connsiteY245" fmla="*/ 30469 h 79404"/>
                <a:gd name="connsiteX246" fmla="*/ 636931 w 1275707"/>
                <a:gd name="connsiteY246" fmla="*/ 31392 h 79404"/>
                <a:gd name="connsiteX247" fmla="*/ 639700 w 1275707"/>
                <a:gd name="connsiteY247" fmla="*/ 29546 h 79404"/>
                <a:gd name="connsiteX248" fmla="*/ 639700 w 1275707"/>
                <a:gd name="connsiteY248" fmla="*/ 15696 h 79404"/>
                <a:gd name="connsiteX249" fmla="*/ 632315 w 1275707"/>
                <a:gd name="connsiteY249" fmla="*/ 15696 h 79404"/>
                <a:gd name="connsiteX250" fmla="*/ 624931 w 1275707"/>
                <a:gd name="connsiteY250" fmla="*/ 34162 h 79404"/>
                <a:gd name="connsiteX251" fmla="*/ 633238 w 1275707"/>
                <a:gd name="connsiteY251" fmla="*/ 36932 h 79404"/>
                <a:gd name="connsiteX252" fmla="*/ 633238 w 1275707"/>
                <a:gd name="connsiteY252" fmla="*/ 36932 h 79404"/>
                <a:gd name="connsiteX253" fmla="*/ 627700 w 1275707"/>
                <a:gd name="connsiteY253" fmla="*/ 48935 h 79404"/>
                <a:gd name="connsiteX254" fmla="*/ 635084 w 1275707"/>
                <a:gd name="connsiteY254" fmla="*/ 56321 h 79404"/>
                <a:gd name="connsiteX255" fmla="*/ 642469 w 1275707"/>
                <a:gd name="connsiteY255" fmla="*/ 48935 h 79404"/>
                <a:gd name="connsiteX256" fmla="*/ 627700 w 1275707"/>
                <a:gd name="connsiteY256" fmla="*/ 48935 h 79404"/>
                <a:gd name="connsiteX257" fmla="*/ 658162 w 1275707"/>
                <a:gd name="connsiteY257" fmla="*/ 15696 h 79404"/>
                <a:gd name="connsiteX258" fmla="*/ 671085 w 1275707"/>
                <a:gd name="connsiteY258" fmla="*/ 29546 h 79404"/>
                <a:gd name="connsiteX259" fmla="*/ 662777 w 1275707"/>
                <a:gd name="connsiteY259" fmla="*/ 35085 h 79404"/>
                <a:gd name="connsiteX260" fmla="*/ 650777 w 1275707"/>
                <a:gd name="connsiteY260" fmla="*/ 21236 h 79404"/>
                <a:gd name="connsiteX261" fmla="*/ 658162 w 1275707"/>
                <a:gd name="connsiteY261" fmla="*/ 15696 h 79404"/>
                <a:gd name="connsiteX262" fmla="*/ 783702 w 1275707"/>
                <a:gd name="connsiteY262" fmla="*/ 24006 h 79404"/>
                <a:gd name="connsiteX263" fmla="*/ 764317 w 1275707"/>
                <a:gd name="connsiteY263" fmla="*/ 43395 h 79404"/>
                <a:gd name="connsiteX264" fmla="*/ 766163 w 1275707"/>
                <a:gd name="connsiteY264" fmla="*/ 43395 h 79404"/>
                <a:gd name="connsiteX265" fmla="*/ 772625 w 1275707"/>
                <a:gd name="connsiteY265" fmla="*/ 48935 h 79404"/>
                <a:gd name="connsiteX266" fmla="*/ 771701 w 1275707"/>
                <a:gd name="connsiteY266" fmla="*/ 60015 h 79404"/>
                <a:gd name="connsiteX267" fmla="*/ 778163 w 1275707"/>
                <a:gd name="connsiteY267" fmla="*/ 65554 h 79404"/>
                <a:gd name="connsiteX268" fmla="*/ 796625 w 1275707"/>
                <a:gd name="connsiteY268" fmla="*/ 62785 h 79404"/>
                <a:gd name="connsiteX269" fmla="*/ 796625 w 1275707"/>
                <a:gd name="connsiteY269" fmla="*/ 74787 h 79404"/>
                <a:gd name="connsiteX270" fmla="*/ 776317 w 1275707"/>
                <a:gd name="connsiteY270" fmla="*/ 76634 h 79404"/>
                <a:gd name="connsiteX271" fmla="*/ 759701 w 1275707"/>
                <a:gd name="connsiteY271" fmla="*/ 65554 h 79404"/>
                <a:gd name="connsiteX272" fmla="*/ 760624 w 1275707"/>
                <a:gd name="connsiteY272" fmla="*/ 57245 h 79404"/>
                <a:gd name="connsiteX273" fmla="*/ 757855 w 1275707"/>
                <a:gd name="connsiteY273" fmla="*/ 53552 h 79404"/>
                <a:gd name="connsiteX274" fmla="*/ 750470 w 1275707"/>
                <a:gd name="connsiteY274" fmla="*/ 59091 h 79404"/>
                <a:gd name="connsiteX275" fmla="*/ 733855 w 1275707"/>
                <a:gd name="connsiteY275" fmla="*/ 77557 h 79404"/>
                <a:gd name="connsiteX276" fmla="*/ 724624 w 1275707"/>
                <a:gd name="connsiteY276" fmla="*/ 69248 h 79404"/>
                <a:gd name="connsiteX277" fmla="*/ 760624 w 1275707"/>
                <a:gd name="connsiteY277" fmla="*/ 31392 h 79404"/>
                <a:gd name="connsiteX278" fmla="*/ 732932 w 1275707"/>
                <a:gd name="connsiteY278" fmla="*/ 36009 h 79404"/>
                <a:gd name="connsiteX279" fmla="*/ 731086 w 1275707"/>
                <a:gd name="connsiteY279" fmla="*/ 24929 h 79404"/>
                <a:gd name="connsiteX280" fmla="*/ 776317 w 1275707"/>
                <a:gd name="connsiteY280" fmla="*/ 17543 h 79404"/>
                <a:gd name="connsiteX281" fmla="*/ 783702 w 1275707"/>
                <a:gd name="connsiteY281" fmla="*/ 24006 h 79404"/>
                <a:gd name="connsiteX282" fmla="*/ 745855 w 1275707"/>
                <a:gd name="connsiteY282" fmla="*/ 1847 h 79404"/>
                <a:gd name="connsiteX283" fmla="*/ 768932 w 1275707"/>
                <a:gd name="connsiteY283" fmla="*/ 4617 h 79404"/>
                <a:gd name="connsiteX284" fmla="*/ 774471 w 1275707"/>
                <a:gd name="connsiteY284" fmla="*/ 4617 h 79404"/>
                <a:gd name="connsiteX285" fmla="*/ 773548 w 1275707"/>
                <a:gd name="connsiteY285" fmla="*/ 14773 h 79404"/>
                <a:gd name="connsiteX286" fmla="*/ 769855 w 1275707"/>
                <a:gd name="connsiteY286" fmla="*/ 14773 h 79404"/>
                <a:gd name="connsiteX287" fmla="*/ 744932 w 1275707"/>
                <a:gd name="connsiteY287" fmla="*/ 12003 h 79404"/>
                <a:gd name="connsiteX288" fmla="*/ 745855 w 1275707"/>
                <a:gd name="connsiteY288" fmla="*/ 1847 h 79404"/>
                <a:gd name="connsiteX289" fmla="*/ 921242 w 1275707"/>
                <a:gd name="connsiteY289" fmla="*/ 14773 h 79404"/>
                <a:gd name="connsiteX290" fmla="*/ 881549 w 1275707"/>
                <a:gd name="connsiteY290" fmla="*/ 47088 h 79404"/>
                <a:gd name="connsiteX291" fmla="*/ 906472 w 1275707"/>
                <a:gd name="connsiteY291" fmla="*/ 64631 h 79404"/>
                <a:gd name="connsiteX292" fmla="*/ 900934 w 1275707"/>
                <a:gd name="connsiteY292" fmla="*/ 77557 h 79404"/>
                <a:gd name="connsiteX293" fmla="*/ 870472 w 1275707"/>
                <a:gd name="connsiteY293" fmla="*/ 48012 h 79404"/>
                <a:gd name="connsiteX294" fmla="*/ 888011 w 1275707"/>
                <a:gd name="connsiteY294" fmla="*/ 18466 h 79404"/>
                <a:gd name="connsiteX295" fmla="*/ 850164 w 1275707"/>
                <a:gd name="connsiteY295" fmla="*/ 24006 h 79404"/>
                <a:gd name="connsiteX296" fmla="*/ 848318 w 1275707"/>
                <a:gd name="connsiteY296" fmla="*/ 10156 h 79404"/>
                <a:gd name="connsiteX297" fmla="*/ 853856 w 1275707"/>
                <a:gd name="connsiteY297" fmla="*/ 10156 h 79404"/>
                <a:gd name="connsiteX298" fmla="*/ 919396 w 1275707"/>
                <a:gd name="connsiteY298" fmla="*/ 1847 h 79404"/>
                <a:gd name="connsiteX299" fmla="*/ 921242 w 1275707"/>
                <a:gd name="connsiteY299" fmla="*/ 14773 h 79404"/>
                <a:gd name="connsiteX300" fmla="*/ 1034782 w 1275707"/>
                <a:gd name="connsiteY300" fmla="*/ 24929 h 79404"/>
                <a:gd name="connsiteX301" fmla="*/ 1034782 w 1275707"/>
                <a:gd name="connsiteY301" fmla="*/ 24929 h 79404"/>
                <a:gd name="connsiteX302" fmla="*/ 1033859 w 1275707"/>
                <a:gd name="connsiteY302" fmla="*/ 26776 h 79404"/>
                <a:gd name="connsiteX303" fmla="*/ 1030166 w 1275707"/>
                <a:gd name="connsiteY303" fmla="*/ 43395 h 79404"/>
                <a:gd name="connsiteX304" fmla="*/ 1043089 w 1275707"/>
                <a:gd name="connsiteY304" fmla="*/ 52628 h 79404"/>
                <a:gd name="connsiteX305" fmla="*/ 1036628 w 1275707"/>
                <a:gd name="connsiteY305" fmla="*/ 62785 h 79404"/>
                <a:gd name="connsiteX306" fmla="*/ 1026474 w 1275707"/>
                <a:gd name="connsiteY306" fmla="*/ 54475 h 79404"/>
                <a:gd name="connsiteX307" fmla="*/ 1007089 w 1275707"/>
                <a:gd name="connsiteY307" fmla="*/ 76634 h 79404"/>
                <a:gd name="connsiteX308" fmla="*/ 997858 w 1275707"/>
                <a:gd name="connsiteY308" fmla="*/ 69248 h 79404"/>
                <a:gd name="connsiteX309" fmla="*/ 1016320 w 1275707"/>
                <a:gd name="connsiteY309" fmla="*/ 48935 h 79404"/>
                <a:gd name="connsiteX310" fmla="*/ 998781 w 1275707"/>
                <a:gd name="connsiteY310" fmla="*/ 43395 h 79404"/>
                <a:gd name="connsiteX311" fmla="*/ 978473 w 1275707"/>
                <a:gd name="connsiteY311" fmla="*/ 69248 h 79404"/>
                <a:gd name="connsiteX312" fmla="*/ 966473 w 1275707"/>
                <a:gd name="connsiteY312" fmla="*/ 56321 h 79404"/>
                <a:gd name="connsiteX313" fmla="*/ 993243 w 1275707"/>
                <a:gd name="connsiteY313" fmla="*/ 33239 h 79404"/>
                <a:gd name="connsiteX314" fmla="*/ 999704 w 1275707"/>
                <a:gd name="connsiteY314" fmla="*/ 16619 h 79404"/>
                <a:gd name="connsiteX315" fmla="*/ 980319 w 1275707"/>
                <a:gd name="connsiteY315" fmla="*/ 20313 h 79404"/>
                <a:gd name="connsiteX316" fmla="*/ 977550 w 1275707"/>
                <a:gd name="connsiteY316" fmla="*/ 8310 h 79404"/>
                <a:gd name="connsiteX317" fmla="*/ 1008012 w 1275707"/>
                <a:gd name="connsiteY317" fmla="*/ 2770 h 79404"/>
                <a:gd name="connsiteX318" fmla="*/ 1015397 w 1275707"/>
                <a:gd name="connsiteY318" fmla="*/ 9233 h 79404"/>
                <a:gd name="connsiteX319" fmla="*/ 1002473 w 1275707"/>
                <a:gd name="connsiteY319" fmla="*/ 34162 h 79404"/>
                <a:gd name="connsiteX320" fmla="*/ 1019089 w 1275707"/>
                <a:gd name="connsiteY320" fmla="*/ 39702 h 79404"/>
                <a:gd name="connsiteX321" fmla="*/ 1021858 w 1275707"/>
                <a:gd name="connsiteY321" fmla="*/ 21236 h 79404"/>
                <a:gd name="connsiteX322" fmla="*/ 1034782 w 1275707"/>
                <a:gd name="connsiteY322" fmla="*/ 24929 h 79404"/>
                <a:gd name="connsiteX323" fmla="*/ 1034782 w 1275707"/>
                <a:gd name="connsiteY323" fmla="*/ 24929 h 79404"/>
                <a:gd name="connsiteX324" fmla="*/ 976627 w 1275707"/>
                <a:gd name="connsiteY324" fmla="*/ 55398 h 79404"/>
                <a:gd name="connsiteX325" fmla="*/ 978473 w 1275707"/>
                <a:gd name="connsiteY325" fmla="*/ 58168 h 79404"/>
                <a:gd name="connsiteX326" fmla="*/ 988627 w 1275707"/>
                <a:gd name="connsiteY326" fmla="*/ 42472 h 79404"/>
                <a:gd name="connsiteX327" fmla="*/ 976627 w 1275707"/>
                <a:gd name="connsiteY327" fmla="*/ 55398 h 79404"/>
                <a:gd name="connsiteX328" fmla="*/ 1146475 w 1275707"/>
                <a:gd name="connsiteY328" fmla="*/ 3693 h 79404"/>
                <a:gd name="connsiteX329" fmla="*/ 1148321 w 1275707"/>
                <a:gd name="connsiteY329" fmla="*/ 4617 h 79404"/>
                <a:gd name="connsiteX330" fmla="*/ 1146475 w 1275707"/>
                <a:gd name="connsiteY330" fmla="*/ 5540 h 79404"/>
                <a:gd name="connsiteX331" fmla="*/ 1146475 w 1275707"/>
                <a:gd name="connsiteY331" fmla="*/ 20313 h 79404"/>
                <a:gd name="connsiteX332" fmla="*/ 1163091 w 1275707"/>
                <a:gd name="connsiteY332" fmla="*/ 18466 h 79404"/>
                <a:gd name="connsiteX333" fmla="*/ 1163091 w 1275707"/>
                <a:gd name="connsiteY333" fmla="*/ 30469 h 79404"/>
                <a:gd name="connsiteX334" fmla="*/ 1159398 w 1275707"/>
                <a:gd name="connsiteY334" fmla="*/ 30469 h 79404"/>
                <a:gd name="connsiteX335" fmla="*/ 1147398 w 1275707"/>
                <a:gd name="connsiteY335" fmla="*/ 31392 h 79404"/>
                <a:gd name="connsiteX336" fmla="*/ 1128014 w 1275707"/>
                <a:gd name="connsiteY336" fmla="*/ 55398 h 79404"/>
                <a:gd name="connsiteX337" fmla="*/ 1125244 w 1275707"/>
                <a:gd name="connsiteY337" fmla="*/ 45242 h 79404"/>
                <a:gd name="connsiteX338" fmla="*/ 1130783 w 1275707"/>
                <a:gd name="connsiteY338" fmla="*/ 45242 h 79404"/>
                <a:gd name="connsiteX339" fmla="*/ 1137244 w 1275707"/>
                <a:gd name="connsiteY339" fmla="*/ 33239 h 79404"/>
                <a:gd name="connsiteX340" fmla="*/ 1117859 w 1275707"/>
                <a:gd name="connsiteY340" fmla="*/ 36932 h 79404"/>
                <a:gd name="connsiteX341" fmla="*/ 1118783 w 1275707"/>
                <a:gd name="connsiteY341" fmla="*/ 59091 h 79404"/>
                <a:gd name="connsiteX342" fmla="*/ 1131706 w 1275707"/>
                <a:gd name="connsiteY342" fmla="*/ 64631 h 79404"/>
                <a:gd name="connsiteX343" fmla="*/ 1158475 w 1275707"/>
                <a:gd name="connsiteY343" fmla="*/ 60938 h 79404"/>
                <a:gd name="connsiteX344" fmla="*/ 1156629 w 1275707"/>
                <a:gd name="connsiteY344" fmla="*/ 72941 h 79404"/>
                <a:gd name="connsiteX345" fmla="*/ 1128937 w 1275707"/>
                <a:gd name="connsiteY345" fmla="*/ 74787 h 79404"/>
                <a:gd name="connsiteX346" fmla="*/ 1107706 w 1275707"/>
                <a:gd name="connsiteY346" fmla="*/ 62785 h 79404"/>
                <a:gd name="connsiteX347" fmla="*/ 1106782 w 1275707"/>
                <a:gd name="connsiteY347" fmla="*/ 38779 h 79404"/>
                <a:gd name="connsiteX348" fmla="*/ 1090167 w 1275707"/>
                <a:gd name="connsiteY348" fmla="*/ 42472 h 79404"/>
                <a:gd name="connsiteX349" fmla="*/ 1089244 w 1275707"/>
                <a:gd name="connsiteY349" fmla="*/ 29546 h 79404"/>
                <a:gd name="connsiteX350" fmla="*/ 1106782 w 1275707"/>
                <a:gd name="connsiteY350" fmla="*/ 26776 h 79404"/>
                <a:gd name="connsiteX351" fmla="*/ 1105859 w 1275707"/>
                <a:gd name="connsiteY351" fmla="*/ 6463 h 79404"/>
                <a:gd name="connsiteX352" fmla="*/ 1117859 w 1275707"/>
                <a:gd name="connsiteY352" fmla="*/ 8310 h 79404"/>
                <a:gd name="connsiteX353" fmla="*/ 1119706 w 1275707"/>
                <a:gd name="connsiteY353" fmla="*/ 9233 h 79404"/>
                <a:gd name="connsiteX354" fmla="*/ 1117859 w 1275707"/>
                <a:gd name="connsiteY354" fmla="*/ 10156 h 79404"/>
                <a:gd name="connsiteX355" fmla="*/ 1116936 w 1275707"/>
                <a:gd name="connsiteY355" fmla="*/ 24006 h 79404"/>
                <a:gd name="connsiteX356" fmla="*/ 1135398 w 1275707"/>
                <a:gd name="connsiteY356" fmla="*/ 21236 h 79404"/>
                <a:gd name="connsiteX357" fmla="*/ 1133552 w 1275707"/>
                <a:gd name="connsiteY357" fmla="*/ 923 h 79404"/>
                <a:gd name="connsiteX358" fmla="*/ 1146475 w 1275707"/>
                <a:gd name="connsiteY358" fmla="*/ 3693 h 79404"/>
                <a:gd name="connsiteX359" fmla="*/ 1146475 w 1275707"/>
                <a:gd name="connsiteY359" fmla="*/ 3693 h 79404"/>
                <a:gd name="connsiteX360" fmla="*/ 1262784 w 1275707"/>
                <a:gd name="connsiteY360" fmla="*/ 10156 h 79404"/>
                <a:gd name="connsiteX361" fmla="*/ 1240630 w 1275707"/>
                <a:gd name="connsiteY361" fmla="*/ 30469 h 79404"/>
                <a:gd name="connsiteX362" fmla="*/ 1251707 w 1275707"/>
                <a:gd name="connsiteY362" fmla="*/ 28622 h 79404"/>
                <a:gd name="connsiteX363" fmla="*/ 1275708 w 1275707"/>
                <a:gd name="connsiteY363" fmla="*/ 50782 h 79404"/>
                <a:gd name="connsiteX364" fmla="*/ 1244322 w 1275707"/>
                <a:gd name="connsiteY364" fmla="*/ 76634 h 79404"/>
                <a:gd name="connsiteX365" fmla="*/ 1224015 w 1275707"/>
                <a:gd name="connsiteY365" fmla="*/ 62785 h 79404"/>
                <a:gd name="connsiteX366" fmla="*/ 1239707 w 1275707"/>
                <a:gd name="connsiteY366" fmla="*/ 49858 h 79404"/>
                <a:gd name="connsiteX367" fmla="*/ 1257246 w 1275707"/>
                <a:gd name="connsiteY367" fmla="*/ 62785 h 79404"/>
                <a:gd name="connsiteX368" fmla="*/ 1264631 w 1275707"/>
                <a:gd name="connsiteY368" fmla="*/ 50782 h 79404"/>
                <a:gd name="connsiteX369" fmla="*/ 1249861 w 1275707"/>
                <a:gd name="connsiteY369" fmla="*/ 37855 h 79404"/>
                <a:gd name="connsiteX370" fmla="*/ 1214784 w 1275707"/>
                <a:gd name="connsiteY370" fmla="*/ 59091 h 79404"/>
                <a:gd name="connsiteX371" fmla="*/ 1205553 w 1275707"/>
                <a:gd name="connsiteY371" fmla="*/ 50782 h 79404"/>
                <a:gd name="connsiteX372" fmla="*/ 1242476 w 1275707"/>
                <a:gd name="connsiteY372" fmla="*/ 15696 h 79404"/>
                <a:gd name="connsiteX373" fmla="*/ 1216630 w 1275707"/>
                <a:gd name="connsiteY373" fmla="*/ 18466 h 79404"/>
                <a:gd name="connsiteX374" fmla="*/ 1214784 w 1275707"/>
                <a:gd name="connsiteY374" fmla="*/ 7386 h 79404"/>
                <a:gd name="connsiteX375" fmla="*/ 1257246 w 1275707"/>
                <a:gd name="connsiteY375" fmla="*/ 1847 h 79404"/>
                <a:gd name="connsiteX376" fmla="*/ 1262784 w 1275707"/>
                <a:gd name="connsiteY376" fmla="*/ 10156 h 79404"/>
                <a:gd name="connsiteX377" fmla="*/ 1262784 w 1275707"/>
                <a:gd name="connsiteY377" fmla="*/ 10156 h 79404"/>
                <a:gd name="connsiteX378" fmla="*/ 1237861 w 1275707"/>
                <a:gd name="connsiteY378" fmla="*/ 59091 h 79404"/>
                <a:gd name="connsiteX379" fmla="*/ 1233245 w 1275707"/>
                <a:gd name="connsiteY379" fmla="*/ 62785 h 79404"/>
                <a:gd name="connsiteX380" fmla="*/ 1241553 w 1275707"/>
                <a:gd name="connsiteY380" fmla="*/ 68324 h 79404"/>
                <a:gd name="connsiteX381" fmla="*/ 1246169 w 1275707"/>
                <a:gd name="connsiteY381" fmla="*/ 67401 h 79404"/>
                <a:gd name="connsiteX382" fmla="*/ 1237861 w 1275707"/>
                <a:gd name="connsiteY382" fmla="*/ 59091 h 79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Lst>
              <a:rect l="l" t="t" r="r" b="b"/>
              <a:pathLst>
                <a:path w="1275707" h="79404">
                  <a:moveTo>
                    <a:pt x="73847" y="33239"/>
                  </a:moveTo>
                  <a:cubicBezTo>
                    <a:pt x="52616" y="33239"/>
                    <a:pt x="36924" y="45242"/>
                    <a:pt x="36924" y="57245"/>
                  </a:cubicBezTo>
                  <a:cubicBezTo>
                    <a:pt x="36924" y="62785"/>
                    <a:pt x="39693" y="67401"/>
                    <a:pt x="60924" y="67401"/>
                  </a:cubicBezTo>
                  <a:cubicBezTo>
                    <a:pt x="59078" y="72018"/>
                    <a:pt x="58155" y="74787"/>
                    <a:pt x="57231" y="77557"/>
                  </a:cubicBezTo>
                  <a:cubicBezTo>
                    <a:pt x="44308" y="76634"/>
                    <a:pt x="24923" y="75711"/>
                    <a:pt x="24923" y="58168"/>
                  </a:cubicBezTo>
                  <a:cubicBezTo>
                    <a:pt x="24923" y="48012"/>
                    <a:pt x="32308" y="41549"/>
                    <a:pt x="36000" y="38779"/>
                  </a:cubicBezTo>
                  <a:cubicBezTo>
                    <a:pt x="24000" y="39702"/>
                    <a:pt x="11077" y="43395"/>
                    <a:pt x="2769" y="46165"/>
                  </a:cubicBezTo>
                  <a:lnTo>
                    <a:pt x="0" y="33239"/>
                  </a:lnTo>
                  <a:cubicBezTo>
                    <a:pt x="3692" y="33239"/>
                    <a:pt x="9231" y="33239"/>
                    <a:pt x="20308" y="31392"/>
                  </a:cubicBezTo>
                  <a:cubicBezTo>
                    <a:pt x="23077" y="29546"/>
                    <a:pt x="28616" y="24006"/>
                    <a:pt x="35077" y="18466"/>
                  </a:cubicBezTo>
                  <a:lnTo>
                    <a:pt x="38770" y="14773"/>
                  </a:lnTo>
                  <a:cubicBezTo>
                    <a:pt x="23077" y="15696"/>
                    <a:pt x="20308" y="16619"/>
                    <a:pt x="15693" y="16619"/>
                  </a:cubicBezTo>
                  <a:lnTo>
                    <a:pt x="14769" y="4617"/>
                  </a:lnTo>
                  <a:lnTo>
                    <a:pt x="24000" y="4617"/>
                  </a:lnTo>
                  <a:cubicBezTo>
                    <a:pt x="29539" y="4617"/>
                    <a:pt x="40616" y="4617"/>
                    <a:pt x="50770" y="2770"/>
                  </a:cubicBezTo>
                  <a:cubicBezTo>
                    <a:pt x="53539" y="2770"/>
                    <a:pt x="55385" y="1847"/>
                    <a:pt x="58155" y="923"/>
                  </a:cubicBezTo>
                  <a:lnTo>
                    <a:pt x="62770" y="7386"/>
                  </a:lnTo>
                  <a:cubicBezTo>
                    <a:pt x="58155" y="12003"/>
                    <a:pt x="50770" y="17543"/>
                    <a:pt x="36924" y="29546"/>
                  </a:cubicBezTo>
                  <a:cubicBezTo>
                    <a:pt x="60924" y="25852"/>
                    <a:pt x="63693" y="24929"/>
                    <a:pt x="72924" y="23083"/>
                  </a:cubicBezTo>
                  <a:lnTo>
                    <a:pt x="73847" y="33239"/>
                  </a:lnTo>
                  <a:close/>
                  <a:moveTo>
                    <a:pt x="176310" y="64631"/>
                  </a:moveTo>
                  <a:cubicBezTo>
                    <a:pt x="195695" y="60938"/>
                    <a:pt x="201233" y="46165"/>
                    <a:pt x="201233" y="36932"/>
                  </a:cubicBezTo>
                  <a:cubicBezTo>
                    <a:pt x="201233" y="26776"/>
                    <a:pt x="194772" y="15696"/>
                    <a:pt x="180002" y="14773"/>
                  </a:cubicBezTo>
                  <a:cubicBezTo>
                    <a:pt x="177233" y="46165"/>
                    <a:pt x="165233" y="68324"/>
                    <a:pt x="156002" y="68324"/>
                  </a:cubicBezTo>
                  <a:cubicBezTo>
                    <a:pt x="149540" y="68324"/>
                    <a:pt x="138463" y="58168"/>
                    <a:pt x="138463" y="42472"/>
                  </a:cubicBezTo>
                  <a:cubicBezTo>
                    <a:pt x="138463" y="24929"/>
                    <a:pt x="155079" y="3693"/>
                    <a:pt x="178156" y="3693"/>
                  </a:cubicBezTo>
                  <a:cubicBezTo>
                    <a:pt x="195695" y="3693"/>
                    <a:pt x="212310" y="15696"/>
                    <a:pt x="212310" y="36009"/>
                  </a:cubicBezTo>
                  <a:cubicBezTo>
                    <a:pt x="212310" y="48935"/>
                    <a:pt x="206772" y="56321"/>
                    <a:pt x="202156" y="61861"/>
                  </a:cubicBezTo>
                  <a:cubicBezTo>
                    <a:pt x="196618" y="68324"/>
                    <a:pt x="189233" y="71094"/>
                    <a:pt x="183695" y="73864"/>
                  </a:cubicBezTo>
                  <a:cubicBezTo>
                    <a:pt x="180925" y="70171"/>
                    <a:pt x="180002" y="68324"/>
                    <a:pt x="176310" y="64631"/>
                  </a:cubicBezTo>
                  <a:close/>
                  <a:moveTo>
                    <a:pt x="149540" y="42472"/>
                  </a:moveTo>
                  <a:cubicBezTo>
                    <a:pt x="149540" y="49858"/>
                    <a:pt x="153233" y="55398"/>
                    <a:pt x="156002" y="55398"/>
                  </a:cubicBezTo>
                  <a:cubicBezTo>
                    <a:pt x="158771" y="55398"/>
                    <a:pt x="160617" y="49858"/>
                    <a:pt x="162463" y="46165"/>
                  </a:cubicBezTo>
                  <a:cubicBezTo>
                    <a:pt x="168002" y="31392"/>
                    <a:pt x="168925" y="21236"/>
                    <a:pt x="168925" y="16619"/>
                  </a:cubicBezTo>
                  <a:cubicBezTo>
                    <a:pt x="156925" y="21236"/>
                    <a:pt x="149540" y="34162"/>
                    <a:pt x="149540" y="42472"/>
                  </a:cubicBezTo>
                  <a:close/>
                  <a:moveTo>
                    <a:pt x="307388" y="14773"/>
                  </a:moveTo>
                  <a:lnTo>
                    <a:pt x="307388" y="0"/>
                  </a:lnTo>
                  <a:lnTo>
                    <a:pt x="318465" y="0"/>
                  </a:lnTo>
                  <a:cubicBezTo>
                    <a:pt x="319388" y="0"/>
                    <a:pt x="320312" y="0"/>
                    <a:pt x="320312" y="923"/>
                  </a:cubicBezTo>
                  <a:cubicBezTo>
                    <a:pt x="320312" y="1847"/>
                    <a:pt x="319388" y="1847"/>
                    <a:pt x="317542" y="2770"/>
                  </a:cubicBezTo>
                  <a:lnTo>
                    <a:pt x="317542" y="14773"/>
                  </a:lnTo>
                  <a:lnTo>
                    <a:pt x="329542" y="14773"/>
                  </a:lnTo>
                  <a:cubicBezTo>
                    <a:pt x="326773" y="13850"/>
                    <a:pt x="324927" y="12926"/>
                    <a:pt x="324004" y="12003"/>
                  </a:cubicBezTo>
                  <a:cubicBezTo>
                    <a:pt x="327696" y="8310"/>
                    <a:pt x="329542" y="2770"/>
                    <a:pt x="330466" y="923"/>
                  </a:cubicBezTo>
                  <a:lnTo>
                    <a:pt x="340619" y="4617"/>
                  </a:lnTo>
                  <a:cubicBezTo>
                    <a:pt x="341543" y="4617"/>
                    <a:pt x="341543" y="5540"/>
                    <a:pt x="341543" y="5540"/>
                  </a:cubicBezTo>
                  <a:cubicBezTo>
                    <a:pt x="341543" y="6463"/>
                    <a:pt x="340619" y="6463"/>
                    <a:pt x="338773" y="6463"/>
                  </a:cubicBezTo>
                  <a:cubicBezTo>
                    <a:pt x="337850" y="10156"/>
                    <a:pt x="335081" y="12926"/>
                    <a:pt x="334158" y="14773"/>
                  </a:cubicBezTo>
                  <a:lnTo>
                    <a:pt x="349850" y="14773"/>
                  </a:lnTo>
                  <a:lnTo>
                    <a:pt x="349850" y="33239"/>
                  </a:lnTo>
                  <a:lnTo>
                    <a:pt x="339696" y="33239"/>
                  </a:lnTo>
                  <a:lnTo>
                    <a:pt x="339696" y="22159"/>
                  </a:lnTo>
                  <a:lnTo>
                    <a:pt x="287080" y="22159"/>
                  </a:lnTo>
                  <a:lnTo>
                    <a:pt x="287080" y="33239"/>
                  </a:lnTo>
                  <a:lnTo>
                    <a:pt x="276926" y="33239"/>
                  </a:lnTo>
                  <a:lnTo>
                    <a:pt x="276926" y="14773"/>
                  </a:lnTo>
                  <a:lnTo>
                    <a:pt x="291696" y="14773"/>
                  </a:lnTo>
                  <a:cubicBezTo>
                    <a:pt x="288927" y="10156"/>
                    <a:pt x="288927" y="9233"/>
                    <a:pt x="286157" y="5540"/>
                  </a:cubicBezTo>
                  <a:lnTo>
                    <a:pt x="294465" y="923"/>
                  </a:lnTo>
                  <a:cubicBezTo>
                    <a:pt x="295388" y="1847"/>
                    <a:pt x="299081" y="6463"/>
                    <a:pt x="301850" y="12003"/>
                  </a:cubicBezTo>
                  <a:cubicBezTo>
                    <a:pt x="300927" y="12926"/>
                    <a:pt x="298157" y="14773"/>
                    <a:pt x="297234" y="14773"/>
                  </a:cubicBezTo>
                  <a:lnTo>
                    <a:pt x="307388" y="14773"/>
                  </a:lnTo>
                  <a:close/>
                  <a:moveTo>
                    <a:pt x="318465" y="47088"/>
                  </a:moveTo>
                  <a:lnTo>
                    <a:pt x="342466" y="47088"/>
                  </a:lnTo>
                  <a:lnTo>
                    <a:pt x="342466" y="65554"/>
                  </a:lnTo>
                  <a:cubicBezTo>
                    <a:pt x="342466" y="68324"/>
                    <a:pt x="342466" y="71094"/>
                    <a:pt x="337850" y="72941"/>
                  </a:cubicBezTo>
                  <a:cubicBezTo>
                    <a:pt x="336927" y="72941"/>
                    <a:pt x="333235" y="74787"/>
                    <a:pt x="325850" y="74787"/>
                  </a:cubicBezTo>
                  <a:cubicBezTo>
                    <a:pt x="325850" y="72018"/>
                    <a:pt x="324004" y="67401"/>
                    <a:pt x="322158" y="64631"/>
                  </a:cubicBezTo>
                  <a:cubicBezTo>
                    <a:pt x="323081" y="64631"/>
                    <a:pt x="326773" y="65554"/>
                    <a:pt x="327696" y="65554"/>
                  </a:cubicBezTo>
                  <a:cubicBezTo>
                    <a:pt x="331389" y="65554"/>
                    <a:pt x="331389" y="64631"/>
                    <a:pt x="331389" y="56321"/>
                  </a:cubicBezTo>
                  <a:lnTo>
                    <a:pt x="318465" y="56321"/>
                  </a:lnTo>
                  <a:lnTo>
                    <a:pt x="318465" y="78481"/>
                  </a:lnTo>
                  <a:lnTo>
                    <a:pt x="308311" y="78481"/>
                  </a:lnTo>
                  <a:lnTo>
                    <a:pt x="308311" y="55398"/>
                  </a:lnTo>
                  <a:lnTo>
                    <a:pt x="295388" y="55398"/>
                  </a:lnTo>
                  <a:lnTo>
                    <a:pt x="295388" y="72941"/>
                  </a:lnTo>
                  <a:lnTo>
                    <a:pt x="285234" y="72941"/>
                  </a:lnTo>
                  <a:lnTo>
                    <a:pt x="285234" y="47088"/>
                  </a:lnTo>
                  <a:lnTo>
                    <a:pt x="308311" y="47088"/>
                  </a:lnTo>
                  <a:lnTo>
                    <a:pt x="308311" y="43395"/>
                  </a:lnTo>
                  <a:lnTo>
                    <a:pt x="291696" y="43395"/>
                  </a:lnTo>
                  <a:lnTo>
                    <a:pt x="291696" y="24929"/>
                  </a:lnTo>
                  <a:lnTo>
                    <a:pt x="335081" y="24929"/>
                  </a:lnTo>
                  <a:lnTo>
                    <a:pt x="335081" y="43395"/>
                  </a:lnTo>
                  <a:lnTo>
                    <a:pt x="318465" y="43395"/>
                  </a:lnTo>
                  <a:lnTo>
                    <a:pt x="318465" y="47088"/>
                  </a:lnTo>
                  <a:close/>
                  <a:moveTo>
                    <a:pt x="300927" y="32316"/>
                  </a:moveTo>
                  <a:lnTo>
                    <a:pt x="300927" y="37855"/>
                  </a:lnTo>
                  <a:lnTo>
                    <a:pt x="324927" y="37855"/>
                  </a:lnTo>
                  <a:lnTo>
                    <a:pt x="324927" y="32316"/>
                  </a:lnTo>
                  <a:lnTo>
                    <a:pt x="300927" y="32316"/>
                  </a:lnTo>
                  <a:close/>
                  <a:moveTo>
                    <a:pt x="444005" y="14773"/>
                  </a:moveTo>
                  <a:lnTo>
                    <a:pt x="444005" y="22159"/>
                  </a:lnTo>
                  <a:lnTo>
                    <a:pt x="417236" y="22159"/>
                  </a:lnTo>
                  <a:lnTo>
                    <a:pt x="417236" y="14773"/>
                  </a:lnTo>
                  <a:lnTo>
                    <a:pt x="444005" y="14773"/>
                  </a:lnTo>
                  <a:close/>
                  <a:moveTo>
                    <a:pt x="428313" y="73864"/>
                  </a:moveTo>
                  <a:lnTo>
                    <a:pt x="428313" y="77557"/>
                  </a:lnTo>
                  <a:lnTo>
                    <a:pt x="419082" y="77557"/>
                  </a:lnTo>
                  <a:lnTo>
                    <a:pt x="419082" y="47088"/>
                  </a:lnTo>
                  <a:lnTo>
                    <a:pt x="443082" y="47088"/>
                  </a:lnTo>
                  <a:lnTo>
                    <a:pt x="443082" y="76634"/>
                  </a:lnTo>
                  <a:lnTo>
                    <a:pt x="434774" y="76634"/>
                  </a:lnTo>
                  <a:lnTo>
                    <a:pt x="434774" y="73864"/>
                  </a:lnTo>
                  <a:lnTo>
                    <a:pt x="428313" y="73864"/>
                  </a:lnTo>
                  <a:close/>
                  <a:moveTo>
                    <a:pt x="441236" y="3693"/>
                  </a:moveTo>
                  <a:lnTo>
                    <a:pt x="441236" y="11080"/>
                  </a:lnTo>
                  <a:lnTo>
                    <a:pt x="420928" y="11080"/>
                  </a:lnTo>
                  <a:lnTo>
                    <a:pt x="420928" y="3693"/>
                  </a:lnTo>
                  <a:lnTo>
                    <a:pt x="441236" y="3693"/>
                  </a:lnTo>
                  <a:close/>
                  <a:moveTo>
                    <a:pt x="441236" y="25852"/>
                  </a:moveTo>
                  <a:lnTo>
                    <a:pt x="441236" y="33239"/>
                  </a:lnTo>
                  <a:lnTo>
                    <a:pt x="420928" y="33239"/>
                  </a:lnTo>
                  <a:lnTo>
                    <a:pt x="420928" y="25852"/>
                  </a:lnTo>
                  <a:lnTo>
                    <a:pt x="441236" y="25852"/>
                  </a:lnTo>
                  <a:close/>
                  <a:moveTo>
                    <a:pt x="441236" y="36932"/>
                  </a:moveTo>
                  <a:lnTo>
                    <a:pt x="441236" y="44319"/>
                  </a:lnTo>
                  <a:lnTo>
                    <a:pt x="420928" y="44319"/>
                  </a:lnTo>
                  <a:lnTo>
                    <a:pt x="420928" y="36932"/>
                  </a:lnTo>
                  <a:lnTo>
                    <a:pt x="441236" y="36932"/>
                  </a:lnTo>
                  <a:close/>
                  <a:moveTo>
                    <a:pt x="435698" y="65554"/>
                  </a:moveTo>
                  <a:lnTo>
                    <a:pt x="435698" y="56321"/>
                  </a:lnTo>
                  <a:lnTo>
                    <a:pt x="428313" y="56321"/>
                  </a:lnTo>
                  <a:lnTo>
                    <a:pt x="428313" y="65554"/>
                  </a:lnTo>
                  <a:lnTo>
                    <a:pt x="435698" y="65554"/>
                  </a:lnTo>
                  <a:close/>
                  <a:moveTo>
                    <a:pt x="493852" y="43395"/>
                  </a:moveTo>
                  <a:lnTo>
                    <a:pt x="493852" y="43395"/>
                  </a:lnTo>
                  <a:cubicBezTo>
                    <a:pt x="494775" y="45242"/>
                    <a:pt x="493852" y="45242"/>
                    <a:pt x="492006" y="45242"/>
                  </a:cubicBezTo>
                  <a:cubicBezTo>
                    <a:pt x="488314" y="51705"/>
                    <a:pt x="486467" y="55398"/>
                    <a:pt x="485544" y="57245"/>
                  </a:cubicBezTo>
                  <a:cubicBezTo>
                    <a:pt x="485544" y="58168"/>
                    <a:pt x="487390" y="62785"/>
                    <a:pt x="488314" y="62785"/>
                  </a:cubicBezTo>
                  <a:cubicBezTo>
                    <a:pt x="489237" y="62785"/>
                    <a:pt x="490160" y="57245"/>
                    <a:pt x="490160" y="55398"/>
                  </a:cubicBezTo>
                  <a:cubicBezTo>
                    <a:pt x="492006" y="58168"/>
                    <a:pt x="492929" y="60015"/>
                    <a:pt x="496621" y="61861"/>
                  </a:cubicBezTo>
                  <a:cubicBezTo>
                    <a:pt x="494775" y="72018"/>
                    <a:pt x="492929" y="77557"/>
                    <a:pt x="488314" y="77557"/>
                  </a:cubicBezTo>
                  <a:cubicBezTo>
                    <a:pt x="484621" y="77557"/>
                    <a:pt x="480929" y="70171"/>
                    <a:pt x="479083" y="66478"/>
                  </a:cubicBezTo>
                  <a:cubicBezTo>
                    <a:pt x="474467" y="72018"/>
                    <a:pt x="470775" y="75711"/>
                    <a:pt x="466159" y="79404"/>
                  </a:cubicBezTo>
                  <a:cubicBezTo>
                    <a:pt x="464313" y="76634"/>
                    <a:pt x="462467" y="74787"/>
                    <a:pt x="459698" y="72941"/>
                  </a:cubicBezTo>
                  <a:cubicBezTo>
                    <a:pt x="462467" y="71094"/>
                    <a:pt x="463390" y="70171"/>
                    <a:pt x="465236" y="68324"/>
                  </a:cubicBezTo>
                  <a:lnTo>
                    <a:pt x="453236" y="68324"/>
                  </a:lnTo>
                  <a:lnTo>
                    <a:pt x="453236" y="74787"/>
                  </a:lnTo>
                  <a:lnTo>
                    <a:pt x="444928" y="74787"/>
                  </a:lnTo>
                  <a:lnTo>
                    <a:pt x="444928" y="39702"/>
                  </a:lnTo>
                  <a:lnTo>
                    <a:pt x="468929" y="39702"/>
                  </a:lnTo>
                  <a:lnTo>
                    <a:pt x="468929" y="63708"/>
                  </a:lnTo>
                  <a:cubicBezTo>
                    <a:pt x="472621" y="60015"/>
                    <a:pt x="474467" y="57245"/>
                    <a:pt x="475390" y="56321"/>
                  </a:cubicBezTo>
                  <a:cubicBezTo>
                    <a:pt x="474467" y="51705"/>
                    <a:pt x="473544" y="46165"/>
                    <a:pt x="472621" y="36932"/>
                  </a:cubicBezTo>
                  <a:lnTo>
                    <a:pt x="443082" y="36932"/>
                  </a:lnTo>
                  <a:lnTo>
                    <a:pt x="443082" y="28622"/>
                  </a:lnTo>
                  <a:lnTo>
                    <a:pt x="448621" y="28622"/>
                  </a:lnTo>
                  <a:cubicBezTo>
                    <a:pt x="448621" y="25852"/>
                    <a:pt x="446775" y="23083"/>
                    <a:pt x="445851" y="19389"/>
                  </a:cubicBezTo>
                  <a:lnTo>
                    <a:pt x="451390" y="16619"/>
                  </a:lnTo>
                  <a:lnTo>
                    <a:pt x="444005" y="16619"/>
                  </a:lnTo>
                  <a:lnTo>
                    <a:pt x="444005" y="9233"/>
                  </a:lnTo>
                  <a:lnTo>
                    <a:pt x="452313" y="9233"/>
                  </a:lnTo>
                  <a:lnTo>
                    <a:pt x="452313" y="923"/>
                  </a:lnTo>
                  <a:lnTo>
                    <a:pt x="462467" y="923"/>
                  </a:lnTo>
                  <a:cubicBezTo>
                    <a:pt x="463390" y="923"/>
                    <a:pt x="464313" y="923"/>
                    <a:pt x="464313" y="1847"/>
                  </a:cubicBezTo>
                  <a:cubicBezTo>
                    <a:pt x="464313" y="1847"/>
                    <a:pt x="464313" y="2770"/>
                    <a:pt x="462467" y="3693"/>
                  </a:cubicBezTo>
                  <a:lnTo>
                    <a:pt x="462467" y="9233"/>
                  </a:lnTo>
                  <a:lnTo>
                    <a:pt x="470775" y="9233"/>
                  </a:lnTo>
                  <a:lnTo>
                    <a:pt x="470775" y="17543"/>
                  </a:lnTo>
                  <a:lnTo>
                    <a:pt x="463390" y="17543"/>
                  </a:lnTo>
                  <a:lnTo>
                    <a:pt x="468929" y="19389"/>
                  </a:lnTo>
                  <a:cubicBezTo>
                    <a:pt x="468929" y="19389"/>
                    <a:pt x="469852" y="19389"/>
                    <a:pt x="469852" y="20313"/>
                  </a:cubicBezTo>
                  <a:cubicBezTo>
                    <a:pt x="469852" y="21236"/>
                    <a:pt x="468929" y="21236"/>
                    <a:pt x="468006" y="21236"/>
                  </a:cubicBezTo>
                  <a:cubicBezTo>
                    <a:pt x="467082" y="24006"/>
                    <a:pt x="465236" y="28622"/>
                    <a:pt x="465236" y="28622"/>
                  </a:cubicBezTo>
                  <a:lnTo>
                    <a:pt x="471698" y="28622"/>
                  </a:lnTo>
                  <a:lnTo>
                    <a:pt x="471698" y="0"/>
                  </a:lnTo>
                  <a:lnTo>
                    <a:pt x="480929" y="0"/>
                  </a:lnTo>
                  <a:cubicBezTo>
                    <a:pt x="481852" y="0"/>
                    <a:pt x="482775" y="0"/>
                    <a:pt x="482775" y="923"/>
                  </a:cubicBezTo>
                  <a:cubicBezTo>
                    <a:pt x="482775" y="1847"/>
                    <a:pt x="481852" y="1847"/>
                    <a:pt x="480929" y="2770"/>
                  </a:cubicBezTo>
                  <a:lnTo>
                    <a:pt x="480929" y="28622"/>
                  </a:lnTo>
                  <a:lnTo>
                    <a:pt x="494775" y="28622"/>
                  </a:lnTo>
                  <a:lnTo>
                    <a:pt x="494775" y="36932"/>
                  </a:lnTo>
                  <a:lnTo>
                    <a:pt x="481852" y="36932"/>
                  </a:lnTo>
                  <a:cubicBezTo>
                    <a:pt x="481852" y="38779"/>
                    <a:pt x="481852" y="41549"/>
                    <a:pt x="482775" y="45242"/>
                  </a:cubicBezTo>
                  <a:cubicBezTo>
                    <a:pt x="482775" y="43395"/>
                    <a:pt x="483698" y="42472"/>
                    <a:pt x="485544" y="37855"/>
                  </a:cubicBezTo>
                  <a:lnTo>
                    <a:pt x="493852" y="43395"/>
                  </a:lnTo>
                  <a:close/>
                  <a:moveTo>
                    <a:pt x="452313" y="17543"/>
                  </a:moveTo>
                  <a:cubicBezTo>
                    <a:pt x="454159" y="23083"/>
                    <a:pt x="455082" y="25852"/>
                    <a:pt x="456005" y="27699"/>
                  </a:cubicBezTo>
                  <a:lnTo>
                    <a:pt x="451390" y="28622"/>
                  </a:lnTo>
                  <a:lnTo>
                    <a:pt x="458775" y="28622"/>
                  </a:lnTo>
                  <a:cubicBezTo>
                    <a:pt x="459698" y="25852"/>
                    <a:pt x="461544" y="22159"/>
                    <a:pt x="462467" y="16619"/>
                  </a:cubicBezTo>
                  <a:lnTo>
                    <a:pt x="452313" y="17543"/>
                  </a:lnTo>
                  <a:lnTo>
                    <a:pt x="452313" y="17543"/>
                  </a:lnTo>
                  <a:close/>
                  <a:moveTo>
                    <a:pt x="461544" y="50782"/>
                  </a:moveTo>
                  <a:lnTo>
                    <a:pt x="461544" y="46165"/>
                  </a:lnTo>
                  <a:lnTo>
                    <a:pt x="454159" y="46165"/>
                  </a:lnTo>
                  <a:lnTo>
                    <a:pt x="454159" y="50782"/>
                  </a:lnTo>
                  <a:lnTo>
                    <a:pt x="461544" y="50782"/>
                  </a:lnTo>
                  <a:close/>
                  <a:moveTo>
                    <a:pt x="454159" y="56321"/>
                  </a:moveTo>
                  <a:lnTo>
                    <a:pt x="454159" y="60938"/>
                  </a:lnTo>
                  <a:lnTo>
                    <a:pt x="461544" y="60938"/>
                  </a:lnTo>
                  <a:lnTo>
                    <a:pt x="461544" y="56321"/>
                  </a:lnTo>
                  <a:lnTo>
                    <a:pt x="454159" y="56321"/>
                  </a:lnTo>
                  <a:close/>
                  <a:moveTo>
                    <a:pt x="489237" y="6463"/>
                  </a:moveTo>
                  <a:cubicBezTo>
                    <a:pt x="491083" y="11080"/>
                    <a:pt x="492929" y="14773"/>
                    <a:pt x="494775" y="21236"/>
                  </a:cubicBezTo>
                  <a:cubicBezTo>
                    <a:pt x="491083" y="22159"/>
                    <a:pt x="490160" y="22159"/>
                    <a:pt x="486467" y="24006"/>
                  </a:cubicBezTo>
                  <a:cubicBezTo>
                    <a:pt x="485544" y="21236"/>
                    <a:pt x="484621" y="14773"/>
                    <a:pt x="481852" y="10156"/>
                  </a:cubicBezTo>
                  <a:lnTo>
                    <a:pt x="489237" y="6463"/>
                  </a:lnTo>
                  <a:close/>
                  <a:moveTo>
                    <a:pt x="534468" y="53552"/>
                  </a:moveTo>
                  <a:cubicBezTo>
                    <a:pt x="542776" y="59091"/>
                    <a:pt x="550160" y="65554"/>
                    <a:pt x="552930" y="68324"/>
                  </a:cubicBezTo>
                  <a:lnTo>
                    <a:pt x="544622" y="76634"/>
                  </a:lnTo>
                  <a:cubicBezTo>
                    <a:pt x="540007" y="70171"/>
                    <a:pt x="534468" y="65554"/>
                    <a:pt x="528006" y="61861"/>
                  </a:cubicBezTo>
                  <a:lnTo>
                    <a:pt x="534468" y="53552"/>
                  </a:lnTo>
                  <a:close/>
                  <a:moveTo>
                    <a:pt x="633238" y="36932"/>
                  </a:moveTo>
                  <a:lnTo>
                    <a:pt x="633238" y="36932"/>
                  </a:lnTo>
                  <a:cubicBezTo>
                    <a:pt x="634161" y="38779"/>
                    <a:pt x="632315" y="38779"/>
                    <a:pt x="631392" y="38779"/>
                  </a:cubicBezTo>
                  <a:lnTo>
                    <a:pt x="630469" y="39702"/>
                  </a:lnTo>
                  <a:lnTo>
                    <a:pt x="655393" y="39702"/>
                  </a:lnTo>
                  <a:lnTo>
                    <a:pt x="659085" y="44319"/>
                  </a:lnTo>
                  <a:cubicBezTo>
                    <a:pt x="654469" y="51705"/>
                    <a:pt x="648931" y="56321"/>
                    <a:pt x="644315" y="60938"/>
                  </a:cubicBezTo>
                  <a:cubicBezTo>
                    <a:pt x="648008" y="62785"/>
                    <a:pt x="660931" y="68324"/>
                    <a:pt x="674777" y="67401"/>
                  </a:cubicBezTo>
                  <a:cubicBezTo>
                    <a:pt x="671085" y="71094"/>
                    <a:pt x="670162" y="72941"/>
                    <a:pt x="668316" y="77557"/>
                  </a:cubicBezTo>
                  <a:cubicBezTo>
                    <a:pt x="664623" y="77557"/>
                    <a:pt x="649854" y="75711"/>
                    <a:pt x="636008" y="66478"/>
                  </a:cubicBezTo>
                  <a:cubicBezTo>
                    <a:pt x="627700" y="71094"/>
                    <a:pt x="621238" y="73864"/>
                    <a:pt x="604623" y="77557"/>
                  </a:cubicBezTo>
                  <a:cubicBezTo>
                    <a:pt x="602776" y="73864"/>
                    <a:pt x="601853" y="72018"/>
                    <a:pt x="598161" y="68324"/>
                  </a:cubicBezTo>
                  <a:cubicBezTo>
                    <a:pt x="606469" y="68324"/>
                    <a:pt x="617546" y="65554"/>
                    <a:pt x="627700" y="60015"/>
                  </a:cubicBezTo>
                  <a:cubicBezTo>
                    <a:pt x="623084" y="56321"/>
                    <a:pt x="621238" y="52628"/>
                    <a:pt x="620315" y="50782"/>
                  </a:cubicBezTo>
                  <a:cubicBezTo>
                    <a:pt x="613854" y="56321"/>
                    <a:pt x="609238" y="59091"/>
                    <a:pt x="605546" y="60938"/>
                  </a:cubicBezTo>
                  <a:cubicBezTo>
                    <a:pt x="602776" y="57245"/>
                    <a:pt x="601853" y="56321"/>
                    <a:pt x="598161" y="53552"/>
                  </a:cubicBezTo>
                  <a:cubicBezTo>
                    <a:pt x="603700" y="50782"/>
                    <a:pt x="614777" y="47088"/>
                    <a:pt x="624007" y="33239"/>
                  </a:cubicBezTo>
                  <a:cubicBezTo>
                    <a:pt x="620315" y="36009"/>
                    <a:pt x="617546" y="37855"/>
                    <a:pt x="612930" y="38779"/>
                  </a:cubicBezTo>
                  <a:cubicBezTo>
                    <a:pt x="611084" y="39702"/>
                    <a:pt x="610161" y="37855"/>
                    <a:pt x="605546" y="33239"/>
                  </a:cubicBezTo>
                  <a:cubicBezTo>
                    <a:pt x="614777" y="30469"/>
                    <a:pt x="621238" y="27699"/>
                    <a:pt x="622161" y="15696"/>
                  </a:cubicBezTo>
                  <a:lnTo>
                    <a:pt x="609238" y="15696"/>
                  </a:lnTo>
                  <a:lnTo>
                    <a:pt x="615700" y="20313"/>
                  </a:lnTo>
                  <a:cubicBezTo>
                    <a:pt x="616623" y="20313"/>
                    <a:pt x="616623" y="21236"/>
                    <a:pt x="616623" y="21236"/>
                  </a:cubicBezTo>
                  <a:lnTo>
                    <a:pt x="615700" y="22159"/>
                  </a:lnTo>
                  <a:lnTo>
                    <a:pt x="613854" y="22159"/>
                  </a:lnTo>
                  <a:cubicBezTo>
                    <a:pt x="609238" y="27699"/>
                    <a:pt x="607392" y="29546"/>
                    <a:pt x="600930" y="34162"/>
                  </a:cubicBezTo>
                  <a:cubicBezTo>
                    <a:pt x="598161" y="30469"/>
                    <a:pt x="594469" y="28622"/>
                    <a:pt x="593545" y="27699"/>
                  </a:cubicBezTo>
                  <a:cubicBezTo>
                    <a:pt x="597238" y="25852"/>
                    <a:pt x="601853" y="22159"/>
                    <a:pt x="607392" y="15696"/>
                  </a:cubicBezTo>
                  <a:lnTo>
                    <a:pt x="595392" y="15696"/>
                  </a:lnTo>
                  <a:lnTo>
                    <a:pt x="595392" y="7386"/>
                  </a:lnTo>
                  <a:lnTo>
                    <a:pt x="628623" y="7386"/>
                  </a:lnTo>
                  <a:lnTo>
                    <a:pt x="628623" y="0"/>
                  </a:lnTo>
                  <a:lnTo>
                    <a:pt x="639700" y="0"/>
                  </a:lnTo>
                  <a:cubicBezTo>
                    <a:pt x="640623" y="0"/>
                    <a:pt x="641546" y="0"/>
                    <a:pt x="641546" y="923"/>
                  </a:cubicBezTo>
                  <a:cubicBezTo>
                    <a:pt x="641546" y="1847"/>
                    <a:pt x="640623" y="1847"/>
                    <a:pt x="639700" y="2770"/>
                  </a:cubicBezTo>
                  <a:lnTo>
                    <a:pt x="639700" y="7386"/>
                  </a:lnTo>
                  <a:lnTo>
                    <a:pt x="672931" y="7386"/>
                  </a:lnTo>
                  <a:lnTo>
                    <a:pt x="672931" y="15696"/>
                  </a:lnTo>
                  <a:lnTo>
                    <a:pt x="648931" y="15696"/>
                  </a:lnTo>
                  <a:lnTo>
                    <a:pt x="648931" y="32316"/>
                  </a:lnTo>
                  <a:cubicBezTo>
                    <a:pt x="648931" y="36009"/>
                    <a:pt x="648008" y="38779"/>
                    <a:pt x="636008" y="39702"/>
                  </a:cubicBezTo>
                  <a:cubicBezTo>
                    <a:pt x="635084" y="35085"/>
                    <a:pt x="632315" y="31392"/>
                    <a:pt x="631392" y="30469"/>
                  </a:cubicBezTo>
                  <a:cubicBezTo>
                    <a:pt x="633238" y="30469"/>
                    <a:pt x="635084" y="31392"/>
                    <a:pt x="636931" y="31392"/>
                  </a:cubicBezTo>
                  <a:cubicBezTo>
                    <a:pt x="637854" y="31392"/>
                    <a:pt x="639700" y="31392"/>
                    <a:pt x="639700" y="29546"/>
                  </a:cubicBezTo>
                  <a:lnTo>
                    <a:pt x="639700" y="15696"/>
                  </a:lnTo>
                  <a:lnTo>
                    <a:pt x="632315" y="15696"/>
                  </a:lnTo>
                  <a:cubicBezTo>
                    <a:pt x="632315" y="19389"/>
                    <a:pt x="631392" y="27699"/>
                    <a:pt x="624931" y="34162"/>
                  </a:cubicBezTo>
                  <a:lnTo>
                    <a:pt x="633238" y="36932"/>
                  </a:lnTo>
                  <a:lnTo>
                    <a:pt x="633238" y="36932"/>
                  </a:lnTo>
                  <a:close/>
                  <a:moveTo>
                    <a:pt x="627700" y="48935"/>
                  </a:moveTo>
                  <a:cubicBezTo>
                    <a:pt x="629546" y="50782"/>
                    <a:pt x="631392" y="53552"/>
                    <a:pt x="635084" y="56321"/>
                  </a:cubicBezTo>
                  <a:cubicBezTo>
                    <a:pt x="639700" y="52628"/>
                    <a:pt x="641546" y="50782"/>
                    <a:pt x="642469" y="48935"/>
                  </a:cubicBezTo>
                  <a:lnTo>
                    <a:pt x="627700" y="48935"/>
                  </a:lnTo>
                  <a:close/>
                  <a:moveTo>
                    <a:pt x="658162" y="15696"/>
                  </a:moveTo>
                  <a:cubicBezTo>
                    <a:pt x="662777" y="19389"/>
                    <a:pt x="666470" y="23083"/>
                    <a:pt x="671085" y="29546"/>
                  </a:cubicBezTo>
                  <a:cubicBezTo>
                    <a:pt x="670162" y="30469"/>
                    <a:pt x="667393" y="31392"/>
                    <a:pt x="662777" y="35085"/>
                  </a:cubicBezTo>
                  <a:cubicBezTo>
                    <a:pt x="658162" y="28622"/>
                    <a:pt x="655393" y="25852"/>
                    <a:pt x="650777" y="21236"/>
                  </a:cubicBezTo>
                  <a:lnTo>
                    <a:pt x="658162" y="15696"/>
                  </a:lnTo>
                  <a:close/>
                  <a:moveTo>
                    <a:pt x="783702" y="24006"/>
                  </a:moveTo>
                  <a:cubicBezTo>
                    <a:pt x="781856" y="25852"/>
                    <a:pt x="770778" y="35085"/>
                    <a:pt x="764317" y="43395"/>
                  </a:cubicBezTo>
                  <a:lnTo>
                    <a:pt x="766163" y="43395"/>
                  </a:lnTo>
                  <a:cubicBezTo>
                    <a:pt x="769855" y="43395"/>
                    <a:pt x="772625" y="46165"/>
                    <a:pt x="772625" y="48935"/>
                  </a:cubicBezTo>
                  <a:cubicBezTo>
                    <a:pt x="772625" y="50782"/>
                    <a:pt x="771701" y="59091"/>
                    <a:pt x="771701" y="60015"/>
                  </a:cubicBezTo>
                  <a:cubicBezTo>
                    <a:pt x="771701" y="64631"/>
                    <a:pt x="773548" y="65554"/>
                    <a:pt x="778163" y="65554"/>
                  </a:cubicBezTo>
                  <a:cubicBezTo>
                    <a:pt x="780009" y="65554"/>
                    <a:pt x="788317" y="65554"/>
                    <a:pt x="796625" y="62785"/>
                  </a:cubicBezTo>
                  <a:lnTo>
                    <a:pt x="796625" y="74787"/>
                  </a:lnTo>
                  <a:cubicBezTo>
                    <a:pt x="788317" y="76634"/>
                    <a:pt x="780009" y="76634"/>
                    <a:pt x="776317" y="76634"/>
                  </a:cubicBezTo>
                  <a:cubicBezTo>
                    <a:pt x="759701" y="76634"/>
                    <a:pt x="759701" y="69248"/>
                    <a:pt x="759701" y="65554"/>
                  </a:cubicBezTo>
                  <a:cubicBezTo>
                    <a:pt x="759701" y="63708"/>
                    <a:pt x="760624" y="58168"/>
                    <a:pt x="760624" y="57245"/>
                  </a:cubicBezTo>
                  <a:cubicBezTo>
                    <a:pt x="760624" y="56321"/>
                    <a:pt x="760624" y="53552"/>
                    <a:pt x="757855" y="53552"/>
                  </a:cubicBezTo>
                  <a:cubicBezTo>
                    <a:pt x="756009" y="53552"/>
                    <a:pt x="754163" y="55398"/>
                    <a:pt x="750470" y="59091"/>
                  </a:cubicBezTo>
                  <a:cubicBezTo>
                    <a:pt x="746778" y="62785"/>
                    <a:pt x="742163" y="68324"/>
                    <a:pt x="733855" y="77557"/>
                  </a:cubicBezTo>
                  <a:lnTo>
                    <a:pt x="724624" y="69248"/>
                  </a:lnTo>
                  <a:cubicBezTo>
                    <a:pt x="741240" y="54475"/>
                    <a:pt x="755086" y="37855"/>
                    <a:pt x="760624" y="31392"/>
                  </a:cubicBezTo>
                  <a:cubicBezTo>
                    <a:pt x="752317" y="34162"/>
                    <a:pt x="740317" y="36009"/>
                    <a:pt x="732932" y="36009"/>
                  </a:cubicBezTo>
                  <a:lnTo>
                    <a:pt x="731086" y="24929"/>
                  </a:lnTo>
                  <a:cubicBezTo>
                    <a:pt x="750470" y="25852"/>
                    <a:pt x="768009" y="21236"/>
                    <a:pt x="776317" y="17543"/>
                  </a:cubicBezTo>
                  <a:lnTo>
                    <a:pt x="783702" y="24006"/>
                  </a:lnTo>
                  <a:close/>
                  <a:moveTo>
                    <a:pt x="745855" y="1847"/>
                  </a:moveTo>
                  <a:cubicBezTo>
                    <a:pt x="753240" y="3693"/>
                    <a:pt x="761548" y="4617"/>
                    <a:pt x="768932" y="4617"/>
                  </a:cubicBezTo>
                  <a:lnTo>
                    <a:pt x="774471" y="4617"/>
                  </a:lnTo>
                  <a:cubicBezTo>
                    <a:pt x="773548" y="8310"/>
                    <a:pt x="773548" y="12003"/>
                    <a:pt x="773548" y="14773"/>
                  </a:cubicBezTo>
                  <a:lnTo>
                    <a:pt x="769855" y="14773"/>
                  </a:lnTo>
                  <a:cubicBezTo>
                    <a:pt x="768009" y="14773"/>
                    <a:pt x="756932" y="14773"/>
                    <a:pt x="744932" y="12003"/>
                  </a:cubicBezTo>
                  <a:lnTo>
                    <a:pt x="745855" y="1847"/>
                  </a:lnTo>
                  <a:close/>
                  <a:moveTo>
                    <a:pt x="921242" y="14773"/>
                  </a:moveTo>
                  <a:cubicBezTo>
                    <a:pt x="900011" y="14773"/>
                    <a:pt x="881549" y="32316"/>
                    <a:pt x="881549" y="47088"/>
                  </a:cubicBezTo>
                  <a:cubicBezTo>
                    <a:pt x="881549" y="57245"/>
                    <a:pt x="888011" y="63708"/>
                    <a:pt x="906472" y="64631"/>
                  </a:cubicBezTo>
                  <a:cubicBezTo>
                    <a:pt x="902780" y="71094"/>
                    <a:pt x="901857" y="74787"/>
                    <a:pt x="900934" y="77557"/>
                  </a:cubicBezTo>
                  <a:cubicBezTo>
                    <a:pt x="888011" y="74787"/>
                    <a:pt x="870472" y="67401"/>
                    <a:pt x="870472" y="48012"/>
                  </a:cubicBezTo>
                  <a:cubicBezTo>
                    <a:pt x="870472" y="36932"/>
                    <a:pt x="876934" y="26776"/>
                    <a:pt x="888011" y="18466"/>
                  </a:cubicBezTo>
                  <a:cubicBezTo>
                    <a:pt x="882472" y="18466"/>
                    <a:pt x="857549" y="21236"/>
                    <a:pt x="850164" y="24006"/>
                  </a:cubicBezTo>
                  <a:lnTo>
                    <a:pt x="848318" y="10156"/>
                  </a:lnTo>
                  <a:lnTo>
                    <a:pt x="853856" y="10156"/>
                  </a:lnTo>
                  <a:cubicBezTo>
                    <a:pt x="859395" y="10156"/>
                    <a:pt x="894472" y="8310"/>
                    <a:pt x="919396" y="1847"/>
                  </a:cubicBezTo>
                  <a:lnTo>
                    <a:pt x="921242" y="14773"/>
                  </a:lnTo>
                  <a:close/>
                  <a:moveTo>
                    <a:pt x="1034782" y="24929"/>
                  </a:moveTo>
                  <a:cubicBezTo>
                    <a:pt x="1035705" y="24929"/>
                    <a:pt x="1035705" y="24929"/>
                    <a:pt x="1034782" y="24929"/>
                  </a:cubicBezTo>
                  <a:cubicBezTo>
                    <a:pt x="1035705" y="26776"/>
                    <a:pt x="1034782" y="26776"/>
                    <a:pt x="1033859" y="26776"/>
                  </a:cubicBezTo>
                  <a:cubicBezTo>
                    <a:pt x="1032935" y="31392"/>
                    <a:pt x="1032935" y="35085"/>
                    <a:pt x="1030166" y="43395"/>
                  </a:cubicBezTo>
                  <a:cubicBezTo>
                    <a:pt x="1033859" y="45242"/>
                    <a:pt x="1039397" y="48935"/>
                    <a:pt x="1043089" y="52628"/>
                  </a:cubicBezTo>
                  <a:cubicBezTo>
                    <a:pt x="1039397" y="57245"/>
                    <a:pt x="1039397" y="58168"/>
                    <a:pt x="1036628" y="62785"/>
                  </a:cubicBezTo>
                  <a:cubicBezTo>
                    <a:pt x="1034782" y="60938"/>
                    <a:pt x="1032012" y="58168"/>
                    <a:pt x="1026474" y="54475"/>
                  </a:cubicBezTo>
                  <a:cubicBezTo>
                    <a:pt x="1023705" y="59091"/>
                    <a:pt x="1017243" y="70171"/>
                    <a:pt x="1007089" y="76634"/>
                  </a:cubicBezTo>
                  <a:cubicBezTo>
                    <a:pt x="1004320" y="72941"/>
                    <a:pt x="1002473" y="72018"/>
                    <a:pt x="997858" y="69248"/>
                  </a:cubicBezTo>
                  <a:cubicBezTo>
                    <a:pt x="1006166" y="65554"/>
                    <a:pt x="1013550" y="56321"/>
                    <a:pt x="1016320" y="48935"/>
                  </a:cubicBezTo>
                  <a:cubicBezTo>
                    <a:pt x="1010781" y="46165"/>
                    <a:pt x="1007089" y="45242"/>
                    <a:pt x="998781" y="43395"/>
                  </a:cubicBezTo>
                  <a:cubicBezTo>
                    <a:pt x="989550" y="61861"/>
                    <a:pt x="985858" y="69248"/>
                    <a:pt x="978473" y="69248"/>
                  </a:cubicBezTo>
                  <a:cubicBezTo>
                    <a:pt x="972012" y="69248"/>
                    <a:pt x="966473" y="63708"/>
                    <a:pt x="966473" y="56321"/>
                  </a:cubicBezTo>
                  <a:cubicBezTo>
                    <a:pt x="966473" y="46165"/>
                    <a:pt x="975704" y="33239"/>
                    <a:pt x="993243" y="33239"/>
                  </a:cubicBezTo>
                  <a:cubicBezTo>
                    <a:pt x="994166" y="30469"/>
                    <a:pt x="998781" y="18466"/>
                    <a:pt x="999704" y="16619"/>
                  </a:cubicBezTo>
                  <a:cubicBezTo>
                    <a:pt x="991396" y="18466"/>
                    <a:pt x="984012" y="19389"/>
                    <a:pt x="980319" y="20313"/>
                  </a:cubicBezTo>
                  <a:lnTo>
                    <a:pt x="977550" y="8310"/>
                  </a:lnTo>
                  <a:cubicBezTo>
                    <a:pt x="990473" y="8310"/>
                    <a:pt x="1002473" y="5540"/>
                    <a:pt x="1008012" y="2770"/>
                  </a:cubicBezTo>
                  <a:lnTo>
                    <a:pt x="1015397" y="9233"/>
                  </a:lnTo>
                  <a:cubicBezTo>
                    <a:pt x="1009858" y="16619"/>
                    <a:pt x="1004320" y="30469"/>
                    <a:pt x="1002473" y="34162"/>
                  </a:cubicBezTo>
                  <a:cubicBezTo>
                    <a:pt x="1009858" y="35085"/>
                    <a:pt x="1016320" y="37855"/>
                    <a:pt x="1019089" y="39702"/>
                  </a:cubicBezTo>
                  <a:cubicBezTo>
                    <a:pt x="1021858" y="30469"/>
                    <a:pt x="1021858" y="24006"/>
                    <a:pt x="1021858" y="21236"/>
                  </a:cubicBezTo>
                  <a:lnTo>
                    <a:pt x="1034782" y="24929"/>
                  </a:lnTo>
                  <a:lnTo>
                    <a:pt x="1034782" y="24929"/>
                  </a:lnTo>
                  <a:close/>
                  <a:moveTo>
                    <a:pt x="976627" y="55398"/>
                  </a:moveTo>
                  <a:cubicBezTo>
                    <a:pt x="976627" y="58168"/>
                    <a:pt x="978473" y="58168"/>
                    <a:pt x="978473" y="58168"/>
                  </a:cubicBezTo>
                  <a:cubicBezTo>
                    <a:pt x="981242" y="58168"/>
                    <a:pt x="986781" y="46165"/>
                    <a:pt x="988627" y="42472"/>
                  </a:cubicBezTo>
                  <a:cubicBezTo>
                    <a:pt x="983089" y="43395"/>
                    <a:pt x="976627" y="48012"/>
                    <a:pt x="976627" y="55398"/>
                  </a:cubicBezTo>
                  <a:close/>
                  <a:moveTo>
                    <a:pt x="1146475" y="3693"/>
                  </a:moveTo>
                  <a:cubicBezTo>
                    <a:pt x="1147398" y="3693"/>
                    <a:pt x="1148321" y="3693"/>
                    <a:pt x="1148321" y="4617"/>
                  </a:cubicBezTo>
                  <a:cubicBezTo>
                    <a:pt x="1148321" y="5540"/>
                    <a:pt x="1147398" y="5540"/>
                    <a:pt x="1146475" y="5540"/>
                  </a:cubicBezTo>
                  <a:lnTo>
                    <a:pt x="1146475" y="20313"/>
                  </a:lnTo>
                  <a:cubicBezTo>
                    <a:pt x="1155706" y="19389"/>
                    <a:pt x="1156629" y="18466"/>
                    <a:pt x="1163091" y="18466"/>
                  </a:cubicBezTo>
                  <a:lnTo>
                    <a:pt x="1163091" y="30469"/>
                  </a:lnTo>
                  <a:lnTo>
                    <a:pt x="1159398" y="30469"/>
                  </a:lnTo>
                  <a:cubicBezTo>
                    <a:pt x="1155706" y="30469"/>
                    <a:pt x="1150168" y="31392"/>
                    <a:pt x="1147398" y="31392"/>
                  </a:cubicBezTo>
                  <a:cubicBezTo>
                    <a:pt x="1147398" y="53552"/>
                    <a:pt x="1144629" y="55398"/>
                    <a:pt x="1128014" y="55398"/>
                  </a:cubicBezTo>
                  <a:cubicBezTo>
                    <a:pt x="1127090" y="51705"/>
                    <a:pt x="1125244" y="46165"/>
                    <a:pt x="1125244" y="45242"/>
                  </a:cubicBezTo>
                  <a:lnTo>
                    <a:pt x="1130783" y="45242"/>
                  </a:lnTo>
                  <a:cubicBezTo>
                    <a:pt x="1136321" y="45242"/>
                    <a:pt x="1136321" y="44319"/>
                    <a:pt x="1137244" y="33239"/>
                  </a:cubicBezTo>
                  <a:cubicBezTo>
                    <a:pt x="1130783" y="34162"/>
                    <a:pt x="1124321" y="35085"/>
                    <a:pt x="1117859" y="36932"/>
                  </a:cubicBezTo>
                  <a:cubicBezTo>
                    <a:pt x="1117859" y="40625"/>
                    <a:pt x="1117859" y="55398"/>
                    <a:pt x="1118783" y="59091"/>
                  </a:cubicBezTo>
                  <a:cubicBezTo>
                    <a:pt x="1120629" y="63708"/>
                    <a:pt x="1126167" y="64631"/>
                    <a:pt x="1131706" y="64631"/>
                  </a:cubicBezTo>
                  <a:cubicBezTo>
                    <a:pt x="1134475" y="64631"/>
                    <a:pt x="1145552" y="64631"/>
                    <a:pt x="1158475" y="60938"/>
                  </a:cubicBezTo>
                  <a:cubicBezTo>
                    <a:pt x="1157552" y="64631"/>
                    <a:pt x="1157552" y="67401"/>
                    <a:pt x="1156629" y="72941"/>
                  </a:cubicBezTo>
                  <a:cubicBezTo>
                    <a:pt x="1145552" y="74787"/>
                    <a:pt x="1128937" y="74787"/>
                    <a:pt x="1128937" y="74787"/>
                  </a:cubicBezTo>
                  <a:cubicBezTo>
                    <a:pt x="1118783" y="74787"/>
                    <a:pt x="1110475" y="72941"/>
                    <a:pt x="1107706" y="62785"/>
                  </a:cubicBezTo>
                  <a:cubicBezTo>
                    <a:pt x="1106782" y="58168"/>
                    <a:pt x="1106782" y="51705"/>
                    <a:pt x="1106782" y="38779"/>
                  </a:cubicBezTo>
                  <a:cubicBezTo>
                    <a:pt x="1096628" y="40625"/>
                    <a:pt x="1095705" y="41549"/>
                    <a:pt x="1090167" y="42472"/>
                  </a:cubicBezTo>
                  <a:lnTo>
                    <a:pt x="1089244" y="29546"/>
                  </a:lnTo>
                  <a:cubicBezTo>
                    <a:pt x="1093859" y="29546"/>
                    <a:pt x="1102167" y="28622"/>
                    <a:pt x="1106782" y="26776"/>
                  </a:cubicBezTo>
                  <a:cubicBezTo>
                    <a:pt x="1106782" y="22159"/>
                    <a:pt x="1106782" y="11080"/>
                    <a:pt x="1105859" y="6463"/>
                  </a:cubicBezTo>
                  <a:lnTo>
                    <a:pt x="1117859" y="8310"/>
                  </a:lnTo>
                  <a:cubicBezTo>
                    <a:pt x="1118783" y="8310"/>
                    <a:pt x="1119706" y="8310"/>
                    <a:pt x="1119706" y="9233"/>
                  </a:cubicBezTo>
                  <a:cubicBezTo>
                    <a:pt x="1119706" y="10156"/>
                    <a:pt x="1118783" y="10156"/>
                    <a:pt x="1117859" y="10156"/>
                  </a:cubicBezTo>
                  <a:cubicBezTo>
                    <a:pt x="1117859" y="12003"/>
                    <a:pt x="1116936" y="22159"/>
                    <a:pt x="1116936" y="24006"/>
                  </a:cubicBezTo>
                  <a:cubicBezTo>
                    <a:pt x="1121552" y="23083"/>
                    <a:pt x="1127090" y="22159"/>
                    <a:pt x="1135398" y="21236"/>
                  </a:cubicBezTo>
                  <a:cubicBezTo>
                    <a:pt x="1135398" y="14773"/>
                    <a:pt x="1135398" y="7386"/>
                    <a:pt x="1133552" y="923"/>
                  </a:cubicBezTo>
                  <a:lnTo>
                    <a:pt x="1146475" y="3693"/>
                  </a:lnTo>
                  <a:lnTo>
                    <a:pt x="1146475" y="3693"/>
                  </a:lnTo>
                  <a:close/>
                  <a:moveTo>
                    <a:pt x="1262784" y="10156"/>
                  </a:moveTo>
                  <a:cubicBezTo>
                    <a:pt x="1257246" y="13850"/>
                    <a:pt x="1243399" y="26776"/>
                    <a:pt x="1240630" y="30469"/>
                  </a:cubicBezTo>
                  <a:cubicBezTo>
                    <a:pt x="1242476" y="29546"/>
                    <a:pt x="1246169" y="28622"/>
                    <a:pt x="1251707" y="28622"/>
                  </a:cubicBezTo>
                  <a:cubicBezTo>
                    <a:pt x="1263707" y="28622"/>
                    <a:pt x="1275708" y="36009"/>
                    <a:pt x="1275708" y="50782"/>
                  </a:cubicBezTo>
                  <a:cubicBezTo>
                    <a:pt x="1275708" y="69248"/>
                    <a:pt x="1258169" y="76634"/>
                    <a:pt x="1244322" y="76634"/>
                  </a:cubicBezTo>
                  <a:cubicBezTo>
                    <a:pt x="1231399" y="76634"/>
                    <a:pt x="1224015" y="70171"/>
                    <a:pt x="1224015" y="62785"/>
                  </a:cubicBezTo>
                  <a:cubicBezTo>
                    <a:pt x="1224015" y="55398"/>
                    <a:pt x="1230476" y="49858"/>
                    <a:pt x="1239707" y="49858"/>
                  </a:cubicBezTo>
                  <a:cubicBezTo>
                    <a:pt x="1246169" y="49858"/>
                    <a:pt x="1255400" y="53552"/>
                    <a:pt x="1257246" y="62785"/>
                  </a:cubicBezTo>
                  <a:cubicBezTo>
                    <a:pt x="1264631" y="59091"/>
                    <a:pt x="1264631" y="52628"/>
                    <a:pt x="1264631" y="50782"/>
                  </a:cubicBezTo>
                  <a:cubicBezTo>
                    <a:pt x="1264631" y="46165"/>
                    <a:pt x="1261861" y="37855"/>
                    <a:pt x="1249861" y="37855"/>
                  </a:cubicBezTo>
                  <a:cubicBezTo>
                    <a:pt x="1235092" y="37855"/>
                    <a:pt x="1226784" y="47088"/>
                    <a:pt x="1214784" y="59091"/>
                  </a:cubicBezTo>
                  <a:lnTo>
                    <a:pt x="1205553" y="50782"/>
                  </a:lnTo>
                  <a:cubicBezTo>
                    <a:pt x="1214784" y="44319"/>
                    <a:pt x="1236938" y="22159"/>
                    <a:pt x="1242476" y="15696"/>
                  </a:cubicBezTo>
                  <a:cubicBezTo>
                    <a:pt x="1235092" y="17543"/>
                    <a:pt x="1222168" y="18466"/>
                    <a:pt x="1216630" y="18466"/>
                  </a:cubicBezTo>
                  <a:lnTo>
                    <a:pt x="1214784" y="7386"/>
                  </a:lnTo>
                  <a:cubicBezTo>
                    <a:pt x="1221245" y="7386"/>
                    <a:pt x="1244322" y="7386"/>
                    <a:pt x="1257246" y="1847"/>
                  </a:cubicBezTo>
                  <a:lnTo>
                    <a:pt x="1262784" y="10156"/>
                  </a:lnTo>
                  <a:lnTo>
                    <a:pt x="1262784" y="10156"/>
                  </a:lnTo>
                  <a:close/>
                  <a:moveTo>
                    <a:pt x="1237861" y="59091"/>
                  </a:moveTo>
                  <a:cubicBezTo>
                    <a:pt x="1235092" y="59091"/>
                    <a:pt x="1233245" y="60938"/>
                    <a:pt x="1233245" y="62785"/>
                  </a:cubicBezTo>
                  <a:cubicBezTo>
                    <a:pt x="1233245" y="66478"/>
                    <a:pt x="1237861" y="68324"/>
                    <a:pt x="1241553" y="68324"/>
                  </a:cubicBezTo>
                  <a:cubicBezTo>
                    <a:pt x="1243399" y="68324"/>
                    <a:pt x="1245246" y="68324"/>
                    <a:pt x="1246169" y="67401"/>
                  </a:cubicBezTo>
                  <a:cubicBezTo>
                    <a:pt x="1246169" y="61861"/>
                    <a:pt x="1242476" y="59091"/>
                    <a:pt x="1237861" y="59091"/>
                  </a:cubicBezTo>
                  <a:close/>
                </a:path>
              </a:pathLst>
            </a:custGeom>
            <a:solidFill>
              <a:srgbClr val="3E3A39"/>
            </a:solidFill>
            <a:ln w="9231" cap="flat">
              <a:noFill/>
              <a:prstDash val="solid"/>
              <a:miter/>
            </a:ln>
          </p:spPr>
          <p:txBody>
            <a:bodyPr rtlCol="0" anchor="ctr"/>
            <a:lstStyle/>
            <a:p>
              <a:endParaRPr lang="ja-JP" altLang="en-US" b="0" i="0">
                <a:latin typeface="Arial" panose="020B0604020202020204" pitchFamily="34" charset="0"/>
              </a:endParaRPr>
            </a:p>
          </p:txBody>
        </p:sp>
        <p:sp>
          <p:nvSpPr>
            <p:cNvPr id="8" name="フリーフォーム 7">
              <a:extLst>
                <a:ext uri="{FF2B5EF4-FFF2-40B4-BE49-F238E27FC236}">
                  <a16:creationId xmlns:a16="http://schemas.microsoft.com/office/drawing/2014/main" id="{A5EBFB3D-7A2D-FB4E-0B39-A1EECCD0E59E}"/>
                </a:ext>
              </a:extLst>
            </p:cNvPr>
            <p:cNvSpPr/>
            <p:nvPr/>
          </p:nvSpPr>
          <p:spPr>
            <a:xfrm>
              <a:off x="4142101" y="-4761261"/>
              <a:ext cx="22154" cy="22260"/>
            </a:xfrm>
            <a:custGeom>
              <a:avLst/>
              <a:gdLst>
                <a:gd name="connsiteX0" fmla="*/ 22154 w 22154"/>
                <a:gd name="connsiteY0" fmla="*/ 11181 h 22260"/>
                <a:gd name="connsiteX1" fmla="*/ 11077 w 22154"/>
                <a:gd name="connsiteY1" fmla="*/ 22260 h 22260"/>
                <a:gd name="connsiteX2" fmla="*/ 0 w 22154"/>
                <a:gd name="connsiteY2" fmla="*/ 11181 h 22260"/>
                <a:gd name="connsiteX3" fmla="*/ 11077 w 22154"/>
                <a:gd name="connsiteY3" fmla="*/ 101 h 22260"/>
                <a:gd name="connsiteX4" fmla="*/ 22154 w 22154"/>
                <a:gd name="connsiteY4" fmla="*/ 11181 h 22260"/>
                <a:gd name="connsiteX5" fmla="*/ 3692 w 22154"/>
                <a:gd name="connsiteY5" fmla="*/ 11181 h 22260"/>
                <a:gd name="connsiteX6" fmla="*/ 10154 w 22154"/>
                <a:gd name="connsiteY6" fmla="*/ 17644 h 22260"/>
                <a:gd name="connsiteX7" fmla="*/ 16616 w 22154"/>
                <a:gd name="connsiteY7" fmla="*/ 11181 h 22260"/>
                <a:gd name="connsiteX8" fmla="*/ 10154 w 22154"/>
                <a:gd name="connsiteY8" fmla="*/ 4718 h 22260"/>
                <a:gd name="connsiteX9" fmla="*/ 3692 w 22154"/>
                <a:gd name="connsiteY9" fmla="*/ 11181 h 22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54" h="22260">
                  <a:moveTo>
                    <a:pt x="22154" y="11181"/>
                  </a:moveTo>
                  <a:cubicBezTo>
                    <a:pt x="22154" y="17644"/>
                    <a:pt x="16616" y="22260"/>
                    <a:pt x="11077" y="22260"/>
                  </a:cubicBezTo>
                  <a:cubicBezTo>
                    <a:pt x="4615" y="22260"/>
                    <a:pt x="0" y="17644"/>
                    <a:pt x="0" y="11181"/>
                  </a:cubicBezTo>
                  <a:cubicBezTo>
                    <a:pt x="0" y="4718"/>
                    <a:pt x="4615" y="101"/>
                    <a:pt x="11077" y="101"/>
                  </a:cubicBezTo>
                  <a:cubicBezTo>
                    <a:pt x="16616" y="-822"/>
                    <a:pt x="22154" y="4718"/>
                    <a:pt x="22154" y="11181"/>
                  </a:cubicBezTo>
                  <a:close/>
                  <a:moveTo>
                    <a:pt x="3692" y="11181"/>
                  </a:moveTo>
                  <a:cubicBezTo>
                    <a:pt x="3692" y="14874"/>
                    <a:pt x="6462" y="17644"/>
                    <a:pt x="10154" y="17644"/>
                  </a:cubicBezTo>
                  <a:cubicBezTo>
                    <a:pt x="13846" y="17644"/>
                    <a:pt x="16616" y="14874"/>
                    <a:pt x="16616" y="11181"/>
                  </a:cubicBezTo>
                  <a:cubicBezTo>
                    <a:pt x="16616" y="7487"/>
                    <a:pt x="13846" y="4718"/>
                    <a:pt x="10154" y="4718"/>
                  </a:cubicBezTo>
                  <a:cubicBezTo>
                    <a:pt x="6462" y="3794"/>
                    <a:pt x="3692" y="7487"/>
                    <a:pt x="3692" y="11181"/>
                  </a:cubicBezTo>
                  <a:close/>
                </a:path>
              </a:pathLst>
            </a:custGeom>
            <a:solidFill>
              <a:srgbClr val="3E3A39"/>
            </a:solidFill>
            <a:ln w="9231" cap="flat">
              <a:noFill/>
              <a:prstDash val="solid"/>
              <a:miter/>
            </a:ln>
          </p:spPr>
          <p:txBody>
            <a:bodyPr rtlCol="0" anchor="ctr"/>
            <a:lstStyle/>
            <a:p>
              <a:endParaRPr lang="ja-JP" altLang="en-US" b="0" i="0">
                <a:latin typeface="Arial" panose="020B0604020202020204" pitchFamily="34" charset="0"/>
              </a:endParaRPr>
            </a:p>
          </p:txBody>
        </p:sp>
      </p:grpSp>
      <p:sp>
        <p:nvSpPr>
          <p:cNvPr id="20" name="スライド番号プレースホルダー 5">
            <a:extLst>
              <a:ext uri="{FF2B5EF4-FFF2-40B4-BE49-F238E27FC236}">
                <a16:creationId xmlns:a16="http://schemas.microsoft.com/office/drawing/2014/main" id="{52CA268D-981C-DDF6-8FEC-3C1E1E791571}"/>
              </a:ext>
            </a:extLst>
          </p:cNvPr>
          <p:cNvSpPr>
            <a:spLocks noGrp="1"/>
          </p:cNvSpPr>
          <p:nvPr>
            <p:ph type="sldNum" sz="quarter" idx="4"/>
          </p:nvPr>
        </p:nvSpPr>
        <p:spPr>
          <a:xfrm>
            <a:off x="11063404" y="6494718"/>
            <a:ext cx="793633" cy="365125"/>
          </a:xfrm>
          <a:prstGeom prst="rect">
            <a:avLst/>
          </a:prstGeom>
          <a:noFill/>
          <a:ln w="9525">
            <a:noFill/>
            <a:miter lim="800000"/>
            <a:headEnd/>
            <a:tailEnd/>
          </a:ln>
        </p:spPr>
        <p:txBody>
          <a:bodyPr vert="horz" lIns="0" tIns="45720" rIns="0" bIns="45720" rtlCol="0" anchor="ctr"/>
          <a:lstStyle>
            <a:lvl1pPr algn="r">
              <a:defRPr sz="900" baseline="0">
                <a:solidFill>
                  <a:schemeClr val="tx1">
                    <a:tint val="75000"/>
                  </a:schemeClr>
                </a:solidFill>
                <a:latin typeface="Arial" panose="020B0604020202020204" pitchFamily="34" charset="0"/>
                <a:ea typeface="メイリオ" panose="020B0604030504040204" pitchFamily="34" charset="-128"/>
              </a:defRPr>
            </a:lvl1pPr>
          </a:lstStyle>
          <a:p>
            <a:fld id="{69E131CC-838C-014C-AB0A-02FB7ECFC087}" type="slidenum">
              <a:rPr lang="ja-JP" altLang="en-US" smtClean="0"/>
              <a:pPr/>
              <a:t>‹#›</a:t>
            </a:fld>
            <a:endParaRPr lang="ja-JP" altLang="en-US"/>
          </a:p>
        </p:txBody>
      </p:sp>
      <p:sp>
        <p:nvSpPr>
          <p:cNvPr id="3" name="日付プレースホルダー 3">
            <a:extLst>
              <a:ext uri="{FF2B5EF4-FFF2-40B4-BE49-F238E27FC236}">
                <a16:creationId xmlns:a16="http://schemas.microsoft.com/office/drawing/2014/main" id="{0E98BAE4-7924-9455-6847-786E9B03E1F0}"/>
              </a:ext>
            </a:extLst>
          </p:cNvPr>
          <p:cNvSpPr txBox="1">
            <a:spLocks/>
          </p:cNvSpPr>
          <p:nvPr userDrawn="1"/>
        </p:nvSpPr>
        <p:spPr>
          <a:xfrm>
            <a:off x="466921" y="6469666"/>
            <a:ext cx="1172098" cy="263644"/>
          </a:xfrm>
          <a:prstGeom prst="rect">
            <a:avLst/>
          </a:prstGeom>
          <a:noFill/>
          <a:ln w="19050">
            <a:solidFill>
              <a:schemeClr val="accent1"/>
            </a:solidFill>
            <a:miter lim="800000"/>
            <a:headEnd/>
            <a:tailEnd/>
          </a:ln>
        </p:spPr>
        <p:txBody>
          <a:bodyPr vert="horz" lIns="0" tIns="45720" rIns="0" bIns="45720" rtlCol="0" anchor="ctr"/>
          <a:lstStyle>
            <a:defPPr>
              <a:defRPr lang="ja-JP"/>
            </a:defPPr>
            <a:lvl1pPr marL="0" algn="l" defTabSz="914400" rtl="0" eaLnBrk="1" latinLnBrk="0" hangingPunct="1">
              <a:defRPr kumimoji="1" sz="700" kern="1200" baseline="0">
                <a:solidFill>
                  <a:schemeClr val="tx1">
                    <a:tint val="75000"/>
                  </a:schemeClr>
                </a:solidFill>
                <a:latin typeface="Arial" panose="020B0604020202020204" pitchFamily="34" charset="0"/>
                <a:ea typeface="メイリオ" panose="020B0604030504040204" pitchFamily="34"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 altLang="ja-JP" sz="1100" b="1" i="1">
                <a:solidFill>
                  <a:schemeClr val="accent1"/>
                </a:solidFill>
              </a:rPr>
              <a:t>CONFIDENTIAL</a:t>
            </a:r>
          </a:p>
        </p:txBody>
      </p:sp>
      <p:sp>
        <p:nvSpPr>
          <p:cNvPr id="4" name="日付プレースホルダー 3">
            <a:extLst>
              <a:ext uri="{FF2B5EF4-FFF2-40B4-BE49-F238E27FC236}">
                <a16:creationId xmlns:a16="http://schemas.microsoft.com/office/drawing/2014/main" id="{FC8D74CD-7B76-95ED-0FA3-84B2C54A4036}"/>
              </a:ext>
            </a:extLst>
          </p:cNvPr>
          <p:cNvSpPr txBox="1">
            <a:spLocks/>
          </p:cNvSpPr>
          <p:nvPr userDrawn="1"/>
        </p:nvSpPr>
        <p:spPr>
          <a:xfrm>
            <a:off x="1752817" y="6428399"/>
            <a:ext cx="2013232" cy="365125"/>
          </a:xfrm>
          <a:prstGeom prst="rect">
            <a:avLst/>
          </a:prstGeom>
          <a:noFill/>
          <a:ln w="9525">
            <a:noFill/>
            <a:miter lim="800000"/>
            <a:headEnd/>
            <a:tailEnd/>
          </a:ln>
        </p:spPr>
        <p:txBody>
          <a:bodyPr vert="horz" lIns="0" tIns="45720" rIns="0" bIns="45720" rtlCol="0" anchor="ctr"/>
          <a:lstStyle>
            <a:defPPr>
              <a:defRPr lang="ja-JP"/>
            </a:defPPr>
            <a:lvl1pPr marL="0" algn="l" defTabSz="914400" rtl="0" eaLnBrk="1" latinLnBrk="0" hangingPunct="1">
              <a:defRPr kumimoji="1" sz="700" kern="1200" baseline="0">
                <a:solidFill>
                  <a:schemeClr val="tx1">
                    <a:tint val="75000"/>
                  </a:schemeClr>
                </a:solidFill>
                <a:latin typeface="Arial" panose="020B0604020202020204" pitchFamily="34" charset="0"/>
                <a:ea typeface="メイリオ" panose="020B0604030504040204" pitchFamily="34"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 altLang="ja-JP">
                <a:solidFill>
                  <a:schemeClr val="tx2"/>
                </a:solidFill>
              </a:rPr>
              <a:t>Copyright SHIFT Inc., All Rights Reserved.</a:t>
            </a:r>
          </a:p>
        </p:txBody>
      </p:sp>
      <p:sp>
        <p:nvSpPr>
          <p:cNvPr id="9" name="Title Placeholder 1">
            <a:extLst>
              <a:ext uri="{FF2B5EF4-FFF2-40B4-BE49-F238E27FC236}">
                <a16:creationId xmlns:a16="http://schemas.microsoft.com/office/drawing/2014/main" id="{5CF07034-812C-9172-DEF5-532DB7501AC0}"/>
              </a:ext>
            </a:extLst>
          </p:cNvPr>
          <p:cNvSpPr>
            <a:spLocks noGrp="1"/>
          </p:cNvSpPr>
          <p:nvPr>
            <p:ph type="title" hasCustomPrompt="1"/>
          </p:nvPr>
        </p:nvSpPr>
        <p:spPr>
          <a:xfrm>
            <a:off x="1076382" y="972473"/>
            <a:ext cx="1538883" cy="442035"/>
          </a:xfrm>
          <a:prstGeom prst="rect">
            <a:avLst/>
          </a:prstGeom>
        </p:spPr>
        <p:txBody>
          <a:bodyPr vert="horz" wrap="none" lIns="0" tIns="72000" rIns="0" bIns="0" rtlCol="0" anchor="ctr">
            <a:spAutoFit/>
          </a:bodyPr>
          <a:lstStyle>
            <a:lvl1pPr>
              <a:lnSpc>
                <a:spcPct val="100000"/>
              </a:lnSpc>
              <a:defRPr lang="en-US" sz="2400" b="1" dirty="0">
                <a:solidFill>
                  <a:srgbClr val="3E3A3B"/>
                </a:solidFill>
                <a:latin typeface="Arial" panose="020B0604020202020204" pitchFamily="34" charset="0"/>
              </a:defRPr>
            </a:lvl1pPr>
          </a:lstStyle>
          <a:p>
            <a:pPr lvl="0"/>
            <a:r>
              <a:rPr lang="ja-JP" altLang="en-US"/>
              <a:t>アジェンダ</a:t>
            </a:r>
            <a:endParaRPr lang="en-US"/>
          </a:p>
        </p:txBody>
      </p:sp>
      <p:sp>
        <p:nvSpPr>
          <p:cNvPr id="11" name="テキスト プレースホルダー 9">
            <a:extLst>
              <a:ext uri="{FF2B5EF4-FFF2-40B4-BE49-F238E27FC236}">
                <a16:creationId xmlns:a16="http://schemas.microsoft.com/office/drawing/2014/main" id="{AC45C68E-C35D-265E-B9F3-908DA1B87E26}"/>
              </a:ext>
            </a:extLst>
          </p:cNvPr>
          <p:cNvSpPr>
            <a:spLocks noGrp="1"/>
          </p:cNvSpPr>
          <p:nvPr>
            <p:ph type="body" sz="quarter" idx="10" hasCustomPrompt="1"/>
          </p:nvPr>
        </p:nvSpPr>
        <p:spPr>
          <a:xfrm>
            <a:off x="1076382" y="1633218"/>
            <a:ext cx="10353358" cy="713460"/>
          </a:xfrm>
          <a:prstGeom prst="rect">
            <a:avLst/>
          </a:prstGeom>
        </p:spPr>
        <p:txBody>
          <a:bodyPr lIns="0" tIns="36000" rIns="0" bIns="0" anchor="t">
            <a:spAutoFit/>
          </a:bodyPr>
          <a:lstStyle>
            <a:lvl1pPr marL="514350" indent="-514350" algn="l">
              <a:lnSpc>
                <a:spcPct val="150000"/>
              </a:lnSpc>
              <a:buClr>
                <a:schemeClr val="accent1"/>
              </a:buClr>
              <a:buSzPct val="150000"/>
              <a:buFont typeface="+mj-lt"/>
              <a:buAutoNum type="arabicPeriod"/>
              <a:defRPr sz="3200" b="1"/>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ja-JP" altLang="en-US"/>
              <a:t>本日の議論のゴール、与件整理、ご提案など</a:t>
            </a:r>
          </a:p>
        </p:txBody>
      </p:sp>
    </p:spTree>
    <p:extLst>
      <p:ext uri="{BB962C8B-B14F-4D97-AF65-F5344CB8AC3E}">
        <p14:creationId xmlns:p14="http://schemas.microsoft.com/office/powerpoint/2010/main" val="19978919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469">
          <p15:clr>
            <a:srgbClr val="FBAE40"/>
          </p15:clr>
        </p15:guide>
        <p15:guide id="4" pos="21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f.有_扉">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C586DC70-20EA-11E5-634A-151AAB0E8428}"/>
              </a:ext>
            </a:extLst>
          </p:cNvPr>
          <p:cNvSpPr/>
          <p:nvPr userDrawn="1"/>
        </p:nvSpPr>
        <p:spPr>
          <a:xfrm>
            <a:off x="0" y="-1"/>
            <a:ext cx="12192000" cy="4234071"/>
          </a:xfrm>
          <a:prstGeom prst="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b="0" i="0">
              <a:solidFill>
                <a:schemeClr val="accent1">
                  <a:lumMod val="75000"/>
                </a:schemeClr>
              </a:solidFill>
              <a:latin typeface="Arial" panose="020B0604020202020204" pitchFamily="34" charset="0"/>
            </a:endParaRPr>
          </a:p>
        </p:txBody>
      </p:sp>
      <p:sp>
        <p:nvSpPr>
          <p:cNvPr id="11" name="スライド番号プレースホルダー 5">
            <a:extLst>
              <a:ext uri="{FF2B5EF4-FFF2-40B4-BE49-F238E27FC236}">
                <a16:creationId xmlns:a16="http://schemas.microsoft.com/office/drawing/2014/main" id="{2F8E984D-99C4-12F1-4A10-16AC04FE7399}"/>
              </a:ext>
            </a:extLst>
          </p:cNvPr>
          <p:cNvSpPr>
            <a:spLocks noGrp="1"/>
          </p:cNvSpPr>
          <p:nvPr>
            <p:ph type="sldNum" sz="quarter" idx="4"/>
          </p:nvPr>
        </p:nvSpPr>
        <p:spPr>
          <a:xfrm>
            <a:off x="11063404" y="6494718"/>
            <a:ext cx="793633" cy="365125"/>
          </a:xfrm>
          <a:prstGeom prst="rect">
            <a:avLst/>
          </a:prstGeom>
          <a:noFill/>
          <a:ln w="9525">
            <a:noFill/>
            <a:miter lim="800000"/>
            <a:headEnd/>
            <a:tailEnd/>
          </a:ln>
        </p:spPr>
        <p:txBody>
          <a:bodyPr vert="horz" lIns="0" tIns="45720" rIns="0" bIns="45720" rtlCol="0" anchor="ctr"/>
          <a:lstStyle>
            <a:lvl1pPr algn="r">
              <a:defRPr sz="900" baseline="0">
                <a:solidFill>
                  <a:schemeClr val="tx1">
                    <a:tint val="75000"/>
                  </a:schemeClr>
                </a:solidFill>
                <a:latin typeface="Arial" panose="020B0604020202020204" pitchFamily="34" charset="0"/>
                <a:ea typeface="メイリオ" panose="020B0604030504040204" pitchFamily="34" charset="-128"/>
              </a:defRPr>
            </a:lvl1pPr>
          </a:lstStyle>
          <a:p>
            <a:fld id="{69E131CC-838C-014C-AB0A-02FB7ECFC087}" type="slidenum">
              <a:rPr lang="ja-JP" altLang="en-US" smtClean="0"/>
              <a:pPr/>
              <a:t>‹#›</a:t>
            </a:fld>
            <a:endParaRPr lang="ja-JP" altLang="en-US"/>
          </a:p>
        </p:txBody>
      </p:sp>
      <p:grpSp>
        <p:nvGrpSpPr>
          <p:cNvPr id="13" name="グラフィックス 19">
            <a:extLst>
              <a:ext uri="{FF2B5EF4-FFF2-40B4-BE49-F238E27FC236}">
                <a16:creationId xmlns:a16="http://schemas.microsoft.com/office/drawing/2014/main" id="{D53B04D2-5B06-BD56-CBC4-DC7E6BFA8FF4}"/>
              </a:ext>
            </a:extLst>
          </p:cNvPr>
          <p:cNvGrpSpPr>
            <a:grpSpLocks noChangeAspect="1"/>
          </p:cNvGrpSpPr>
          <p:nvPr userDrawn="1"/>
        </p:nvGrpSpPr>
        <p:grpSpPr>
          <a:xfrm>
            <a:off x="10864089" y="155983"/>
            <a:ext cx="981743" cy="288000"/>
            <a:chOff x="2798085" y="-4814712"/>
            <a:chExt cx="1375400" cy="403482"/>
          </a:xfrm>
          <a:solidFill>
            <a:schemeClr val="bg1"/>
          </a:solidFill>
        </p:grpSpPr>
        <p:sp>
          <p:nvSpPr>
            <p:cNvPr id="14" name="フリーフォーム 13">
              <a:extLst>
                <a:ext uri="{FF2B5EF4-FFF2-40B4-BE49-F238E27FC236}">
                  <a16:creationId xmlns:a16="http://schemas.microsoft.com/office/drawing/2014/main" id="{7C914B1B-CA68-4E66-A89C-CF88102D0392}"/>
                </a:ext>
              </a:extLst>
            </p:cNvPr>
            <p:cNvSpPr/>
            <p:nvPr/>
          </p:nvSpPr>
          <p:spPr>
            <a:xfrm>
              <a:off x="2798085" y="-4633745"/>
              <a:ext cx="1375400" cy="222515"/>
            </a:xfrm>
            <a:custGeom>
              <a:avLst/>
              <a:gdLst>
                <a:gd name="connsiteX0" fmla="*/ 587084 w 1375400"/>
                <a:gd name="connsiteY0" fmla="*/ 923 h 222515"/>
                <a:gd name="connsiteX1" fmla="*/ 557545 w 1375400"/>
                <a:gd name="connsiteY1" fmla="*/ 93253 h 222515"/>
                <a:gd name="connsiteX2" fmla="*/ 426467 w 1375400"/>
                <a:gd name="connsiteY2" fmla="*/ 93253 h 222515"/>
                <a:gd name="connsiteX3" fmla="*/ 456005 w 1375400"/>
                <a:gd name="connsiteY3" fmla="*/ 923 h 222515"/>
                <a:gd name="connsiteX4" fmla="*/ 174464 w 1375400"/>
                <a:gd name="connsiteY4" fmla="*/ 923 h 222515"/>
                <a:gd name="connsiteX5" fmla="*/ 40616 w 1375400"/>
                <a:gd name="connsiteY5" fmla="*/ 69248 h 222515"/>
                <a:gd name="connsiteX6" fmla="*/ 130155 w 1375400"/>
                <a:gd name="connsiteY6" fmla="*/ 131109 h 222515"/>
                <a:gd name="connsiteX7" fmla="*/ 169848 w 1375400"/>
                <a:gd name="connsiteY7" fmla="*/ 131109 h 222515"/>
                <a:gd name="connsiteX8" fmla="*/ 213233 w 1375400"/>
                <a:gd name="connsiteY8" fmla="*/ 158808 h 222515"/>
                <a:gd name="connsiteX9" fmla="*/ 155079 w 1375400"/>
                <a:gd name="connsiteY9" fmla="*/ 184660 h 222515"/>
                <a:gd name="connsiteX10" fmla="*/ 12000 w 1375400"/>
                <a:gd name="connsiteY10" fmla="*/ 184660 h 222515"/>
                <a:gd name="connsiteX11" fmla="*/ 0 w 1375400"/>
                <a:gd name="connsiteY11" fmla="*/ 222516 h 222515"/>
                <a:gd name="connsiteX12" fmla="*/ 167079 w 1375400"/>
                <a:gd name="connsiteY12" fmla="*/ 222516 h 222515"/>
                <a:gd name="connsiteX13" fmla="*/ 300927 w 1375400"/>
                <a:gd name="connsiteY13" fmla="*/ 155115 h 222515"/>
                <a:gd name="connsiteX14" fmla="*/ 210464 w 1375400"/>
                <a:gd name="connsiteY14" fmla="*/ 92330 h 222515"/>
                <a:gd name="connsiteX15" fmla="*/ 172617 w 1375400"/>
                <a:gd name="connsiteY15" fmla="*/ 92330 h 222515"/>
                <a:gd name="connsiteX16" fmla="*/ 129232 w 1375400"/>
                <a:gd name="connsiteY16" fmla="*/ 64631 h 222515"/>
                <a:gd name="connsiteX17" fmla="*/ 187387 w 1375400"/>
                <a:gd name="connsiteY17" fmla="*/ 39702 h 222515"/>
                <a:gd name="connsiteX18" fmla="*/ 365543 w 1375400"/>
                <a:gd name="connsiteY18" fmla="*/ 39702 h 222515"/>
                <a:gd name="connsiteX19" fmla="*/ 307388 w 1375400"/>
                <a:gd name="connsiteY19" fmla="*/ 222516 h 222515"/>
                <a:gd name="connsiteX20" fmla="*/ 385851 w 1375400"/>
                <a:gd name="connsiteY20" fmla="*/ 222516 h 222515"/>
                <a:gd name="connsiteX21" fmla="*/ 415390 w 1375400"/>
                <a:gd name="connsiteY21" fmla="*/ 131109 h 222515"/>
                <a:gd name="connsiteX22" fmla="*/ 544622 w 1375400"/>
                <a:gd name="connsiteY22" fmla="*/ 131109 h 222515"/>
                <a:gd name="connsiteX23" fmla="*/ 516006 w 1375400"/>
                <a:gd name="connsiteY23" fmla="*/ 221592 h 222515"/>
                <a:gd name="connsiteX24" fmla="*/ 594469 w 1375400"/>
                <a:gd name="connsiteY24" fmla="*/ 221592 h 222515"/>
                <a:gd name="connsiteX25" fmla="*/ 665546 w 1375400"/>
                <a:gd name="connsiteY25" fmla="*/ 0 h 222515"/>
                <a:gd name="connsiteX26" fmla="*/ 587084 w 1375400"/>
                <a:gd name="connsiteY26" fmla="*/ 923 h 222515"/>
                <a:gd name="connsiteX27" fmla="*/ 701547 w 1375400"/>
                <a:gd name="connsiteY27" fmla="*/ 923 h 222515"/>
                <a:gd name="connsiteX28" fmla="*/ 630469 w 1375400"/>
                <a:gd name="connsiteY28" fmla="*/ 222516 h 222515"/>
                <a:gd name="connsiteX29" fmla="*/ 708932 w 1375400"/>
                <a:gd name="connsiteY29" fmla="*/ 222516 h 222515"/>
                <a:gd name="connsiteX30" fmla="*/ 780009 w 1375400"/>
                <a:gd name="connsiteY30" fmla="*/ 923 h 222515"/>
                <a:gd name="connsiteX31" fmla="*/ 701547 w 1375400"/>
                <a:gd name="connsiteY31" fmla="*/ 923 h 222515"/>
                <a:gd name="connsiteX32" fmla="*/ 959088 w 1375400"/>
                <a:gd name="connsiteY32" fmla="*/ 923 h 222515"/>
                <a:gd name="connsiteX33" fmla="*/ 780009 w 1375400"/>
                <a:gd name="connsiteY33" fmla="*/ 114489 h 222515"/>
                <a:gd name="connsiteX34" fmla="*/ 745855 w 1375400"/>
                <a:gd name="connsiteY34" fmla="*/ 222516 h 222515"/>
                <a:gd name="connsiteX35" fmla="*/ 825241 w 1375400"/>
                <a:gd name="connsiteY35" fmla="*/ 222516 h 222515"/>
                <a:gd name="connsiteX36" fmla="*/ 854779 w 1375400"/>
                <a:gd name="connsiteY36" fmla="*/ 131109 h 222515"/>
                <a:gd name="connsiteX37" fmla="*/ 1049551 w 1375400"/>
                <a:gd name="connsiteY37" fmla="*/ 131109 h 222515"/>
                <a:gd name="connsiteX38" fmla="*/ 1061551 w 1375400"/>
                <a:gd name="connsiteY38" fmla="*/ 92330 h 222515"/>
                <a:gd name="connsiteX39" fmla="*/ 869549 w 1375400"/>
                <a:gd name="connsiteY39" fmla="*/ 92330 h 222515"/>
                <a:gd name="connsiteX40" fmla="*/ 952627 w 1375400"/>
                <a:gd name="connsiteY40" fmla="*/ 39702 h 222515"/>
                <a:gd name="connsiteX41" fmla="*/ 1181553 w 1375400"/>
                <a:gd name="connsiteY41" fmla="*/ 39702 h 222515"/>
                <a:gd name="connsiteX42" fmla="*/ 1123398 w 1375400"/>
                <a:gd name="connsiteY42" fmla="*/ 222516 h 222515"/>
                <a:gd name="connsiteX43" fmla="*/ 1201860 w 1375400"/>
                <a:gd name="connsiteY43" fmla="*/ 222516 h 222515"/>
                <a:gd name="connsiteX44" fmla="*/ 1260015 w 1375400"/>
                <a:gd name="connsiteY44" fmla="*/ 39702 h 222515"/>
                <a:gd name="connsiteX45" fmla="*/ 1363401 w 1375400"/>
                <a:gd name="connsiteY45" fmla="*/ 39702 h 222515"/>
                <a:gd name="connsiteX46" fmla="*/ 1375401 w 1375400"/>
                <a:gd name="connsiteY46" fmla="*/ 923 h 222515"/>
                <a:gd name="connsiteX47" fmla="*/ 959088 w 1375400"/>
                <a:gd name="connsiteY47" fmla="*/ 923 h 222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375400" h="222515">
                  <a:moveTo>
                    <a:pt x="587084" y="923"/>
                  </a:moveTo>
                  <a:lnTo>
                    <a:pt x="557545" y="93253"/>
                  </a:lnTo>
                  <a:lnTo>
                    <a:pt x="426467" y="93253"/>
                  </a:lnTo>
                  <a:lnTo>
                    <a:pt x="456005" y="923"/>
                  </a:lnTo>
                  <a:lnTo>
                    <a:pt x="174464" y="923"/>
                  </a:lnTo>
                  <a:cubicBezTo>
                    <a:pt x="173541" y="923"/>
                    <a:pt x="60924" y="5540"/>
                    <a:pt x="40616" y="69248"/>
                  </a:cubicBezTo>
                  <a:cubicBezTo>
                    <a:pt x="24000" y="121876"/>
                    <a:pt x="99694" y="131109"/>
                    <a:pt x="130155" y="131109"/>
                  </a:cubicBezTo>
                  <a:lnTo>
                    <a:pt x="169848" y="131109"/>
                  </a:lnTo>
                  <a:cubicBezTo>
                    <a:pt x="182771" y="131109"/>
                    <a:pt x="221541" y="134802"/>
                    <a:pt x="213233" y="158808"/>
                  </a:cubicBezTo>
                  <a:cubicBezTo>
                    <a:pt x="204926" y="182814"/>
                    <a:pt x="159694" y="184660"/>
                    <a:pt x="155079" y="184660"/>
                  </a:cubicBezTo>
                  <a:lnTo>
                    <a:pt x="12000" y="184660"/>
                  </a:lnTo>
                  <a:lnTo>
                    <a:pt x="0" y="222516"/>
                  </a:lnTo>
                  <a:lnTo>
                    <a:pt x="167079" y="222516"/>
                  </a:lnTo>
                  <a:cubicBezTo>
                    <a:pt x="168002" y="222516"/>
                    <a:pt x="280619" y="217899"/>
                    <a:pt x="300927" y="155115"/>
                  </a:cubicBezTo>
                  <a:cubicBezTo>
                    <a:pt x="317542" y="102486"/>
                    <a:pt x="241849" y="92330"/>
                    <a:pt x="210464" y="92330"/>
                  </a:cubicBezTo>
                  <a:lnTo>
                    <a:pt x="172617" y="92330"/>
                  </a:lnTo>
                  <a:cubicBezTo>
                    <a:pt x="158771" y="92330"/>
                    <a:pt x="120925" y="88637"/>
                    <a:pt x="129232" y="64631"/>
                  </a:cubicBezTo>
                  <a:cubicBezTo>
                    <a:pt x="137540" y="40625"/>
                    <a:pt x="182771" y="39702"/>
                    <a:pt x="187387" y="39702"/>
                  </a:cubicBezTo>
                  <a:lnTo>
                    <a:pt x="365543" y="39702"/>
                  </a:lnTo>
                  <a:lnTo>
                    <a:pt x="307388" y="222516"/>
                  </a:lnTo>
                  <a:lnTo>
                    <a:pt x="385851" y="222516"/>
                  </a:lnTo>
                  <a:lnTo>
                    <a:pt x="415390" y="131109"/>
                  </a:lnTo>
                  <a:lnTo>
                    <a:pt x="544622" y="131109"/>
                  </a:lnTo>
                  <a:lnTo>
                    <a:pt x="516006" y="221592"/>
                  </a:lnTo>
                  <a:lnTo>
                    <a:pt x="594469" y="221592"/>
                  </a:lnTo>
                  <a:lnTo>
                    <a:pt x="665546" y="0"/>
                  </a:lnTo>
                  <a:lnTo>
                    <a:pt x="587084" y="923"/>
                  </a:lnTo>
                  <a:close/>
                  <a:moveTo>
                    <a:pt x="701547" y="923"/>
                  </a:moveTo>
                  <a:lnTo>
                    <a:pt x="630469" y="222516"/>
                  </a:lnTo>
                  <a:lnTo>
                    <a:pt x="708932" y="222516"/>
                  </a:lnTo>
                  <a:lnTo>
                    <a:pt x="780009" y="923"/>
                  </a:lnTo>
                  <a:lnTo>
                    <a:pt x="701547" y="923"/>
                  </a:lnTo>
                  <a:close/>
                  <a:moveTo>
                    <a:pt x="959088" y="923"/>
                  </a:moveTo>
                  <a:cubicBezTo>
                    <a:pt x="958165" y="923"/>
                    <a:pt x="816010" y="2770"/>
                    <a:pt x="780009" y="114489"/>
                  </a:cubicBezTo>
                  <a:cubicBezTo>
                    <a:pt x="780009" y="114489"/>
                    <a:pt x="753240" y="199433"/>
                    <a:pt x="745855" y="222516"/>
                  </a:cubicBezTo>
                  <a:lnTo>
                    <a:pt x="825241" y="222516"/>
                  </a:lnTo>
                  <a:lnTo>
                    <a:pt x="854779" y="131109"/>
                  </a:lnTo>
                  <a:lnTo>
                    <a:pt x="1049551" y="131109"/>
                  </a:lnTo>
                  <a:lnTo>
                    <a:pt x="1061551" y="92330"/>
                  </a:lnTo>
                  <a:lnTo>
                    <a:pt x="869549" y="92330"/>
                  </a:lnTo>
                  <a:cubicBezTo>
                    <a:pt x="888934" y="60938"/>
                    <a:pt x="917549" y="39702"/>
                    <a:pt x="952627" y="39702"/>
                  </a:cubicBezTo>
                  <a:lnTo>
                    <a:pt x="1181553" y="39702"/>
                  </a:lnTo>
                  <a:lnTo>
                    <a:pt x="1123398" y="222516"/>
                  </a:lnTo>
                  <a:lnTo>
                    <a:pt x="1201860" y="222516"/>
                  </a:lnTo>
                  <a:lnTo>
                    <a:pt x="1260015" y="39702"/>
                  </a:lnTo>
                  <a:lnTo>
                    <a:pt x="1363401" y="39702"/>
                  </a:lnTo>
                  <a:lnTo>
                    <a:pt x="1375401" y="923"/>
                  </a:lnTo>
                  <a:lnTo>
                    <a:pt x="959088" y="923"/>
                  </a:lnTo>
                  <a:close/>
                </a:path>
              </a:pathLst>
            </a:custGeom>
            <a:grpFill/>
            <a:ln w="9231" cap="flat">
              <a:noFill/>
              <a:prstDash val="solid"/>
              <a:miter/>
            </a:ln>
          </p:spPr>
          <p:txBody>
            <a:bodyPr rtlCol="0" anchor="ctr"/>
            <a:lstStyle/>
            <a:p>
              <a:endParaRPr lang="ja-JP" altLang="en-US" b="0" i="0">
                <a:latin typeface="Arial" panose="020B0604020202020204" pitchFamily="34" charset="0"/>
              </a:endParaRPr>
            </a:p>
          </p:txBody>
        </p:sp>
        <p:sp>
          <p:nvSpPr>
            <p:cNvPr id="15" name="フリーフォーム 14">
              <a:extLst>
                <a:ext uri="{FF2B5EF4-FFF2-40B4-BE49-F238E27FC236}">
                  <a16:creationId xmlns:a16="http://schemas.microsoft.com/office/drawing/2014/main" id="{0540C6E3-8DE6-3BCB-4FEB-66897AD74660}"/>
                </a:ext>
              </a:extLst>
            </p:cNvPr>
            <p:cNvSpPr/>
            <p:nvPr/>
          </p:nvSpPr>
          <p:spPr>
            <a:xfrm>
              <a:off x="2829470" y="-4814712"/>
              <a:ext cx="1275707" cy="79404"/>
            </a:xfrm>
            <a:custGeom>
              <a:avLst/>
              <a:gdLst>
                <a:gd name="connsiteX0" fmla="*/ 73847 w 1275707"/>
                <a:gd name="connsiteY0" fmla="*/ 33239 h 79404"/>
                <a:gd name="connsiteX1" fmla="*/ 36924 w 1275707"/>
                <a:gd name="connsiteY1" fmla="*/ 57245 h 79404"/>
                <a:gd name="connsiteX2" fmla="*/ 60924 w 1275707"/>
                <a:gd name="connsiteY2" fmla="*/ 67401 h 79404"/>
                <a:gd name="connsiteX3" fmla="*/ 57231 w 1275707"/>
                <a:gd name="connsiteY3" fmla="*/ 77557 h 79404"/>
                <a:gd name="connsiteX4" fmla="*/ 24923 w 1275707"/>
                <a:gd name="connsiteY4" fmla="*/ 58168 h 79404"/>
                <a:gd name="connsiteX5" fmla="*/ 36000 w 1275707"/>
                <a:gd name="connsiteY5" fmla="*/ 38779 h 79404"/>
                <a:gd name="connsiteX6" fmla="*/ 2769 w 1275707"/>
                <a:gd name="connsiteY6" fmla="*/ 46165 h 79404"/>
                <a:gd name="connsiteX7" fmla="*/ 0 w 1275707"/>
                <a:gd name="connsiteY7" fmla="*/ 33239 h 79404"/>
                <a:gd name="connsiteX8" fmla="*/ 20308 w 1275707"/>
                <a:gd name="connsiteY8" fmla="*/ 31392 h 79404"/>
                <a:gd name="connsiteX9" fmla="*/ 35077 w 1275707"/>
                <a:gd name="connsiteY9" fmla="*/ 18466 h 79404"/>
                <a:gd name="connsiteX10" fmla="*/ 38770 w 1275707"/>
                <a:gd name="connsiteY10" fmla="*/ 14773 h 79404"/>
                <a:gd name="connsiteX11" fmla="*/ 15693 w 1275707"/>
                <a:gd name="connsiteY11" fmla="*/ 16619 h 79404"/>
                <a:gd name="connsiteX12" fmla="*/ 14769 w 1275707"/>
                <a:gd name="connsiteY12" fmla="*/ 4617 h 79404"/>
                <a:gd name="connsiteX13" fmla="*/ 24000 w 1275707"/>
                <a:gd name="connsiteY13" fmla="*/ 4617 h 79404"/>
                <a:gd name="connsiteX14" fmla="*/ 50770 w 1275707"/>
                <a:gd name="connsiteY14" fmla="*/ 2770 h 79404"/>
                <a:gd name="connsiteX15" fmla="*/ 58155 w 1275707"/>
                <a:gd name="connsiteY15" fmla="*/ 923 h 79404"/>
                <a:gd name="connsiteX16" fmla="*/ 62770 w 1275707"/>
                <a:gd name="connsiteY16" fmla="*/ 7386 h 79404"/>
                <a:gd name="connsiteX17" fmla="*/ 36924 w 1275707"/>
                <a:gd name="connsiteY17" fmla="*/ 29546 h 79404"/>
                <a:gd name="connsiteX18" fmla="*/ 72924 w 1275707"/>
                <a:gd name="connsiteY18" fmla="*/ 23083 h 79404"/>
                <a:gd name="connsiteX19" fmla="*/ 73847 w 1275707"/>
                <a:gd name="connsiteY19" fmla="*/ 33239 h 79404"/>
                <a:gd name="connsiteX20" fmla="*/ 176310 w 1275707"/>
                <a:gd name="connsiteY20" fmla="*/ 64631 h 79404"/>
                <a:gd name="connsiteX21" fmla="*/ 201233 w 1275707"/>
                <a:gd name="connsiteY21" fmla="*/ 36932 h 79404"/>
                <a:gd name="connsiteX22" fmla="*/ 180002 w 1275707"/>
                <a:gd name="connsiteY22" fmla="*/ 14773 h 79404"/>
                <a:gd name="connsiteX23" fmla="*/ 156002 w 1275707"/>
                <a:gd name="connsiteY23" fmla="*/ 68324 h 79404"/>
                <a:gd name="connsiteX24" fmla="*/ 138463 w 1275707"/>
                <a:gd name="connsiteY24" fmla="*/ 42472 h 79404"/>
                <a:gd name="connsiteX25" fmla="*/ 178156 w 1275707"/>
                <a:gd name="connsiteY25" fmla="*/ 3693 h 79404"/>
                <a:gd name="connsiteX26" fmla="*/ 212310 w 1275707"/>
                <a:gd name="connsiteY26" fmla="*/ 36009 h 79404"/>
                <a:gd name="connsiteX27" fmla="*/ 202156 w 1275707"/>
                <a:gd name="connsiteY27" fmla="*/ 61861 h 79404"/>
                <a:gd name="connsiteX28" fmla="*/ 183695 w 1275707"/>
                <a:gd name="connsiteY28" fmla="*/ 73864 h 79404"/>
                <a:gd name="connsiteX29" fmla="*/ 176310 w 1275707"/>
                <a:gd name="connsiteY29" fmla="*/ 64631 h 79404"/>
                <a:gd name="connsiteX30" fmla="*/ 149540 w 1275707"/>
                <a:gd name="connsiteY30" fmla="*/ 42472 h 79404"/>
                <a:gd name="connsiteX31" fmla="*/ 156002 w 1275707"/>
                <a:gd name="connsiteY31" fmla="*/ 55398 h 79404"/>
                <a:gd name="connsiteX32" fmla="*/ 162463 w 1275707"/>
                <a:gd name="connsiteY32" fmla="*/ 46165 h 79404"/>
                <a:gd name="connsiteX33" fmla="*/ 168925 w 1275707"/>
                <a:gd name="connsiteY33" fmla="*/ 16619 h 79404"/>
                <a:gd name="connsiteX34" fmla="*/ 149540 w 1275707"/>
                <a:gd name="connsiteY34" fmla="*/ 42472 h 79404"/>
                <a:gd name="connsiteX35" fmla="*/ 307388 w 1275707"/>
                <a:gd name="connsiteY35" fmla="*/ 14773 h 79404"/>
                <a:gd name="connsiteX36" fmla="*/ 307388 w 1275707"/>
                <a:gd name="connsiteY36" fmla="*/ 0 h 79404"/>
                <a:gd name="connsiteX37" fmla="*/ 318465 w 1275707"/>
                <a:gd name="connsiteY37" fmla="*/ 0 h 79404"/>
                <a:gd name="connsiteX38" fmla="*/ 320312 w 1275707"/>
                <a:gd name="connsiteY38" fmla="*/ 923 h 79404"/>
                <a:gd name="connsiteX39" fmla="*/ 317542 w 1275707"/>
                <a:gd name="connsiteY39" fmla="*/ 2770 h 79404"/>
                <a:gd name="connsiteX40" fmla="*/ 317542 w 1275707"/>
                <a:gd name="connsiteY40" fmla="*/ 14773 h 79404"/>
                <a:gd name="connsiteX41" fmla="*/ 329542 w 1275707"/>
                <a:gd name="connsiteY41" fmla="*/ 14773 h 79404"/>
                <a:gd name="connsiteX42" fmla="*/ 324004 w 1275707"/>
                <a:gd name="connsiteY42" fmla="*/ 12003 h 79404"/>
                <a:gd name="connsiteX43" fmla="*/ 330466 w 1275707"/>
                <a:gd name="connsiteY43" fmla="*/ 923 h 79404"/>
                <a:gd name="connsiteX44" fmla="*/ 340619 w 1275707"/>
                <a:gd name="connsiteY44" fmla="*/ 4617 h 79404"/>
                <a:gd name="connsiteX45" fmla="*/ 341543 w 1275707"/>
                <a:gd name="connsiteY45" fmla="*/ 5540 h 79404"/>
                <a:gd name="connsiteX46" fmla="*/ 338773 w 1275707"/>
                <a:gd name="connsiteY46" fmla="*/ 6463 h 79404"/>
                <a:gd name="connsiteX47" fmla="*/ 334158 w 1275707"/>
                <a:gd name="connsiteY47" fmla="*/ 14773 h 79404"/>
                <a:gd name="connsiteX48" fmla="*/ 349850 w 1275707"/>
                <a:gd name="connsiteY48" fmla="*/ 14773 h 79404"/>
                <a:gd name="connsiteX49" fmla="*/ 349850 w 1275707"/>
                <a:gd name="connsiteY49" fmla="*/ 33239 h 79404"/>
                <a:gd name="connsiteX50" fmla="*/ 339696 w 1275707"/>
                <a:gd name="connsiteY50" fmla="*/ 33239 h 79404"/>
                <a:gd name="connsiteX51" fmla="*/ 339696 w 1275707"/>
                <a:gd name="connsiteY51" fmla="*/ 22159 h 79404"/>
                <a:gd name="connsiteX52" fmla="*/ 287080 w 1275707"/>
                <a:gd name="connsiteY52" fmla="*/ 22159 h 79404"/>
                <a:gd name="connsiteX53" fmla="*/ 287080 w 1275707"/>
                <a:gd name="connsiteY53" fmla="*/ 33239 h 79404"/>
                <a:gd name="connsiteX54" fmla="*/ 276926 w 1275707"/>
                <a:gd name="connsiteY54" fmla="*/ 33239 h 79404"/>
                <a:gd name="connsiteX55" fmla="*/ 276926 w 1275707"/>
                <a:gd name="connsiteY55" fmla="*/ 14773 h 79404"/>
                <a:gd name="connsiteX56" fmla="*/ 291696 w 1275707"/>
                <a:gd name="connsiteY56" fmla="*/ 14773 h 79404"/>
                <a:gd name="connsiteX57" fmla="*/ 286157 w 1275707"/>
                <a:gd name="connsiteY57" fmla="*/ 5540 h 79404"/>
                <a:gd name="connsiteX58" fmla="*/ 294465 w 1275707"/>
                <a:gd name="connsiteY58" fmla="*/ 923 h 79404"/>
                <a:gd name="connsiteX59" fmla="*/ 301850 w 1275707"/>
                <a:gd name="connsiteY59" fmla="*/ 12003 h 79404"/>
                <a:gd name="connsiteX60" fmla="*/ 297234 w 1275707"/>
                <a:gd name="connsiteY60" fmla="*/ 14773 h 79404"/>
                <a:gd name="connsiteX61" fmla="*/ 307388 w 1275707"/>
                <a:gd name="connsiteY61" fmla="*/ 14773 h 79404"/>
                <a:gd name="connsiteX62" fmla="*/ 318465 w 1275707"/>
                <a:gd name="connsiteY62" fmla="*/ 47088 h 79404"/>
                <a:gd name="connsiteX63" fmla="*/ 342466 w 1275707"/>
                <a:gd name="connsiteY63" fmla="*/ 47088 h 79404"/>
                <a:gd name="connsiteX64" fmla="*/ 342466 w 1275707"/>
                <a:gd name="connsiteY64" fmla="*/ 65554 h 79404"/>
                <a:gd name="connsiteX65" fmla="*/ 337850 w 1275707"/>
                <a:gd name="connsiteY65" fmla="*/ 72941 h 79404"/>
                <a:gd name="connsiteX66" fmla="*/ 325850 w 1275707"/>
                <a:gd name="connsiteY66" fmla="*/ 74787 h 79404"/>
                <a:gd name="connsiteX67" fmla="*/ 322158 w 1275707"/>
                <a:gd name="connsiteY67" fmla="*/ 64631 h 79404"/>
                <a:gd name="connsiteX68" fmla="*/ 327696 w 1275707"/>
                <a:gd name="connsiteY68" fmla="*/ 65554 h 79404"/>
                <a:gd name="connsiteX69" fmla="*/ 331389 w 1275707"/>
                <a:gd name="connsiteY69" fmla="*/ 56321 h 79404"/>
                <a:gd name="connsiteX70" fmla="*/ 318465 w 1275707"/>
                <a:gd name="connsiteY70" fmla="*/ 56321 h 79404"/>
                <a:gd name="connsiteX71" fmla="*/ 318465 w 1275707"/>
                <a:gd name="connsiteY71" fmla="*/ 78481 h 79404"/>
                <a:gd name="connsiteX72" fmla="*/ 308311 w 1275707"/>
                <a:gd name="connsiteY72" fmla="*/ 78481 h 79404"/>
                <a:gd name="connsiteX73" fmla="*/ 308311 w 1275707"/>
                <a:gd name="connsiteY73" fmla="*/ 55398 h 79404"/>
                <a:gd name="connsiteX74" fmla="*/ 295388 w 1275707"/>
                <a:gd name="connsiteY74" fmla="*/ 55398 h 79404"/>
                <a:gd name="connsiteX75" fmla="*/ 295388 w 1275707"/>
                <a:gd name="connsiteY75" fmla="*/ 72941 h 79404"/>
                <a:gd name="connsiteX76" fmla="*/ 285234 w 1275707"/>
                <a:gd name="connsiteY76" fmla="*/ 72941 h 79404"/>
                <a:gd name="connsiteX77" fmla="*/ 285234 w 1275707"/>
                <a:gd name="connsiteY77" fmla="*/ 47088 h 79404"/>
                <a:gd name="connsiteX78" fmla="*/ 308311 w 1275707"/>
                <a:gd name="connsiteY78" fmla="*/ 47088 h 79404"/>
                <a:gd name="connsiteX79" fmla="*/ 308311 w 1275707"/>
                <a:gd name="connsiteY79" fmla="*/ 43395 h 79404"/>
                <a:gd name="connsiteX80" fmla="*/ 291696 w 1275707"/>
                <a:gd name="connsiteY80" fmla="*/ 43395 h 79404"/>
                <a:gd name="connsiteX81" fmla="*/ 291696 w 1275707"/>
                <a:gd name="connsiteY81" fmla="*/ 24929 h 79404"/>
                <a:gd name="connsiteX82" fmla="*/ 335081 w 1275707"/>
                <a:gd name="connsiteY82" fmla="*/ 24929 h 79404"/>
                <a:gd name="connsiteX83" fmla="*/ 335081 w 1275707"/>
                <a:gd name="connsiteY83" fmla="*/ 43395 h 79404"/>
                <a:gd name="connsiteX84" fmla="*/ 318465 w 1275707"/>
                <a:gd name="connsiteY84" fmla="*/ 43395 h 79404"/>
                <a:gd name="connsiteX85" fmla="*/ 318465 w 1275707"/>
                <a:gd name="connsiteY85" fmla="*/ 47088 h 79404"/>
                <a:gd name="connsiteX86" fmla="*/ 300927 w 1275707"/>
                <a:gd name="connsiteY86" fmla="*/ 32316 h 79404"/>
                <a:gd name="connsiteX87" fmla="*/ 300927 w 1275707"/>
                <a:gd name="connsiteY87" fmla="*/ 37855 h 79404"/>
                <a:gd name="connsiteX88" fmla="*/ 324927 w 1275707"/>
                <a:gd name="connsiteY88" fmla="*/ 37855 h 79404"/>
                <a:gd name="connsiteX89" fmla="*/ 324927 w 1275707"/>
                <a:gd name="connsiteY89" fmla="*/ 32316 h 79404"/>
                <a:gd name="connsiteX90" fmla="*/ 300927 w 1275707"/>
                <a:gd name="connsiteY90" fmla="*/ 32316 h 79404"/>
                <a:gd name="connsiteX91" fmla="*/ 444005 w 1275707"/>
                <a:gd name="connsiteY91" fmla="*/ 14773 h 79404"/>
                <a:gd name="connsiteX92" fmla="*/ 444005 w 1275707"/>
                <a:gd name="connsiteY92" fmla="*/ 22159 h 79404"/>
                <a:gd name="connsiteX93" fmla="*/ 417236 w 1275707"/>
                <a:gd name="connsiteY93" fmla="*/ 22159 h 79404"/>
                <a:gd name="connsiteX94" fmla="*/ 417236 w 1275707"/>
                <a:gd name="connsiteY94" fmla="*/ 14773 h 79404"/>
                <a:gd name="connsiteX95" fmla="*/ 444005 w 1275707"/>
                <a:gd name="connsiteY95" fmla="*/ 14773 h 79404"/>
                <a:gd name="connsiteX96" fmla="*/ 428313 w 1275707"/>
                <a:gd name="connsiteY96" fmla="*/ 73864 h 79404"/>
                <a:gd name="connsiteX97" fmla="*/ 428313 w 1275707"/>
                <a:gd name="connsiteY97" fmla="*/ 77557 h 79404"/>
                <a:gd name="connsiteX98" fmla="*/ 419082 w 1275707"/>
                <a:gd name="connsiteY98" fmla="*/ 77557 h 79404"/>
                <a:gd name="connsiteX99" fmla="*/ 419082 w 1275707"/>
                <a:gd name="connsiteY99" fmla="*/ 47088 h 79404"/>
                <a:gd name="connsiteX100" fmla="*/ 443082 w 1275707"/>
                <a:gd name="connsiteY100" fmla="*/ 47088 h 79404"/>
                <a:gd name="connsiteX101" fmla="*/ 443082 w 1275707"/>
                <a:gd name="connsiteY101" fmla="*/ 76634 h 79404"/>
                <a:gd name="connsiteX102" fmla="*/ 434774 w 1275707"/>
                <a:gd name="connsiteY102" fmla="*/ 76634 h 79404"/>
                <a:gd name="connsiteX103" fmla="*/ 434774 w 1275707"/>
                <a:gd name="connsiteY103" fmla="*/ 73864 h 79404"/>
                <a:gd name="connsiteX104" fmla="*/ 428313 w 1275707"/>
                <a:gd name="connsiteY104" fmla="*/ 73864 h 79404"/>
                <a:gd name="connsiteX105" fmla="*/ 441236 w 1275707"/>
                <a:gd name="connsiteY105" fmla="*/ 3693 h 79404"/>
                <a:gd name="connsiteX106" fmla="*/ 441236 w 1275707"/>
                <a:gd name="connsiteY106" fmla="*/ 11080 h 79404"/>
                <a:gd name="connsiteX107" fmla="*/ 420928 w 1275707"/>
                <a:gd name="connsiteY107" fmla="*/ 11080 h 79404"/>
                <a:gd name="connsiteX108" fmla="*/ 420928 w 1275707"/>
                <a:gd name="connsiteY108" fmla="*/ 3693 h 79404"/>
                <a:gd name="connsiteX109" fmla="*/ 441236 w 1275707"/>
                <a:gd name="connsiteY109" fmla="*/ 3693 h 79404"/>
                <a:gd name="connsiteX110" fmla="*/ 441236 w 1275707"/>
                <a:gd name="connsiteY110" fmla="*/ 25852 h 79404"/>
                <a:gd name="connsiteX111" fmla="*/ 441236 w 1275707"/>
                <a:gd name="connsiteY111" fmla="*/ 33239 h 79404"/>
                <a:gd name="connsiteX112" fmla="*/ 420928 w 1275707"/>
                <a:gd name="connsiteY112" fmla="*/ 33239 h 79404"/>
                <a:gd name="connsiteX113" fmla="*/ 420928 w 1275707"/>
                <a:gd name="connsiteY113" fmla="*/ 25852 h 79404"/>
                <a:gd name="connsiteX114" fmla="*/ 441236 w 1275707"/>
                <a:gd name="connsiteY114" fmla="*/ 25852 h 79404"/>
                <a:gd name="connsiteX115" fmla="*/ 441236 w 1275707"/>
                <a:gd name="connsiteY115" fmla="*/ 36932 h 79404"/>
                <a:gd name="connsiteX116" fmla="*/ 441236 w 1275707"/>
                <a:gd name="connsiteY116" fmla="*/ 44319 h 79404"/>
                <a:gd name="connsiteX117" fmla="*/ 420928 w 1275707"/>
                <a:gd name="connsiteY117" fmla="*/ 44319 h 79404"/>
                <a:gd name="connsiteX118" fmla="*/ 420928 w 1275707"/>
                <a:gd name="connsiteY118" fmla="*/ 36932 h 79404"/>
                <a:gd name="connsiteX119" fmla="*/ 441236 w 1275707"/>
                <a:gd name="connsiteY119" fmla="*/ 36932 h 79404"/>
                <a:gd name="connsiteX120" fmla="*/ 435698 w 1275707"/>
                <a:gd name="connsiteY120" fmla="*/ 65554 h 79404"/>
                <a:gd name="connsiteX121" fmla="*/ 435698 w 1275707"/>
                <a:gd name="connsiteY121" fmla="*/ 56321 h 79404"/>
                <a:gd name="connsiteX122" fmla="*/ 428313 w 1275707"/>
                <a:gd name="connsiteY122" fmla="*/ 56321 h 79404"/>
                <a:gd name="connsiteX123" fmla="*/ 428313 w 1275707"/>
                <a:gd name="connsiteY123" fmla="*/ 65554 h 79404"/>
                <a:gd name="connsiteX124" fmla="*/ 435698 w 1275707"/>
                <a:gd name="connsiteY124" fmla="*/ 65554 h 79404"/>
                <a:gd name="connsiteX125" fmla="*/ 493852 w 1275707"/>
                <a:gd name="connsiteY125" fmla="*/ 43395 h 79404"/>
                <a:gd name="connsiteX126" fmla="*/ 493852 w 1275707"/>
                <a:gd name="connsiteY126" fmla="*/ 43395 h 79404"/>
                <a:gd name="connsiteX127" fmla="*/ 492006 w 1275707"/>
                <a:gd name="connsiteY127" fmla="*/ 45242 h 79404"/>
                <a:gd name="connsiteX128" fmla="*/ 485544 w 1275707"/>
                <a:gd name="connsiteY128" fmla="*/ 57245 h 79404"/>
                <a:gd name="connsiteX129" fmla="*/ 488314 w 1275707"/>
                <a:gd name="connsiteY129" fmla="*/ 62785 h 79404"/>
                <a:gd name="connsiteX130" fmla="*/ 490160 w 1275707"/>
                <a:gd name="connsiteY130" fmla="*/ 55398 h 79404"/>
                <a:gd name="connsiteX131" fmla="*/ 496621 w 1275707"/>
                <a:gd name="connsiteY131" fmla="*/ 61861 h 79404"/>
                <a:gd name="connsiteX132" fmla="*/ 488314 w 1275707"/>
                <a:gd name="connsiteY132" fmla="*/ 77557 h 79404"/>
                <a:gd name="connsiteX133" fmla="*/ 479083 w 1275707"/>
                <a:gd name="connsiteY133" fmla="*/ 66478 h 79404"/>
                <a:gd name="connsiteX134" fmla="*/ 466159 w 1275707"/>
                <a:gd name="connsiteY134" fmla="*/ 79404 h 79404"/>
                <a:gd name="connsiteX135" fmla="*/ 459698 w 1275707"/>
                <a:gd name="connsiteY135" fmla="*/ 72941 h 79404"/>
                <a:gd name="connsiteX136" fmla="*/ 465236 w 1275707"/>
                <a:gd name="connsiteY136" fmla="*/ 68324 h 79404"/>
                <a:gd name="connsiteX137" fmla="*/ 453236 w 1275707"/>
                <a:gd name="connsiteY137" fmla="*/ 68324 h 79404"/>
                <a:gd name="connsiteX138" fmla="*/ 453236 w 1275707"/>
                <a:gd name="connsiteY138" fmla="*/ 74787 h 79404"/>
                <a:gd name="connsiteX139" fmla="*/ 444928 w 1275707"/>
                <a:gd name="connsiteY139" fmla="*/ 74787 h 79404"/>
                <a:gd name="connsiteX140" fmla="*/ 444928 w 1275707"/>
                <a:gd name="connsiteY140" fmla="*/ 39702 h 79404"/>
                <a:gd name="connsiteX141" fmla="*/ 468929 w 1275707"/>
                <a:gd name="connsiteY141" fmla="*/ 39702 h 79404"/>
                <a:gd name="connsiteX142" fmla="*/ 468929 w 1275707"/>
                <a:gd name="connsiteY142" fmla="*/ 63708 h 79404"/>
                <a:gd name="connsiteX143" fmla="*/ 475390 w 1275707"/>
                <a:gd name="connsiteY143" fmla="*/ 56321 h 79404"/>
                <a:gd name="connsiteX144" fmla="*/ 472621 w 1275707"/>
                <a:gd name="connsiteY144" fmla="*/ 36932 h 79404"/>
                <a:gd name="connsiteX145" fmla="*/ 443082 w 1275707"/>
                <a:gd name="connsiteY145" fmla="*/ 36932 h 79404"/>
                <a:gd name="connsiteX146" fmla="*/ 443082 w 1275707"/>
                <a:gd name="connsiteY146" fmla="*/ 28622 h 79404"/>
                <a:gd name="connsiteX147" fmla="*/ 448621 w 1275707"/>
                <a:gd name="connsiteY147" fmla="*/ 28622 h 79404"/>
                <a:gd name="connsiteX148" fmla="*/ 445851 w 1275707"/>
                <a:gd name="connsiteY148" fmla="*/ 19389 h 79404"/>
                <a:gd name="connsiteX149" fmla="*/ 451390 w 1275707"/>
                <a:gd name="connsiteY149" fmla="*/ 16619 h 79404"/>
                <a:gd name="connsiteX150" fmla="*/ 444005 w 1275707"/>
                <a:gd name="connsiteY150" fmla="*/ 16619 h 79404"/>
                <a:gd name="connsiteX151" fmla="*/ 444005 w 1275707"/>
                <a:gd name="connsiteY151" fmla="*/ 9233 h 79404"/>
                <a:gd name="connsiteX152" fmla="*/ 452313 w 1275707"/>
                <a:gd name="connsiteY152" fmla="*/ 9233 h 79404"/>
                <a:gd name="connsiteX153" fmla="*/ 452313 w 1275707"/>
                <a:gd name="connsiteY153" fmla="*/ 923 h 79404"/>
                <a:gd name="connsiteX154" fmla="*/ 462467 w 1275707"/>
                <a:gd name="connsiteY154" fmla="*/ 923 h 79404"/>
                <a:gd name="connsiteX155" fmla="*/ 464313 w 1275707"/>
                <a:gd name="connsiteY155" fmla="*/ 1847 h 79404"/>
                <a:gd name="connsiteX156" fmla="*/ 462467 w 1275707"/>
                <a:gd name="connsiteY156" fmla="*/ 3693 h 79404"/>
                <a:gd name="connsiteX157" fmla="*/ 462467 w 1275707"/>
                <a:gd name="connsiteY157" fmla="*/ 9233 h 79404"/>
                <a:gd name="connsiteX158" fmla="*/ 470775 w 1275707"/>
                <a:gd name="connsiteY158" fmla="*/ 9233 h 79404"/>
                <a:gd name="connsiteX159" fmla="*/ 470775 w 1275707"/>
                <a:gd name="connsiteY159" fmla="*/ 17543 h 79404"/>
                <a:gd name="connsiteX160" fmla="*/ 463390 w 1275707"/>
                <a:gd name="connsiteY160" fmla="*/ 17543 h 79404"/>
                <a:gd name="connsiteX161" fmla="*/ 468929 w 1275707"/>
                <a:gd name="connsiteY161" fmla="*/ 19389 h 79404"/>
                <a:gd name="connsiteX162" fmla="*/ 469852 w 1275707"/>
                <a:gd name="connsiteY162" fmla="*/ 20313 h 79404"/>
                <a:gd name="connsiteX163" fmla="*/ 468006 w 1275707"/>
                <a:gd name="connsiteY163" fmla="*/ 21236 h 79404"/>
                <a:gd name="connsiteX164" fmla="*/ 465236 w 1275707"/>
                <a:gd name="connsiteY164" fmla="*/ 28622 h 79404"/>
                <a:gd name="connsiteX165" fmla="*/ 471698 w 1275707"/>
                <a:gd name="connsiteY165" fmla="*/ 28622 h 79404"/>
                <a:gd name="connsiteX166" fmla="*/ 471698 w 1275707"/>
                <a:gd name="connsiteY166" fmla="*/ 0 h 79404"/>
                <a:gd name="connsiteX167" fmla="*/ 480929 w 1275707"/>
                <a:gd name="connsiteY167" fmla="*/ 0 h 79404"/>
                <a:gd name="connsiteX168" fmla="*/ 482775 w 1275707"/>
                <a:gd name="connsiteY168" fmla="*/ 923 h 79404"/>
                <a:gd name="connsiteX169" fmla="*/ 480929 w 1275707"/>
                <a:gd name="connsiteY169" fmla="*/ 2770 h 79404"/>
                <a:gd name="connsiteX170" fmla="*/ 480929 w 1275707"/>
                <a:gd name="connsiteY170" fmla="*/ 28622 h 79404"/>
                <a:gd name="connsiteX171" fmla="*/ 494775 w 1275707"/>
                <a:gd name="connsiteY171" fmla="*/ 28622 h 79404"/>
                <a:gd name="connsiteX172" fmla="*/ 494775 w 1275707"/>
                <a:gd name="connsiteY172" fmla="*/ 36932 h 79404"/>
                <a:gd name="connsiteX173" fmla="*/ 481852 w 1275707"/>
                <a:gd name="connsiteY173" fmla="*/ 36932 h 79404"/>
                <a:gd name="connsiteX174" fmla="*/ 482775 w 1275707"/>
                <a:gd name="connsiteY174" fmla="*/ 45242 h 79404"/>
                <a:gd name="connsiteX175" fmla="*/ 485544 w 1275707"/>
                <a:gd name="connsiteY175" fmla="*/ 37855 h 79404"/>
                <a:gd name="connsiteX176" fmla="*/ 493852 w 1275707"/>
                <a:gd name="connsiteY176" fmla="*/ 43395 h 79404"/>
                <a:gd name="connsiteX177" fmla="*/ 452313 w 1275707"/>
                <a:gd name="connsiteY177" fmla="*/ 17543 h 79404"/>
                <a:gd name="connsiteX178" fmla="*/ 456005 w 1275707"/>
                <a:gd name="connsiteY178" fmla="*/ 27699 h 79404"/>
                <a:gd name="connsiteX179" fmla="*/ 451390 w 1275707"/>
                <a:gd name="connsiteY179" fmla="*/ 28622 h 79404"/>
                <a:gd name="connsiteX180" fmla="*/ 458775 w 1275707"/>
                <a:gd name="connsiteY180" fmla="*/ 28622 h 79404"/>
                <a:gd name="connsiteX181" fmla="*/ 462467 w 1275707"/>
                <a:gd name="connsiteY181" fmla="*/ 16619 h 79404"/>
                <a:gd name="connsiteX182" fmla="*/ 452313 w 1275707"/>
                <a:gd name="connsiteY182" fmla="*/ 17543 h 79404"/>
                <a:gd name="connsiteX183" fmla="*/ 452313 w 1275707"/>
                <a:gd name="connsiteY183" fmla="*/ 17543 h 79404"/>
                <a:gd name="connsiteX184" fmla="*/ 461544 w 1275707"/>
                <a:gd name="connsiteY184" fmla="*/ 50782 h 79404"/>
                <a:gd name="connsiteX185" fmla="*/ 461544 w 1275707"/>
                <a:gd name="connsiteY185" fmla="*/ 46165 h 79404"/>
                <a:gd name="connsiteX186" fmla="*/ 454159 w 1275707"/>
                <a:gd name="connsiteY186" fmla="*/ 46165 h 79404"/>
                <a:gd name="connsiteX187" fmla="*/ 454159 w 1275707"/>
                <a:gd name="connsiteY187" fmla="*/ 50782 h 79404"/>
                <a:gd name="connsiteX188" fmla="*/ 461544 w 1275707"/>
                <a:gd name="connsiteY188" fmla="*/ 50782 h 79404"/>
                <a:gd name="connsiteX189" fmla="*/ 454159 w 1275707"/>
                <a:gd name="connsiteY189" fmla="*/ 56321 h 79404"/>
                <a:gd name="connsiteX190" fmla="*/ 454159 w 1275707"/>
                <a:gd name="connsiteY190" fmla="*/ 60938 h 79404"/>
                <a:gd name="connsiteX191" fmla="*/ 461544 w 1275707"/>
                <a:gd name="connsiteY191" fmla="*/ 60938 h 79404"/>
                <a:gd name="connsiteX192" fmla="*/ 461544 w 1275707"/>
                <a:gd name="connsiteY192" fmla="*/ 56321 h 79404"/>
                <a:gd name="connsiteX193" fmla="*/ 454159 w 1275707"/>
                <a:gd name="connsiteY193" fmla="*/ 56321 h 79404"/>
                <a:gd name="connsiteX194" fmla="*/ 489237 w 1275707"/>
                <a:gd name="connsiteY194" fmla="*/ 6463 h 79404"/>
                <a:gd name="connsiteX195" fmla="*/ 494775 w 1275707"/>
                <a:gd name="connsiteY195" fmla="*/ 21236 h 79404"/>
                <a:gd name="connsiteX196" fmla="*/ 486467 w 1275707"/>
                <a:gd name="connsiteY196" fmla="*/ 24006 h 79404"/>
                <a:gd name="connsiteX197" fmla="*/ 481852 w 1275707"/>
                <a:gd name="connsiteY197" fmla="*/ 10156 h 79404"/>
                <a:gd name="connsiteX198" fmla="*/ 489237 w 1275707"/>
                <a:gd name="connsiteY198" fmla="*/ 6463 h 79404"/>
                <a:gd name="connsiteX199" fmla="*/ 534468 w 1275707"/>
                <a:gd name="connsiteY199" fmla="*/ 53552 h 79404"/>
                <a:gd name="connsiteX200" fmla="*/ 552930 w 1275707"/>
                <a:gd name="connsiteY200" fmla="*/ 68324 h 79404"/>
                <a:gd name="connsiteX201" fmla="*/ 544622 w 1275707"/>
                <a:gd name="connsiteY201" fmla="*/ 76634 h 79404"/>
                <a:gd name="connsiteX202" fmla="*/ 528006 w 1275707"/>
                <a:gd name="connsiteY202" fmla="*/ 61861 h 79404"/>
                <a:gd name="connsiteX203" fmla="*/ 534468 w 1275707"/>
                <a:gd name="connsiteY203" fmla="*/ 53552 h 79404"/>
                <a:gd name="connsiteX204" fmla="*/ 633238 w 1275707"/>
                <a:gd name="connsiteY204" fmla="*/ 36932 h 79404"/>
                <a:gd name="connsiteX205" fmla="*/ 633238 w 1275707"/>
                <a:gd name="connsiteY205" fmla="*/ 36932 h 79404"/>
                <a:gd name="connsiteX206" fmla="*/ 631392 w 1275707"/>
                <a:gd name="connsiteY206" fmla="*/ 38779 h 79404"/>
                <a:gd name="connsiteX207" fmla="*/ 630469 w 1275707"/>
                <a:gd name="connsiteY207" fmla="*/ 39702 h 79404"/>
                <a:gd name="connsiteX208" fmla="*/ 655393 w 1275707"/>
                <a:gd name="connsiteY208" fmla="*/ 39702 h 79404"/>
                <a:gd name="connsiteX209" fmla="*/ 659085 w 1275707"/>
                <a:gd name="connsiteY209" fmla="*/ 44319 h 79404"/>
                <a:gd name="connsiteX210" fmla="*/ 644315 w 1275707"/>
                <a:gd name="connsiteY210" fmla="*/ 60938 h 79404"/>
                <a:gd name="connsiteX211" fmla="*/ 674777 w 1275707"/>
                <a:gd name="connsiteY211" fmla="*/ 67401 h 79404"/>
                <a:gd name="connsiteX212" fmla="*/ 668316 w 1275707"/>
                <a:gd name="connsiteY212" fmla="*/ 77557 h 79404"/>
                <a:gd name="connsiteX213" fmla="*/ 636008 w 1275707"/>
                <a:gd name="connsiteY213" fmla="*/ 66478 h 79404"/>
                <a:gd name="connsiteX214" fmla="*/ 604623 w 1275707"/>
                <a:gd name="connsiteY214" fmla="*/ 77557 h 79404"/>
                <a:gd name="connsiteX215" fmla="*/ 598161 w 1275707"/>
                <a:gd name="connsiteY215" fmla="*/ 68324 h 79404"/>
                <a:gd name="connsiteX216" fmla="*/ 627700 w 1275707"/>
                <a:gd name="connsiteY216" fmla="*/ 60015 h 79404"/>
                <a:gd name="connsiteX217" fmla="*/ 620315 w 1275707"/>
                <a:gd name="connsiteY217" fmla="*/ 50782 h 79404"/>
                <a:gd name="connsiteX218" fmla="*/ 605546 w 1275707"/>
                <a:gd name="connsiteY218" fmla="*/ 60938 h 79404"/>
                <a:gd name="connsiteX219" fmla="*/ 598161 w 1275707"/>
                <a:gd name="connsiteY219" fmla="*/ 53552 h 79404"/>
                <a:gd name="connsiteX220" fmla="*/ 624007 w 1275707"/>
                <a:gd name="connsiteY220" fmla="*/ 33239 h 79404"/>
                <a:gd name="connsiteX221" fmla="*/ 612930 w 1275707"/>
                <a:gd name="connsiteY221" fmla="*/ 38779 h 79404"/>
                <a:gd name="connsiteX222" fmla="*/ 605546 w 1275707"/>
                <a:gd name="connsiteY222" fmla="*/ 33239 h 79404"/>
                <a:gd name="connsiteX223" fmla="*/ 622161 w 1275707"/>
                <a:gd name="connsiteY223" fmla="*/ 15696 h 79404"/>
                <a:gd name="connsiteX224" fmla="*/ 609238 w 1275707"/>
                <a:gd name="connsiteY224" fmla="*/ 15696 h 79404"/>
                <a:gd name="connsiteX225" fmla="*/ 615700 w 1275707"/>
                <a:gd name="connsiteY225" fmla="*/ 20313 h 79404"/>
                <a:gd name="connsiteX226" fmla="*/ 616623 w 1275707"/>
                <a:gd name="connsiteY226" fmla="*/ 21236 h 79404"/>
                <a:gd name="connsiteX227" fmla="*/ 615700 w 1275707"/>
                <a:gd name="connsiteY227" fmla="*/ 22159 h 79404"/>
                <a:gd name="connsiteX228" fmla="*/ 613854 w 1275707"/>
                <a:gd name="connsiteY228" fmla="*/ 22159 h 79404"/>
                <a:gd name="connsiteX229" fmla="*/ 600930 w 1275707"/>
                <a:gd name="connsiteY229" fmla="*/ 34162 h 79404"/>
                <a:gd name="connsiteX230" fmla="*/ 593545 w 1275707"/>
                <a:gd name="connsiteY230" fmla="*/ 27699 h 79404"/>
                <a:gd name="connsiteX231" fmla="*/ 607392 w 1275707"/>
                <a:gd name="connsiteY231" fmla="*/ 15696 h 79404"/>
                <a:gd name="connsiteX232" fmla="*/ 595392 w 1275707"/>
                <a:gd name="connsiteY232" fmla="*/ 15696 h 79404"/>
                <a:gd name="connsiteX233" fmla="*/ 595392 w 1275707"/>
                <a:gd name="connsiteY233" fmla="*/ 7386 h 79404"/>
                <a:gd name="connsiteX234" fmla="*/ 628623 w 1275707"/>
                <a:gd name="connsiteY234" fmla="*/ 7386 h 79404"/>
                <a:gd name="connsiteX235" fmla="*/ 628623 w 1275707"/>
                <a:gd name="connsiteY235" fmla="*/ 0 h 79404"/>
                <a:gd name="connsiteX236" fmla="*/ 639700 w 1275707"/>
                <a:gd name="connsiteY236" fmla="*/ 0 h 79404"/>
                <a:gd name="connsiteX237" fmla="*/ 641546 w 1275707"/>
                <a:gd name="connsiteY237" fmla="*/ 923 h 79404"/>
                <a:gd name="connsiteX238" fmla="*/ 639700 w 1275707"/>
                <a:gd name="connsiteY238" fmla="*/ 2770 h 79404"/>
                <a:gd name="connsiteX239" fmla="*/ 639700 w 1275707"/>
                <a:gd name="connsiteY239" fmla="*/ 7386 h 79404"/>
                <a:gd name="connsiteX240" fmla="*/ 672931 w 1275707"/>
                <a:gd name="connsiteY240" fmla="*/ 7386 h 79404"/>
                <a:gd name="connsiteX241" fmla="*/ 672931 w 1275707"/>
                <a:gd name="connsiteY241" fmla="*/ 15696 h 79404"/>
                <a:gd name="connsiteX242" fmla="*/ 648931 w 1275707"/>
                <a:gd name="connsiteY242" fmla="*/ 15696 h 79404"/>
                <a:gd name="connsiteX243" fmla="*/ 648931 w 1275707"/>
                <a:gd name="connsiteY243" fmla="*/ 32316 h 79404"/>
                <a:gd name="connsiteX244" fmla="*/ 636008 w 1275707"/>
                <a:gd name="connsiteY244" fmla="*/ 39702 h 79404"/>
                <a:gd name="connsiteX245" fmla="*/ 631392 w 1275707"/>
                <a:gd name="connsiteY245" fmla="*/ 30469 h 79404"/>
                <a:gd name="connsiteX246" fmla="*/ 636931 w 1275707"/>
                <a:gd name="connsiteY246" fmla="*/ 31392 h 79404"/>
                <a:gd name="connsiteX247" fmla="*/ 639700 w 1275707"/>
                <a:gd name="connsiteY247" fmla="*/ 29546 h 79404"/>
                <a:gd name="connsiteX248" fmla="*/ 639700 w 1275707"/>
                <a:gd name="connsiteY248" fmla="*/ 15696 h 79404"/>
                <a:gd name="connsiteX249" fmla="*/ 632315 w 1275707"/>
                <a:gd name="connsiteY249" fmla="*/ 15696 h 79404"/>
                <a:gd name="connsiteX250" fmla="*/ 624931 w 1275707"/>
                <a:gd name="connsiteY250" fmla="*/ 34162 h 79404"/>
                <a:gd name="connsiteX251" fmla="*/ 633238 w 1275707"/>
                <a:gd name="connsiteY251" fmla="*/ 36932 h 79404"/>
                <a:gd name="connsiteX252" fmla="*/ 633238 w 1275707"/>
                <a:gd name="connsiteY252" fmla="*/ 36932 h 79404"/>
                <a:gd name="connsiteX253" fmla="*/ 627700 w 1275707"/>
                <a:gd name="connsiteY253" fmla="*/ 48935 h 79404"/>
                <a:gd name="connsiteX254" fmla="*/ 635084 w 1275707"/>
                <a:gd name="connsiteY254" fmla="*/ 56321 h 79404"/>
                <a:gd name="connsiteX255" fmla="*/ 642469 w 1275707"/>
                <a:gd name="connsiteY255" fmla="*/ 48935 h 79404"/>
                <a:gd name="connsiteX256" fmla="*/ 627700 w 1275707"/>
                <a:gd name="connsiteY256" fmla="*/ 48935 h 79404"/>
                <a:gd name="connsiteX257" fmla="*/ 658162 w 1275707"/>
                <a:gd name="connsiteY257" fmla="*/ 15696 h 79404"/>
                <a:gd name="connsiteX258" fmla="*/ 671085 w 1275707"/>
                <a:gd name="connsiteY258" fmla="*/ 29546 h 79404"/>
                <a:gd name="connsiteX259" fmla="*/ 662777 w 1275707"/>
                <a:gd name="connsiteY259" fmla="*/ 35085 h 79404"/>
                <a:gd name="connsiteX260" fmla="*/ 650777 w 1275707"/>
                <a:gd name="connsiteY260" fmla="*/ 21236 h 79404"/>
                <a:gd name="connsiteX261" fmla="*/ 658162 w 1275707"/>
                <a:gd name="connsiteY261" fmla="*/ 15696 h 79404"/>
                <a:gd name="connsiteX262" fmla="*/ 783702 w 1275707"/>
                <a:gd name="connsiteY262" fmla="*/ 24006 h 79404"/>
                <a:gd name="connsiteX263" fmla="*/ 764317 w 1275707"/>
                <a:gd name="connsiteY263" fmla="*/ 43395 h 79404"/>
                <a:gd name="connsiteX264" fmla="*/ 766163 w 1275707"/>
                <a:gd name="connsiteY264" fmla="*/ 43395 h 79404"/>
                <a:gd name="connsiteX265" fmla="*/ 772625 w 1275707"/>
                <a:gd name="connsiteY265" fmla="*/ 48935 h 79404"/>
                <a:gd name="connsiteX266" fmla="*/ 771701 w 1275707"/>
                <a:gd name="connsiteY266" fmla="*/ 60015 h 79404"/>
                <a:gd name="connsiteX267" fmla="*/ 778163 w 1275707"/>
                <a:gd name="connsiteY267" fmla="*/ 65554 h 79404"/>
                <a:gd name="connsiteX268" fmla="*/ 796625 w 1275707"/>
                <a:gd name="connsiteY268" fmla="*/ 62785 h 79404"/>
                <a:gd name="connsiteX269" fmla="*/ 796625 w 1275707"/>
                <a:gd name="connsiteY269" fmla="*/ 74787 h 79404"/>
                <a:gd name="connsiteX270" fmla="*/ 776317 w 1275707"/>
                <a:gd name="connsiteY270" fmla="*/ 76634 h 79404"/>
                <a:gd name="connsiteX271" fmla="*/ 759701 w 1275707"/>
                <a:gd name="connsiteY271" fmla="*/ 65554 h 79404"/>
                <a:gd name="connsiteX272" fmla="*/ 760624 w 1275707"/>
                <a:gd name="connsiteY272" fmla="*/ 57245 h 79404"/>
                <a:gd name="connsiteX273" fmla="*/ 757855 w 1275707"/>
                <a:gd name="connsiteY273" fmla="*/ 53552 h 79404"/>
                <a:gd name="connsiteX274" fmla="*/ 750470 w 1275707"/>
                <a:gd name="connsiteY274" fmla="*/ 59091 h 79404"/>
                <a:gd name="connsiteX275" fmla="*/ 733855 w 1275707"/>
                <a:gd name="connsiteY275" fmla="*/ 77557 h 79404"/>
                <a:gd name="connsiteX276" fmla="*/ 724624 w 1275707"/>
                <a:gd name="connsiteY276" fmla="*/ 69248 h 79404"/>
                <a:gd name="connsiteX277" fmla="*/ 760624 w 1275707"/>
                <a:gd name="connsiteY277" fmla="*/ 31392 h 79404"/>
                <a:gd name="connsiteX278" fmla="*/ 732932 w 1275707"/>
                <a:gd name="connsiteY278" fmla="*/ 36009 h 79404"/>
                <a:gd name="connsiteX279" fmla="*/ 731086 w 1275707"/>
                <a:gd name="connsiteY279" fmla="*/ 24929 h 79404"/>
                <a:gd name="connsiteX280" fmla="*/ 776317 w 1275707"/>
                <a:gd name="connsiteY280" fmla="*/ 17543 h 79404"/>
                <a:gd name="connsiteX281" fmla="*/ 783702 w 1275707"/>
                <a:gd name="connsiteY281" fmla="*/ 24006 h 79404"/>
                <a:gd name="connsiteX282" fmla="*/ 745855 w 1275707"/>
                <a:gd name="connsiteY282" fmla="*/ 1847 h 79404"/>
                <a:gd name="connsiteX283" fmla="*/ 768932 w 1275707"/>
                <a:gd name="connsiteY283" fmla="*/ 4617 h 79404"/>
                <a:gd name="connsiteX284" fmla="*/ 774471 w 1275707"/>
                <a:gd name="connsiteY284" fmla="*/ 4617 h 79404"/>
                <a:gd name="connsiteX285" fmla="*/ 773548 w 1275707"/>
                <a:gd name="connsiteY285" fmla="*/ 14773 h 79404"/>
                <a:gd name="connsiteX286" fmla="*/ 769855 w 1275707"/>
                <a:gd name="connsiteY286" fmla="*/ 14773 h 79404"/>
                <a:gd name="connsiteX287" fmla="*/ 744932 w 1275707"/>
                <a:gd name="connsiteY287" fmla="*/ 12003 h 79404"/>
                <a:gd name="connsiteX288" fmla="*/ 745855 w 1275707"/>
                <a:gd name="connsiteY288" fmla="*/ 1847 h 79404"/>
                <a:gd name="connsiteX289" fmla="*/ 921242 w 1275707"/>
                <a:gd name="connsiteY289" fmla="*/ 14773 h 79404"/>
                <a:gd name="connsiteX290" fmla="*/ 881549 w 1275707"/>
                <a:gd name="connsiteY290" fmla="*/ 47088 h 79404"/>
                <a:gd name="connsiteX291" fmla="*/ 906472 w 1275707"/>
                <a:gd name="connsiteY291" fmla="*/ 64631 h 79404"/>
                <a:gd name="connsiteX292" fmla="*/ 900934 w 1275707"/>
                <a:gd name="connsiteY292" fmla="*/ 77557 h 79404"/>
                <a:gd name="connsiteX293" fmla="*/ 870472 w 1275707"/>
                <a:gd name="connsiteY293" fmla="*/ 48012 h 79404"/>
                <a:gd name="connsiteX294" fmla="*/ 888011 w 1275707"/>
                <a:gd name="connsiteY294" fmla="*/ 18466 h 79404"/>
                <a:gd name="connsiteX295" fmla="*/ 850164 w 1275707"/>
                <a:gd name="connsiteY295" fmla="*/ 24006 h 79404"/>
                <a:gd name="connsiteX296" fmla="*/ 848318 w 1275707"/>
                <a:gd name="connsiteY296" fmla="*/ 10156 h 79404"/>
                <a:gd name="connsiteX297" fmla="*/ 853856 w 1275707"/>
                <a:gd name="connsiteY297" fmla="*/ 10156 h 79404"/>
                <a:gd name="connsiteX298" fmla="*/ 919396 w 1275707"/>
                <a:gd name="connsiteY298" fmla="*/ 1847 h 79404"/>
                <a:gd name="connsiteX299" fmla="*/ 921242 w 1275707"/>
                <a:gd name="connsiteY299" fmla="*/ 14773 h 79404"/>
                <a:gd name="connsiteX300" fmla="*/ 1034782 w 1275707"/>
                <a:gd name="connsiteY300" fmla="*/ 24929 h 79404"/>
                <a:gd name="connsiteX301" fmla="*/ 1034782 w 1275707"/>
                <a:gd name="connsiteY301" fmla="*/ 24929 h 79404"/>
                <a:gd name="connsiteX302" fmla="*/ 1033859 w 1275707"/>
                <a:gd name="connsiteY302" fmla="*/ 26776 h 79404"/>
                <a:gd name="connsiteX303" fmla="*/ 1030166 w 1275707"/>
                <a:gd name="connsiteY303" fmla="*/ 43395 h 79404"/>
                <a:gd name="connsiteX304" fmla="*/ 1043089 w 1275707"/>
                <a:gd name="connsiteY304" fmla="*/ 52628 h 79404"/>
                <a:gd name="connsiteX305" fmla="*/ 1036628 w 1275707"/>
                <a:gd name="connsiteY305" fmla="*/ 62785 h 79404"/>
                <a:gd name="connsiteX306" fmla="*/ 1026474 w 1275707"/>
                <a:gd name="connsiteY306" fmla="*/ 54475 h 79404"/>
                <a:gd name="connsiteX307" fmla="*/ 1007089 w 1275707"/>
                <a:gd name="connsiteY307" fmla="*/ 76634 h 79404"/>
                <a:gd name="connsiteX308" fmla="*/ 997858 w 1275707"/>
                <a:gd name="connsiteY308" fmla="*/ 69248 h 79404"/>
                <a:gd name="connsiteX309" fmla="*/ 1016320 w 1275707"/>
                <a:gd name="connsiteY309" fmla="*/ 48935 h 79404"/>
                <a:gd name="connsiteX310" fmla="*/ 998781 w 1275707"/>
                <a:gd name="connsiteY310" fmla="*/ 43395 h 79404"/>
                <a:gd name="connsiteX311" fmla="*/ 978473 w 1275707"/>
                <a:gd name="connsiteY311" fmla="*/ 69248 h 79404"/>
                <a:gd name="connsiteX312" fmla="*/ 966473 w 1275707"/>
                <a:gd name="connsiteY312" fmla="*/ 56321 h 79404"/>
                <a:gd name="connsiteX313" fmla="*/ 993243 w 1275707"/>
                <a:gd name="connsiteY313" fmla="*/ 33239 h 79404"/>
                <a:gd name="connsiteX314" fmla="*/ 999704 w 1275707"/>
                <a:gd name="connsiteY314" fmla="*/ 16619 h 79404"/>
                <a:gd name="connsiteX315" fmla="*/ 980319 w 1275707"/>
                <a:gd name="connsiteY315" fmla="*/ 20313 h 79404"/>
                <a:gd name="connsiteX316" fmla="*/ 977550 w 1275707"/>
                <a:gd name="connsiteY316" fmla="*/ 8310 h 79404"/>
                <a:gd name="connsiteX317" fmla="*/ 1008012 w 1275707"/>
                <a:gd name="connsiteY317" fmla="*/ 2770 h 79404"/>
                <a:gd name="connsiteX318" fmla="*/ 1015397 w 1275707"/>
                <a:gd name="connsiteY318" fmla="*/ 9233 h 79404"/>
                <a:gd name="connsiteX319" fmla="*/ 1002473 w 1275707"/>
                <a:gd name="connsiteY319" fmla="*/ 34162 h 79404"/>
                <a:gd name="connsiteX320" fmla="*/ 1019089 w 1275707"/>
                <a:gd name="connsiteY320" fmla="*/ 39702 h 79404"/>
                <a:gd name="connsiteX321" fmla="*/ 1021858 w 1275707"/>
                <a:gd name="connsiteY321" fmla="*/ 21236 h 79404"/>
                <a:gd name="connsiteX322" fmla="*/ 1034782 w 1275707"/>
                <a:gd name="connsiteY322" fmla="*/ 24929 h 79404"/>
                <a:gd name="connsiteX323" fmla="*/ 1034782 w 1275707"/>
                <a:gd name="connsiteY323" fmla="*/ 24929 h 79404"/>
                <a:gd name="connsiteX324" fmla="*/ 976627 w 1275707"/>
                <a:gd name="connsiteY324" fmla="*/ 55398 h 79404"/>
                <a:gd name="connsiteX325" fmla="*/ 978473 w 1275707"/>
                <a:gd name="connsiteY325" fmla="*/ 58168 h 79404"/>
                <a:gd name="connsiteX326" fmla="*/ 988627 w 1275707"/>
                <a:gd name="connsiteY326" fmla="*/ 42472 h 79404"/>
                <a:gd name="connsiteX327" fmla="*/ 976627 w 1275707"/>
                <a:gd name="connsiteY327" fmla="*/ 55398 h 79404"/>
                <a:gd name="connsiteX328" fmla="*/ 1146475 w 1275707"/>
                <a:gd name="connsiteY328" fmla="*/ 3693 h 79404"/>
                <a:gd name="connsiteX329" fmla="*/ 1148321 w 1275707"/>
                <a:gd name="connsiteY329" fmla="*/ 4617 h 79404"/>
                <a:gd name="connsiteX330" fmla="*/ 1146475 w 1275707"/>
                <a:gd name="connsiteY330" fmla="*/ 5540 h 79404"/>
                <a:gd name="connsiteX331" fmla="*/ 1146475 w 1275707"/>
                <a:gd name="connsiteY331" fmla="*/ 20313 h 79404"/>
                <a:gd name="connsiteX332" fmla="*/ 1163091 w 1275707"/>
                <a:gd name="connsiteY332" fmla="*/ 18466 h 79404"/>
                <a:gd name="connsiteX333" fmla="*/ 1163091 w 1275707"/>
                <a:gd name="connsiteY333" fmla="*/ 30469 h 79404"/>
                <a:gd name="connsiteX334" fmla="*/ 1159398 w 1275707"/>
                <a:gd name="connsiteY334" fmla="*/ 30469 h 79404"/>
                <a:gd name="connsiteX335" fmla="*/ 1147398 w 1275707"/>
                <a:gd name="connsiteY335" fmla="*/ 31392 h 79404"/>
                <a:gd name="connsiteX336" fmla="*/ 1128014 w 1275707"/>
                <a:gd name="connsiteY336" fmla="*/ 55398 h 79404"/>
                <a:gd name="connsiteX337" fmla="*/ 1125244 w 1275707"/>
                <a:gd name="connsiteY337" fmla="*/ 45242 h 79404"/>
                <a:gd name="connsiteX338" fmla="*/ 1130783 w 1275707"/>
                <a:gd name="connsiteY338" fmla="*/ 45242 h 79404"/>
                <a:gd name="connsiteX339" fmla="*/ 1137244 w 1275707"/>
                <a:gd name="connsiteY339" fmla="*/ 33239 h 79404"/>
                <a:gd name="connsiteX340" fmla="*/ 1117859 w 1275707"/>
                <a:gd name="connsiteY340" fmla="*/ 36932 h 79404"/>
                <a:gd name="connsiteX341" fmla="*/ 1118783 w 1275707"/>
                <a:gd name="connsiteY341" fmla="*/ 59091 h 79404"/>
                <a:gd name="connsiteX342" fmla="*/ 1131706 w 1275707"/>
                <a:gd name="connsiteY342" fmla="*/ 64631 h 79404"/>
                <a:gd name="connsiteX343" fmla="*/ 1158475 w 1275707"/>
                <a:gd name="connsiteY343" fmla="*/ 60938 h 79404"/>
                <a:gd name="connsiteX344" fmla="*/ 1156629 w 1275707"/>
                <a:gd name="connsiteY344" fmla="*/ 72941 h 79404"/>
                <a:gd name="connsiteX345" fmla="*/ 1128937 w 1275707"/>
                <a:gd name="connsiteY345" fmla="*/ 74787 h 79404"/>
                <a:gd name="connsiteX346" fmla="*/ 1107706 w 1275707"/>
                <a:gd name="connsiteY346" fmla="*/ 62785 h 79404"/>
                <a:gd name="connsiteX347" fmla="*/ 1106782 w 1275707"/>
                <a:gd name="connsiteY347" fmla="*/ 38779 h 79404"/>
                <a:gd name="connsiteX348" fmla="*/ 1090167 w 1275707"/>
                <a:gd name="connsiteY348" fmla="*/ 42472 h 79404"/>
                <a:gd name="connsiteX349" fmla="*/ 1089244 w 1275707"/>
                <a:gd name="connsiteY349" fmla="*/ 29546 h 79404"/>
                <a:gd name="connsiteX350" fmla="*/ 1106782 w 1275707"/>
                <a:gd name="connsiteY350" fmla="*/ 26776 h 79404"/>
                <a:gd name="connsiteX351" fmla="*/ 1105859 w 1275707"/>
                <a:gd name="connsiteY351" fmla="*/ 6463 h 79404"/>
                <a:gd name="connsiteX352" fmla="*/ 1117859 w 1275707"/>
                <a:gd name="connsiteY352" fmla="*/ 8310 h 79404"/>
                <a:gd name="connsiteX353" fmla="*/ 1119706 w 1275707"/>
                <a:gd name="connsiteY353" fmla="*/ 9233 h 79404"/>
                <a:gd name="connsiteX354" fmla="*/ 1117859 w 1275707"/>
                <a:gd name="connsiteY354" fmla="*/ 10156 h 79404"/>
                <a:gd name="connsiteX355" fmla="*/ 1116936 w 1275707"/>
                <a:gd name="connsiteY355" fmla="*/ 24006 h 79404"/>
                <a:gd name="connsiteX356" fmla="*/ 1135398 w 1275707"/>
                <a:gd name="connsiteY356" fmla="*/ 21236 h 79404"/>
                <a:gd name="connsiteX357" fmla="*/ 1133552 w 1275707"/>
                <a:gd name="connsiteY357" fmla="*/ 923 h 79404"/>
                <a:gd name="connsiteX358" fmla="*/ 1146475 w 1275707"/>
                <a:gd name="connsiteY358" fmla="*/ 3693 h 79404"/>
                <a:gd name="connsiteX359" fmla="*/ 1146475 w 1275707"/>
                <a:gd name="connsiteY359" fmla="*/ 3693 h 79404"/>
                <a:gd name="connsiteX360" fmla="*/ 1262784 w 1275707"/>
                <a:gd name="connsiteY360" fmla="*/ 10156 h 79404"/>
                <a:gd name="connsiteX361" fmla="*/ 1240630 w 1275707"/>
                <a:gd name="connsiteY361" fmla="*/ 30469 h 79404"/>
                <a:gd name="connsiteX362" fmla="*/ 1251707 w 1275707"/>
                <a:gd name="connsiteY362" fmla="*/ 28622 h 79404"/>
                <a:gd name="connsiteX363" fmla="*/ 1275708 w 1275707"/>
                <a:gd name="connsiteY363" fmla="*/ 50782 h 79404"/>
                <a:gd name="connsiteX364" fmla="*/ 1244322 w 1275707"/>
                <a:gd name="connsiteY364" fmla="*/ 76634 h 79404"/>
                <a:gd name="connsiteX365" fmla="*/ 1224015 w 1275707"/>
                <a:gd name="connsiteY365" fmla="*/ 62785 h 79404"/>
                <a:gd name="connsiteX366" fmla="*/ 1239707 w 1275707"/>
                <a:gd name="connsiteY366" fmla="*/ 49858 h 79404"/>
                <a:gd name="connsiteX367" fmla="*/ 1257246 w 1275707"/>
                <a:gd name="connsiteY367" fmla="*/ 62785 h 79404"/>
                <a:gd name="connsiteX368" fmla="*/ 1264631 w 1275707"/>
                <a:gd name="connsiteY368" fmla="*/ 50782 h 79404"/>
                <a:gd name="connsiteX369" fmla="*/ 1249861 w 1275707"/>
                <a:gd name="connsiteY369" fmla="*/ 37855 h 79404"/>
                <a:gd name="connsiteX370" fmla="*/ 1214784 w 1275707"/>
                <a:gd name="connsiteY370" fmla="*/ 59091 h 79404"/>
                <a:gd name="connsiteX371" fmla="*/ 1205553 w 1275707"/>
                <a:gd name="connsiteY371" fmla="*/ 50782 h 79404"/>
                <a:gd name="connsiteX372" fmla="*/ 1242476 w 1275707"/>
                <a:gd name="connsiteY372" fmla="*/ 15696 h 79404"/>
                <a:gd name="connsiteX373" fmla="*/ 1216630 w 1275707"/>
                <a:gd name="connsiteY373" fmla="*/ 18466 h 79404"/>
                <a:gd name="connsiteX374" fmla="*/ 1214784 w 1275707"/>
                <a:gd name="connsiteY374" fmla="*/ 7386 h 79404"/>
                <a:gd name="connsiteX375" fmla="*/ 1257246 w 1275707"/>
                <a:gd name="connsiteY375" fmla="*/ 1847 h 79404"/>
                <a:gd name="connsiteX376" fmla="*/ 1262784 w 1275707"/>
                <a:gd name="connsiteY376" fmla="*/ 10156 h 79404"/>
                <a:gd name="connsiteX377" fmla="*/ 1262784 w 1275707"/>
                <a:gd name="connsiteY377" fmla="*/ 10156 h 79404"/>
                <a:gd name="connsiteX378" fmla="*/ 1237861 w 1275707"/>
                <a:gd name="connsiteY378" fmla="*/ 59091 h 79404"/>
                <a:gd name="connsiteX379" fmla="*/ 1233245 w 1275707"/>
                <a:gd name="connsiteY379" fmla="*/ 62785 h 79404"/>
                <a:gd name="connsiteX380" fmla="*/ 1241553 w 1275707"/>
                <a:gd name="connsiteY380" fmla="*/ 68324 h 79404"/>
                <a:gd name="connsiteX381" fmla="*/ 1246169 w 1275707"/>
                <a:gd name="connsiteY381" fmla="*/ 67401 h 79404"/>
                <a:gd name="connsiteX382" fmla="*/ 1237861 w 1275707"/>
                <a:gd name="connsiteY382" fmla="*/ 59091 h 79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Lst>
              <a:rect l="l" t="t" r="r" b="b"/>
              <a:pathLst>
                <a:path w="1275707" h="79404">
                  <a:moveTo>
                    <a:pt x="73847" y="33239"/>
                  </a:moveTo>
                  <a:cubicBezTo>
                    <a:pt x="52616" y="33239"/>
                    <a:pt x="36924" y="45242"/>
                    <a:pt x="36924" y="57245"/>
                  </a:cubicBezTo>
                  <a:cubicBezTo>
                    <a:pt x="36924" y="62785"/>
                    <a:pt x="39693" y="67401"/>
                    <a:pt x="60924" y="67401"/>
                  </a:cubicBezTo>
                  <a:cubicBezTo>
                    <a:pt x="59078" y="72018"/>
                    <a:pt x="58155" y="74787"/>
                    <a:pt x="57231" y="77557"/>
                  </a:cubicBezTo>
                  <a:cubicBezTo>
                    <a:pt x="44308" y="76634"/>
                    <a:pt x="24923" y="75711"/>
                    <a:pt x="24923" y="58168"/>
                  </a:cubicBezTo>
                  <a:cubicBezTo>
                    <a:pt x="24923" y="48012"/>
                    <a:pt x="32308" y="41549"/>
                    <a:pt x="36000" y="38779"/>
                  </a:cubicBezTo>
                  <a:cubicBezTo>
                    <a:pt x="24000" y="39702"/>
                    <a:pt x="11077" y="43395"/>
                    <a:pt x="2769" y="46165"/>
                  </a:cubicBezTo>
                  <a:lnTo>
                    <a:pt x="0" y="33239"/>
                  </a:lnTo>
                  <a:cubicBezTo>
                    <a:pt x="3692" y="33239"/>
                    <a:pt x="9231" y="33239"/>
                    <a:pt x="20308" y="31392"/>
                  </a:cubicBezTo>
                  <a:cubicBezTo>
                    <a:pt x="23077" y="29546"/>
                    <a:pt x="28616" y="24006"/>
                    <a:pt x="35077" y="18466"/>
                  </a:cubicBezTo>
                  <a:lnTo>
                    <a:pt x="38770" y="14773"/>
                  </a:lnTo>
                  <a:cubicBezTo>
                    <a:pt x="23077" y="15696"/>
                    <a:pt x="20308" y="16619"/>
                    <a:pt x="15693" y="16619"/>
                  </a:cubicBezTo>
                  <a:lnTo>
                    <a:pt x="14769" y="4617"/>
                  </a:lnTo>
                  <a:lnTo>
                    <a:pt x="24000" y="4617"/>
                  </a:lnTo>
                  <a:cubicBezTo>
                    <a:pt x="29539" y="4617"/>
                    <a:pt x="40616" y="4617"/>
                    <a:pt x="50770" y="2770"/>
                  </a:cubicBezTo>
                  <a:cubicBezTo>
                    <a:pt x="53539" y="2770"/>
                    <a:pt x="55385" y="1847"/>
                    <a:pt x="58155" y="923"/>
                  </a:cubicBezTo>
                  <a:lnTo>
                    <a:pt x="62770" y="7386"/>
                  </a:lnTo>
                  <a:cubicBezTo>
                    <a:pt x="58155" y="12003"/>
                    <a:pt x="50770" y="17543"/>
                    <a:pt x="36924" y="29546"/>
                  </a:cubicBezTo>
                  <a:cubicBezTo>
                    <a:pt x="60924" y="25852"/>
                    <a:pt x="63693" y="24929"/>
                    <a:pt x="72924" y="23083"/>
                  </a:cubicBezTo>
                  <a:lnTo>
                    <a:pt x="73847" y="33239"/>
                  </a:lnTo>
                  <a:close/>
                  <a:moveTo>
                    <a:pt x="176310" y="64631"/>
                  </a:moveTo>
                  <a:cubicBezTo>
                    <a:pt x="195695" y="60938"/>
                    <a:pt x="201233" y="46165"/>
                    <a:pt x="201233" y="36932"/>
                  </a:cubicBezTo>
                  <a:cubicBezTo>
                    <a:pt x="201233" y="26776"/>
                    <a:pt x="194772" y="15696"/>
                    <a:pt x="180002" y="14773"/>
                  </a:cubicBezTo>
                  <a:cubicBezTo>
                    <a:pt x="177233" y="46165"/>
                    <a:pt x="165233" y="68324"/>
                    <a:pt x="156002" y="68324"/>
                  </a:cubicBezTo>
                  <a:cubicBezTo>
                    <a:pt x="149540" y="68324"/>
                    <a:pt x="138463" y="58168"/>
                    <a:pt x="138463" y="42472"/>
                  </a:cubicBezTo>
                  <a:cubicBezTo>
                    <a:pt x="138463" y="24929"/>
                    <a:pt x="155079" y="3693"/>
                    <a:pt x="178156" y="3693"/>
                  </a:cubicBezTo>
                  <a:cubicBezTo>
                    <a:pt x="195695" y="3693"/>
                    <a:pt x="212310" y="15696"/>
                    <a:pt x="212310" y="36009"/>
                  </a:cubicBezTo>
                  <a:cubicBezTo>
                    <a:pt x="212310" y="48935"/>
                    <a:pt x="206772" y="56321"/>
                    <a:pt x="202156" y="61861"/>
                  </a:cubicBezTo>
                  <a:cubicBezTo>
                    <a:pt x="196618" y="68324"/>
                    <a:pt x="189233" y="71094"/>
                    <a:pt x="183695" y="73864"/>
                  </a:cubicBezTo>
                  <a:cubicBezTo>
                    <a:pt x="180925" y="70171"/>
                    <a:pt x="180002" y="68324"/>
                    <a:pt x="176310" y="64631"/>
                  </a:cubicBezTo>
                  <a:close/>
                  <a:moveTo>
                    <a:pt x="149540" y="42472"/>
                  </a:moveTo>
                  <a:cubicBezTo>
                    <a:pt x="149540" y="49858"/>
                    <a:pt x="153233" y="55398"/>
                    <a:pt x="156002" y="55398"/>
                  </a:cubicBezTo>
                  <a:cubicBezTo>
                    <a:pt x="158771" y="55398"/>
                    <a:pt x="160617" y="49858"/>
                    <a:pt x="162463" y="46165"/>
                  </a:cubicBezTo>
                  <a:cubicBezTo>
                    <a:pt x="168002" y="31392"/>
                    <a:pt x="168925" y="21236"/>
                    <a:pt x="168925" y="16619"/>
                  </a:cubicBezTo>
                  <a:cubicBezTo>
                    <a:pt x="156925" y="21236"/>
                    <a:pt x="149540" y="34162"/>
                    <a:pt x="149540" y="42472"/>
                  </a:cubicBezTo>
                  <a:close/>
                  <a:moveTo>
                    <a:pt x="307388" y="14773"/>
                  </a:moveTo>
                  <a:lnTo>
                    <a:pt x="307388" y="0"/>
                  </a:lnTo>
                  <a:lnTo>
                    <a:pt x="318465" y="0"/>
                  </a:lnTo>
                  <a:cubicBezTo>
                    <a:pt x="319388" y="0"/>
                    <a:pt x="320312" y="0"/>
                    <a:pt x="320312" y="923"/>
                  </a:cubicBezTo>
                  <a:cubicBezTo>
                    <a:pt x="320312" y="1847"/>
                    <a:pt x="319388" y="1847"/>
                    <a:pt x="317542" y="2770"/>
                  </a:cubicBezTo>
                  <a:lnTo>
                    <a:pt x="317542" y="14773"/>
                  </a:lnTo>
                  <a:lnTo>
                    <a:pt x="329542" y="14773"/>
                  </a:lnTo>
                  <a:cubicBezTo>
                    <a:pt x="326773" y="13850"/>
                    <a:pt x="324927" y="12926"/>
                    <a:pt x="324004" y="12003"/>
                  </a:cubicBezTo>
                  <a:cubicBezTo>
                    <a:pt x="327696" y="8310"/>
                    <a:pt x="329542" y="2770"/>
                    <a:pt x="330466" y="923"/>
                  </a:cubicBezTo>
                  <a:lnTo>
                    <a:pt x="340619" y="4617"/>
                  </a:lnTo>
                  <a:cubicBezTo>
                    <a:pt x="341543" y="4617"/>
                    <a:pt x="341543" y="5540"/>
                    <a:pt x="341543" y="5540"/>
                  </a:cubicBezTo>
                  <a:cubicBezTo>
                    <a:pt x="341543" y="6463"/>
                    <a:pt x="340619" y="6463"/>
                    <a:pt x="338773" y="6463"/>
                  </a:cubicBezTo>
                  <a:cubicBezTo>
                    <a:pt x="337850" y="10156"/>
                    <a:pt x="335081" y="12926"/>
                    <a:pt x="334158" y="14773"/>
                  </a:cubicBezTo>
                  <a:lnTo>
                    <a:pt x="349850" y="14773"/>
                  </a:lnTo>
                  <a:lnTo>
                    <a:pt x="349850" y="33239"/>
                  </a:lnTo>
                  <a:lnTo>
                    <a:pt x="339696" y="33239"/>
                  </a:lnTo>
                  <a:lnTo>
                    <a:pt x="339696" y="22159"/>
                  </a:lnTo>
                  <a:lnTo>
                    <a:pt x="287080" y="22159"/>
                  </a:lnTo>
                  <a:lnTo>
                    <a:pt x="287080" y="33239"/>
                  </a:lnTo>
                  <a:lnTo>
                    <a:pt x="276926" y="33239"/>
                  </a:lnTo>
                  <a:lnTo>
                    <a:pt x="276926" y="14773"/>
                  </a:lnTo>
                  <a:lnTo>
                    <a:pt x="291696" y="14773"/>
                  </a:lnTo>
                  <a:cubicBezTo>
                    <a:pt x="288927" y="10156"/>
                    <a:pt x="288927" y="9233"/>
                    <a:pt x="286157" y="5540"/>
                  </a:cubicBezTo>
                  <a:lnTo>
                    <a:pt x="294465" y="923"/>
                  </a:lnTo>
                  <a:cubicBezTo>
                    <a:pt x="295388" y="1847"/>
                    <a:pt x="299081" y="6463"/>
                    <a:pt x="301850" y="12003"/>
                  </a:cubicBezTo>
                  <a:cubicBezTo>
                    <a:pt x="300927" y="12926"/>
                    <a:pt x="298157" y="14773"/>
                    <a:pt x="297234" y="14773"/>
                  </a:cubicBezTo>
                  <a:lnTo>
                    <a:pt x="307388" y="14773"/>
                  </a:lnTo>
                  <a:close/>
                  <a:moveTo>
                    <a:pt x="318465" y="47088"/>
                  </a:moveTo>
                  <a:lnTo>
                    <a:pt x="342466" y="47088"/>
                  </a:lnTo>
                  <a:lnTo>
                    <a:pt x="342466" y="65554"/>
                  </a:lnTo>
                  <a:cubicBezTo>
                    <a:pt x="342466" y="68324"/>
                    <a:pt x="342466" y="71094"/>
                    <a:pt x="337850" y="72941"/>
                  </a:cubicBezTo>
                  <a:cubicBezTo>
                    <a:pt x="336927" y="72941"/>
                    <a:pt x="333235" y="74787"/>
                    <a:pt x="325850" y="74787"/>
                  </a:cubicBezTo>
                  <a:cubicBezTo>
                    <a:pt x="325850" y="72018"/>
                    <a:pt x="324004" y="67401"/>
                    <a:pt x="322158" y="64631"/>
                  </a:cubicBezTo>
                  <a:cubicBezTo>
                    <a:pt x="323081" y="64631"/>
                    <a:pt x="326773" y="65554"/>
                    <a:pt x="327696" y="65554"/>
                  </a:cubicBezTo>
                  <a:cubicBezTo>
                    <a:pt x="331389" y="65554"/>
                    <a:pt x="331389" y="64631"/>
                    <a:pt x="331389" y="56321"/>
                  </a:cubicBezTo>
                  <a:lnTo>
                    <a:pt x="318465" y="56321"/>
                  </a:lnTo>
                  <a:lnTo>
                    <a:pt x="318465" y="78481"/>
                  </a:lnTo>
                  <a:lnTo>
                    <a:pt x="308311" y="78481"/>
                  </a:lnTo>
                  <a:lnTo>
                    <a:pt x="308311" y="55398"/>
                  </a:lnTo>
                  <a:lnTo>
                    <a:pt x="295388" y="55398"/>
                  </a:lnTo>
                  <a:lnTo>
                    <a:pt x="295388" y="72941"/>
                  </a:lnTo>
                  <a:lnTo>
                    <a:pt x="285234" y="72941"/>
                  </a:lnTo>
                  <a:lnTo>
                    <a:pt x="285234" y="47088"/>
                  </a:lnTo>
                  <a:lnTo>
                    <a:pt x="308311" y="47088"/>
                  </a:lnTo>
                  <a:lnTo>
                    <a:pt x="308311" y="43395"/>
                  </a:lnTo>
                  <a:lnTo>
                    <a:pt x="291696" y="43395"/>
                  </a:lnTo>
                  <a:lnTo>
                    <a:pt x="291696" y="24929"/>
                  </a:lnTo>
                  <a:lnTo>
                    <a:pt x="335081" y="24929"/>
                  </a:lnTo>
                  <a:lnTo>
                    <a:pt x="335081" y="43395"/>
                  </a:lnTo>
                  <a:lnTo>
                    <a:pt x="318465" y="43395"/>
                  </a:lnTo>
                  <a:lnTo>
                    <a:pt x="318465" y="47088"/>
                  </a:lnTo>
                  <a:close/>
                  <a:moveTo>
                    <a:pt x="300927" y="32316"/>
                  </a:moveTo>
                  <a:lnTo>
                    <a:pt x="300927" y="37855"/>
                  </a:lnTo>
                  <a:lnTo>
                    <a:pt x="324927" y="37855"/>
                  </a:lnTo>
                  <a:lnTo>
                    <a:pt x="324927" y="32316"/>
                  </a:lnTo>
                  <a:lnTo>
                    <a:pt x="300927" y="32316"/>
                  </a:lnTo>
                  <a:close/>
                  <a:moveTo>
                    <a:pt x="444005" y="14773"/>
                  </a:moveTo>
                  <a:lnTo>
                    <a:pt x="444005" y="22159"/>
                  </a:lnTo>
                  <a:lnTo>
                    <a:pt x="417236" y="22159"/>
                  </a:lnTo>
                  <a:lnTo>
                    <a:pt x="417236" y="14773"/>
                  </a:lnTo>
                  <a:lnTo>
                    <a:pt x="444005" y="14773"/>
                  </a:lnTo>
                  <a:close/>
                  <a:moveTo>
                    <a:pt x="428313" y="73864"/>
                  </a:moveTo>
                  <a:lnTo>
                    <a:pt x="428313" y="77557"/>
                  </a:lnTo>
                  <a:lnTo>
                    <a:pt x="419082" y="77557"/>
                  </a:lnTo>
                  <a:lnTo>
                    <a:pt x="419082" y="47088"/>
                  </a:lnTo>
                  <a:lnTo>
                    <a:pt x="443082" y="47088"/>
                  </a:lnTo>
                  <a:lnTo>
                    <a:pt x="443082" y="76634"/>
                  </a:lnTo>
                  <a:lnTo>
                    <a:pt x="434774" y="76634"/>
                  </a:lnTo>
                  <a:lnTo>
                    <a:pt x="434774" y="73864"/>
                  </a:lnTo>
                  <a:lnTo>
                    <a:pt x="428313" y="73864"/>
                  </a:lnTo>
                  <a:close/>
                  <a:moveTo>
                    <a:pt x="441236" y="3693"/>
                  </a:moveTo>
                  <a:lnTo>
                    <a:pt x="441236" y="11080"/>
                  </a:lnTo>
                  <a:lnTo>
                    <a:pt x="420928" y="11080"/>
                  </a:lnTo>
                  <a:lnTo>
                    <a:pt x="420928" y="3693"/>
                  </a:lnTo>
                  <a:lnTo>
                    <a:pt x="441236" y="3693"/>
                  </a:lnTo>
                  <a:close/>
                  <a:moveTo>
                    <a:pt x="441236" y="25852"/>
                  </a:moveTo>
                  <a:lnTo>
                    <a:pt x="441236" y="33239"/>
                  </a:lnTo>
                  <a:lnTo>
                    <a:pt x="420928" y="33239"/>
                  </a:lnTo>
                  <a:lnTo>
                    <a:pt x="420928" y="25852"/>
                  </a:lnTo>
                  <a:lnTo>
                    <a:pt x="441236" y="25852"/>
                  </a:lnTo>
                  <a:close/>
                  <a:moveTo>
                    <a:pt x="441236" y="36932"/>
                  </a:moveTo>
                  <a:lnTo>
                    <a:pt x="441236" y="44319"/>
                  </a:lnTo>
                  <a:lnTo>
                    <a:pt x="420928" y="44319"/>
                  </a:lnTo>
                  <a:lnTo>
                    <a:pt x="420928" y="36932"/>
                  </a:lnTo>
                  <a:lnTo>
                    <a:pt x="441236" y="36932"/>
                  </a:lnTo>
                  <a:close/>
                  <a:moveTo>
                    <a:pt x="435698" y="65554"/>
                  </a:moveTo>
                  <a:lnTo>
                    <a:pt x="435698" y="56321"/>
                  </a:lnTo>
                  <a:lnTo>
                    <a:pt x="428313" y="56321"/>
                  </a:lnTo>
                  <a:lnTo>
                    <a:pt x="428313" y="65554"/>
                  </a:lnTo>
                  <a:lnTo>
                    <a:pt x="435698" y="65554"/>
                  </a:lnTo>
                  <a:close/>
                  <a:moveTo>
                    <a:pt x="493852" y="43395"/>
                  </a:moveTo>
                  <a:lnTo>
                    <a:pt x="493852" y="43395"/>
                  </a:lnTo>
                  <a:cubicBezTo>
                    <a:pt x="494775" y="45242"/>
                    <a:pt x="493852" y="45242"/>
                    <a:pt x="492006" y="45242"/>
                  </a:cubicBezTo>
                  <a:cubicBezTo>
                    <a:pt x="488314" y="51705"/>
                    <a:pt x="486467" y="55398"/>
                    <a:pt x="485544" y="57245"/>
                  </a:cubicBezTo>
                  <a:cubicBezTo>
                    <a:pt x="485544" y="58168"/>
                    <a:pt x="487390" y="62785"/>
                    <a:pt x="488314" y="62785"/>
                  </a:cubicBezTo>
                  <a:cubicBezTo>
                    <a:pt x="489237" y="62785"/>
                    <a:pt x="490160" y="57245"/>
                    <a:pt x="490160" y="55398"/>
                  </a:cubicBezTo>
                  <a:cubicBezTo>
                    <a:pt x="492006" y="58168"/>
                    <a:pt x="492929" y="60015"/>
                    <a:pt x="496621" y="61861"/>
                  </a:cubicBezTo>
                  <a:cubicBezTo>
                    <a:pt x="494775" y="72018"/>
                    <a:pt x="492929" y="77557"/>
                    <a:pt x="488314" y="77557"/>
                  </a:cubicBezTo>
                  <a:cubicBezTo>
                    <a:pt x="484621" y="77557"/>
                    <a:pt x="480929" y="70171"/>
                    <a:pt x="479083" y="66478"/>
                  </a:cubicBezTo>
                  <a:cubicBezTo>
                    <a:pt x="474467" y="72018"/>
                    <a:pt x="470775" y="75711"/>
                    <a:pt x="466159" y="79404"/>
                  </a:cubicBezTo>
                  <a:cubicBezTo>
                    <a:pt x="464313" y="76634"/>
                    <a:pt x="462467" y="74787"/>
                    <a:pt x="459698" y="72941"/>
                  </a:cubicBezTo>
                  <a:cubicBezTo>
                    <a:pt x="462467" y="71094"/>
                    <a:pt x="463390" y="70171"/>
                    <a:pt x="465236" y="68324"/>
                  </a:cubicBezTo>
                  <a:lnTo>
                    <a:pt x="453236" y="68324"/>
                  </a:lnTo>
                  <a:lnTo>
                    <a:pt x="453236" y="74787"/>
                  </a:lnTo>
                  <a:lnTo>
                    <a:pt x="444928" y="74787"/>
                  </a:lnTo>
                  <a:lnTo>
                    <a:pt x="444928" y="39702"/>
                  </a:lnTo>
                  <a:lnTo>
                    <a:pt x="468929" y="39702"/>
                  </a:lnTo>
                  <a:lnTo>
                    <a:pt x="468929" y="63708"/>
                  </a:lnTo>
                  <a:cubicBezTo>
                    <a:pt x="472621" y="60015"/>
                    <a:pt x="474467" y="57245"/>
                    <a:pt x="475390" y="56321"/>
                  </a:cubicBezTo>
                  <a:cubicBezTo>
                    <a:pt x="474467" y="51705"/>
                    <a:pt x="473544" y="46165"/>
                    <a:pt x="472621" y="36932"/>
                  </a:cubicBezTo>
                  <a:lnTo>
                    <a:pt x="443082" y="36932"/>
                  </a:lnTo>
                  <a:lnTo>
                    <a:pt x="443082" y="28622"/>
                  </a:lnTo>
                  <a:lnTo>
                    <a:pt x="448621" y="28622"/>
                  </a:lnTo>
                  <a:cubicBezTo>
                    <a:pt x="448621" y="25852"/>
                    <a:pt x="446775" y="23083"/>
                    <a:pt x="445851" y="19389"/>
                  </a:cubicBezTo>
                  <a:lnTo>
                    <a:pt x="451390" y="16619"/>
                  </a:lnTo>
                  <a:lnTo>
                    <a:pt x="444005" y="16619"/>
                  </a:lnTo>
                  <a:lnTo>
                    <a:pt x="444005" y="9233"/>
                  </a:lnTo>
                  <a:lnTo>
                    <a:pt x="452313" y="9233"/>
                  </a:lnTo>
                  <a:lnTo>
                    <a:pt x="452313" y="923"/>
                  </a:lnTo>
                  <a:lnTo>
                    <a:pt x="462467" y="923"/>
                  </a:lnTo>
                  <a:cubicBezTo>
                    <a:pt x="463390" y="923"/>
                    <a:pt x="464313" y="923"/>
                    <a:pt x="464313" y="1847"/>
                  </a:cubicBezTo>
                  <a:cubicBezTo>
                    <a:pt x="464313" y="1847"/>
                    <a:pt x="464313" y="2770"/>
                    <a:pt x="462467" y="3693"/>
                  </a:cubicBezTo>
                  <a:lnTo>
                    <a:pt x="462467" y="9233"/>
                  </a:lnTo>
                  <a:lnTo>
                    <a:pt x="470775" y="9233"/>
                  </a:lnTo>
                  <a:lnTo>
                    <a:pt x="470775" y="17543"/>
                  </a:lnTo>
                  <a:lnTo>
                    <a:pt x="463390" y="17543"/>
                  </a:lnTo>
                  <a:lnTo>
                    <a:pt x="468929" y="19389"/>
                  </a:lnTo>
                  <a:cubicBezTo>
                    <a:pt x="468929" y="19389"/>
                    <a:pt x="469852" y="19389"/>
                    <a:pt x="469852" y="20313"/>
                  </a:cubicBezTo>
                  <a:cubicBezTo>
                    <a:pt x="469852" y="21236"/>
                    <a:pt x="468929" y="21236"/>
                    <a:pt x="468006" y="21236"/>
                  </a:cubicBezTo>
                  <a:cubicBezTo>
                    <a:pt x="467082" y="24006"/>
                    <a:pt x="465236" y="28622"/>
                    <a:pt x="465236" y="28622"/>
                  </a:cubicBezTo>
                  <a:lnTo>
                    <a:pt x="471698" y="28622"/>
                  </a:lnTo>
                  <a:lnTo>
                    <a:pt x="471698" y="0"/>
                  </a:lnTo>
                  <a:lnTo>
                    <a:pt x="480929" y="0"/>
                  </a:lnTo>
                  <a:cubicBezTo>
                    <a:pt x="481852" y="0"/>
                    <a:pt x="482775" y="0"/>
                    <a:pt x="482775" y="923"/>
                  </a:cubicBezTo>
                  <a:cubicBezTo>
                    <a:pt x="482775" y="1847"/>
                    <a:pt x="481852" y="1847"/>
                    <a:pt x="480929" y="2770"/>
                  </a:cubicBezTo>
                  <a:lnTo>
                    <a:pt x="480929" y="28622"/>
                  </a:lnTo>
                  <a:lnTo>
                    <a:pt x="494775" y="28622"/>
                  </a:lnTo>
                  <a:lnTo>
                    <a:pt x="494775" y="36932"/>
                  </a:lnTo>
                  <a:lnTo>
                    <a:pt x="481852" y="36932"/>
                  </a:lnTo>
                  <a:cubicBezTo>
                    <a:pt x="481852" y="38779"/>
                    <a:pt x="481852" y="41549"/>
                    <a:pt x="482775" y="45242"/>
                  </a:cubicBezTo>
                  <a:cubicBezTo>
                    <a:pt x="482775" y="43395"/>
                    <a:pt x="483698" y="42472"/>
                    <a:pt x="485544" y="37855"/>
                  </a:cubicBezTo>
                  <a:lnTo>
                    <a:pt x="493852" y="43395"/>
                  </a:lnTo>
                  <a:close/>
                  <a:moveTo>
                    <a:pt x="452313" y="17543"/>
                  </a:moveTo>
                  <a:cubicBezTo>
                    <a:pt x="454159" y="23083"/>
                    <a:pt x="455082" y="25852"/>
                    <a:pt x="456005" y="27699"/>
                  </a:cubicBezTo>
                  <a:lnTo>
                    <a:pt x="451390" y="28622"/>
                  </a:lnTo>
                  <a:lnTo>
                    <a:pt x="458775" y="28622"/>
                  </a:lnTo>
                  <a:cubicBezTo>
                    <a:pt x="459698" y="25852"/>
                    <a:pt x="461544" y="22159"/>
                    <a:pt x="462467" y="16619"/>
                  </a:cubicBezTo>
                  <a:lnTo>
                    <a:pt x="452313" y="17543"/>
                  </a:lnTo>
                  <a:lnTo>
                    <a:pt x="452313" y="17543"/>
                  </a:lnTo>
                  <a:close/>
                  <a:moveTo>
                    <a:pt x="461544" y="50782"/>
                  </a:moveTo>
                  <a:lnTo>
                    <a:pt x="461544" y="46165"/>
                  </a:lnTo>
                  <a:lnTo>
                    <a:pt x="454159" y="46165"/>
                  </a:lnTo>
                  <a:lnTo>
                    <a:pt x="454159" y="50782"/>
                  </a:lnTo>
                  <a:lnTo>
                    <a:pt x="461544" y="50782"/>
                  </a:lnTo>
                  <a:close/>
                  <a:moveTo>
                    <a:pt x="454159" y="56321"/>
                  </a:moveTo>
                  <a:lnTo>
                    <a:pt x="454159" y="60938"/>
                  </a:lnTo>
                  <a:lnTo>
                    <a:pt x="461544" y="60938"/>
                  </a:lnTo>
                  <a:lnTo>
                    <a:pt x="461544" y="56321"/>
                  </a:lnTo>
                  <a:lnTo>
                    <a:pt x="454159" y="56321"/>
                  </a:lnTo>
                  <a:close/>
                  <a:moveTo>
                    <a:pt x="489237" y="6463"/>
                  </a:moveTo>
                  <a:cubicBezTo>
                    <a:pt x="491083" y="11080"/>
                    <a:pt x="492929" y="14773"/>
                    <a:pt x="494775" y="21236"/>
                  </a:cubicBezTo>
                  <a:cubicBezTo>
                    <a:pt x="491083" y="22159"/>
                    <a:pt x="490160" y="22159"/>
                    <a:pt x="486467" y="24006"/>
                  </a:cubicBezTo>
                  <a:cubicBezTo>
                    <a:pt x="485544" y="21236"/>
                    <a:pt x="484621" y="14773"/>
                    <a:pt x="481852" y="10156"/>
                  </a:cubicBezTo>
                  <a:lnTo>
                    <a:pt x="489237" y="6463"/>
                  </a:lnTo>
                  <a:close/>
                  <a:moveTo>
                    <a:pt x="534468" y="53552"/>
                  </a:moveTo>
                  <a:cubicBezTo>
                    <a:pt x="542776" y="59091"/>
                    <a:pt x="550160" y="65554"/>
                    <a:pt x="552930" y="68324"/>
                  </a:cubicBezTo>
                  <a:lnTo>
                    <a:pt x="544622" y="76634"/>
                  </a:lnTo>
                  <a:cubicBezTo>
                    <a:pt x="540007" y="70171"/>
                    <a:pt x="534468" y="65554"/>
                    <a:pt x="528006" y="61861"/>
                  </a:cubicBezTo>
                  <a:lnTo>
                    <a:pt x="534468" y="53552"/>
                  </a:lnTo>
                  <a:close/>
                  <a:moveTo>
                    <a:pt x="633238" y="36932"/>
                  </a:moveTo>
                  <a:lnTo>
                    <a:pt x="633238" y="36932"/>
                  </a:lnTo>
                  <a:cubicBezTo>
                    <a:pt x="634161" y="38779"/>
                    <a:pt x="632315" y="38779"/>
                    <a:pt x="631392" y="38779"/>
                  </a:cubicBezTo>
                  <a:lnTo>
                    <a:pt x="630469" y="39702"/>
                  </a:lnTo>
                  <a:lnTo>
                    <a:pt x="655393" y="39702"/>
                  </a:lnTo>
                  <a:lnTo>
                    <a:pt x="659085" y="44319"/>
                  </a:lnTo>
                  <a:cubicBezTo>
                    <a:pt x="654469" y="51705"/>
                    <a:pt x="648931" y="56321"/>
                    <a:pt x="644315" y="60938"/>
                  </a:cubicBezTo>
                  <a:cubicBezTo>
                    <a:pt x="648008" y="62785"/>
                    <a:pt x="660931" y="68324"/>
                    <a:pt x="674777" y="67401"/>
                  </a:cubicBezTo>
                  <a:cubicBezTo>
                    <a:pt x="671085" y="71094"/>
                    <a:pt x="670162" y="72941"/>
                    <a:pt x="668316" y="77557"/>
                  </a:cubicBezTo>
                  <a:cubicBezTo>
                    <a:pt x="664623" y="77557"/>
                    <a:pt x="649854" y="75711"/>
                    <a:pt x="636008" y="66478"/>
                  </a:cubicBezTo>
                  <a:cubicBezTo>
                    <a:pt x="627700" y="71094"/>
                    <a:pt x="621238" y="73864"/>
                    <a:pt x="604623" y="77557"/>
                  </a:cubicBezTo>
                  <a:cubicBezTo>
                    <a:pt x="602776" y="73864"/>
                    <a:pt x="601853" y="72018"/>
                    <a:pt x="598161" y="68324"/>
                  </a:cubicBezTo>
                  <a:cubicBezTo>
                    <a:pt x="606469" y="68324"/>
                    <a:pt x="617546" y="65554"/>
                    <a:pt x="627700" y="60015"/>
                  </a:cubicBezTo>
                  <a:cubicBezTo>
                    <a:pt x="623084" y="56321"/>
                    <a:pt x="621238" y="52628"/>
                    <a:pt x="620315" y="50782"/>
                  </a:cubicBezTo>
                  <a:cubicBezTo>
                    <a:pt x="613854" y="56321"/>
                    <a:pt x="609238" y="59091"/>
                    <a:pt x="605546" y="60938"/>
                  </a:cubicBezTo>
                  <a:cubicBezTo>
                    <a:pt x="602776" y="57245"/>
                    <a:pt x="601853" y="56321"/>
                    <a:pt x="598161" y="53552"/>
                  </a:cubicBezTo>
                  <a:cubicBezTo>
                    <a:pt x="603700" y="50782"/>
                    <a:pt x="614777" y="47088"/>
                    <a:pt x="624007" y="33239"/>
                  </a:cubicBezTo>
                  <a:cubicBezTo>
                    <a:pt x="620315" y="36009"/>
                    <a:pt x="617546" y="37855"/>
                    <a:pt x="612930" y="38779"/>
                  </a:cubicBezTo>
                  <a:cubicBezTo>
                    <a:pt x="611084" y="39702"/>
                    <a:pt x="610161" y="37855"/>
                    <a:pt x="605546" y="33239"/>
                  </a:cubicBezTo>
                  <a:cubicBezTo>
                    <a:pt x="614777" y="30469"/>
                    <a:pt x="621238" y="27699"/>
                    <a:pt x="622161" y="15696"/>
                  </a:cubicBezTo>
                  <a:lnTo>
                    <a:pt x="609238" y="15696"/>
                  </a:lnTo>
                  <a:lnTo>
                    <a:pt x="615700" y="20313"/>
                  </a:lnTo>
                  <a:cubicBezTo>
                    <a:pt x="616623" y="20313"/>
                    <a:pt x="616623" y="21236"/>
                    <a:pt x="616623" y="21236"/>
                  </a:cubicBezTo>
                  <a:lnTo>
                    <a:pt x="615700" y="22159"/>
                  </a:lnTo>
                  <a:lnTo>
                    <a:pt x="613854" y="22159"/>
                  </a:lnTo>
                  <a:cubicBezTo>
                    <a:pt x="609238" y="27699"/>
                    <a:pt x="607392" y="29546"/>
                    <a:pt x="600930" y="34162"/>
                  </a:cubicBezTo>
                  <a:cubicBezTo>
                    <a:pt x="598161" y="30469"/>
                    <a:pt x="594469" y="28622"/>
                    <a:pt x="593545" y="27699"/>
                  </a:cubicBezTo>
                  <a:cubicBezTo>
                    <a:pt x="597238" y="25852"/>
                    <a:pt x="601853" y="22159"/>
                    <a:pt x="607392" y="15696"/>
                  </a:cubicBezTo>
                  <a:lnTo>
                    <a:pt x="595392" y="15696"/>
                  </a:lnTo>
                  <a:lnTo>
                    <a:pt x="595392" y="7386"/>
                  </a:lnTo>
                  <a:lnTo>
                    <a:pt x="628623" y="7386"/>
                  </a:lnTo>
                  <a:lnTo>
                    <a:pt x="628623" y="0"/>
                  </a:lnTo>
                  <a:lnTo>
                    <a:pt x="639700" y="0"/>
                  </a:lnTo>
                  <a:cubicBezTo>
                    <a:pt x="640623" y="0"/>
                    <a:pt x="641546" y="0"/>
                    <a:pt x="641546" y="923"/>
                  </a:cubicBezTo>
                  <a:cubicBezTo>
                    <a:pt x="641546" y="1847"/>
                    <a:pt x="640623" y="1847"/>
                    <a:pt x="639700" y="2770"/>
                  </a:cubicBezTo>
                  <a:lnTo>
                    <a:pt x="639700" y="7386"/>
                  </a:lnTo>
                  <a:lnTo>
                    <a:pt x="672931" y="7386"/>
                  </a:lnTo>
                  <a:lnTo>
                    <a:pt x="672931" y="15696"/>
                  </a:lnTo>
                  <a:lnTo>
                    <a:pt x="648931" y="15696"/>
                  </a:lnTo>
                  <a:lnTo>
                    <a:pt x="648931" y="32316"/>
                  </a:lnTo>
                  <a:cubicBezTo>
                    <a:pt x="648931" y="36009"/>
                    <a:pt x="648008" y="38779"/>
                    <a:pt x="636008" y="39702"/>
                  </a:cubicBezTo>
                  <a:cubicBezTo>
                    <a:pt x="635084" y="35085"/>
                    <a:pt x="632315" y="31392"/>
                    <a:pt x="631392" y="30469"/>
                  </a:cubicBezTo>
                  <a:cubicBezTo>
                    <a:pt x="633238" y="30469"/>
                    <a:pt x="635084" y="31392"/>
                    <a:pt x="636931" y="31392"/>
                  </a:cubicBezTo>
                  <a:cubicBezTo>
                    <a:pt x="637854" y="31392"/>
                    <a:pt x="639700" y="31392"/>
                    <a:pt x="639700" y="29546"/>
                  </a:cubicBezTo>
                  <a:lnTo>
                    <a:pt x="639700" y="15696"/>
                  </a:lnTo>
                  <a:lnTo>
                    <a:pt x="632315" y="15696"/>
                  </a:lnTo>
                  <a:cubicBezTo>
                    <a:pt x="632315" y="19389"/>
                    <a:pt x="631392" y="27699"/>
                    <a:pt x="624931" y="34162"/>
                  </a:cubicBezTo>
                  <a:lnTo>
                    <a:pt x="633238" y="36932"/>
                  </a:lnTo>
                  <a:lnTo>
                    <a:pt x="633238" y="36932"/>
                  </a:lnTo>
                  <a:close/>
                  <a:moveTo>
                    <a:pt x="627700" y="48935"/>
                  </a:moveTo>
                  <a:cubicBezTo>
                    <a:pt x="629546" y="50782"/>
                    <a:pt x="631392" y="53552"/>
                    <a:pt x="635084" y="56321"/>
                  </a:cubicBezTo>
                  <a:cubicBezTo>
                    <a:pt x="639700" y="52628"/>
                    <a:pt x="641546" y="50782"/>
                    <a:pt x="642469" y="48935"/>
                  </a:cubicBezTo>
                  <a:lnTo>
                    <a:pt x="627700" y="48935"/>
                  </a:lnTo>
                  <a:close/>
                  <a:moveTo>
                    <a:pt x="658162" y="15696"/>
                  </a:moveTo>
                  <a:cubicBezTo>
                    <a:pt x="662777" y="19389"/>
                    <a:pt x="666470" y="23083"/>
                    <a:pt x="671085" y="29546"/>
                  </a:cubicBezTo>
                  <a:cubicBezTo>
                    <a:pt x="670162" y="30469"/>
                    <a:pt x="667393" y="31392"/>
                    <a:pt x="662777" y="35085"/>
                  </a:cubicBezTo>
                  <a:cubicBezTo>
                    <a:pt x="658162" y="28622"/>
                    <a:pt x="655393" y="25852"/>
                    <a:pt x="650777" y="21236"/>
                  </a:cubicBezTo>
                  <a:lnTo>
                    <a:pt x="658162" y="15696"/>
                  </a:lnTo>
                  <a:close/>
                  <a:moveTo>
                    <a:pt x="783702" y="24006"/>
                  </a:moveTo>
                  <a:cubicBezTo>
                    <a:pt x="781856" y="25852"/>
                    <a:pt x="770778" y="35085"/>
                    <a:pt x="764317" y="43395"/>
                  </a:cubicBezTo>
                  <a:lnTo>
                    <a:pt x="766163" y="43395"/>
                  </a:lnTo>
                  <a:cubicBezTo>
                    <a:pt x="769855" y="43395"/>
                    <a:pt x="772625" y="46165"/>
                    <a:pt x="772625" y="48935"/>
                  </a:cubicBezTo>
                  <a:cubicBezTo>
                    <a:pt x="772625" y="50782"/>
                    <a:pt x="771701" y="59091"/>
                    <a:pt x="771701" y="60015"/>
                  </a:cubicBezTo>
                  <a:cubicBezTo>
                    <a:pt x="771701" y="64631"/>
                    <a:pt x="773548" y="65554"/>
                    <a:pt x="778163" y="65554"/>
                  </a:cubicBezTo>
                  <a:cubicBezTo>
                    <a:pt x="780009" y="65554"/>
                    <a:pt x="788317" y="65554"/>
                    <a:pt x="796625" y="62785"/>
                  </a:cubicBezTo>
                  <a:lnTo>
                    <a:pt x="796625" y="74787"/>
                  </a:lnTo>
                  <a:cubicBezTo>
                    <a:pt x="788317" y="76634"/>
                    <a:pt x="780009" y="76634"/>
                    <a:pt x="776317" y="76634"/>
                  </a:cubicBezTo>
                  <a:cubicBezTo>
                    <a:pt x="759701" y="76634"/>
                    <a:pt x="759701" y="69248"/>
                    <a:pt x="759701" y="65554"/>
                  </a:cubicBezTo>
                  <a:cubicBezTo>
                    <a:pt x="759701" y="63708"/>
                    <a:pt x="760624" y="58168"/>
                    <a:pt x="760624" y="57245"/>
                  </a:cubicBezTo>
                  <a:cubicBezTo>
                    <a:pt x="760624" y="56321"/>
                    <a:pt x="760624" y="53552"/>
                    <a:pt x="757855" y="53552"/>
                  </a:cubicBezTo>
                  <a:cubicBezTo>
                    <a:pt x="756009" y="53552"/>
                    <a:pt x="754163" y="55398"/>
                    <a:pt x="750470" y="59091"/>
                  </a:cubicBezTo>
                  <a:cubicBezTo>
                    <a:pt x="746778" y="62785"/>
                    <a:pt x="742163" y="68324"/>
                    <a:pt x="733855" y="77557"/>
                  </a:cubicBezTo>
                  <a:lnTo>
                    <a:pt x="724624" y="69248"/>
                  </a:lnTo>
                  <a:cubicBezTo>
                    <a:pt x="741240" y="54475"/>
                    <a:pt x="755086" y="37855"/>
                    <a:pt x="760624" y="31392"/>
                  </a:cubicBezTo>
                  <a:cubicBezTo>
                    <a:pt x="752317" y="34162"/>
                    <a:pt x="740317" y="36009"/>
                    <a:pt x="732932" y="36009"/>
                  </a:cubicBezTo>
                  <a:lnTo>
                    <a:pt x="731086" y="24929"/>
                  </a:lnTo>
                  <a:cubicBezTo>
                    <a:pt x="750470" y="25852"/>
                    <a:pt x="768009" y="21236"/>
                    <a:pt x="776317" y="17543"/>
                  </a:cubicBezTo>
                  <a:lnTo>
                    <a:pt x="783702" y="24006"/>
                  </a:lnTo>
                  <a:close/>
                  <a:moveTo>
                    <a:pt x="745855" y="1847"/>
                  </a:moveTo>
                  <a:cubicBezTo>
                    <a:pt x="753240" y="3693"/>
                    <a:pt x="761548" y="4617"/>
                    <a:pt x="768932" y="4617"/>
                  </a:cubicBezTo>
                  <a:lnTo>
                    <a:pt x="774471" y="4617"/>
                  </a:lnTo>
                  <a:cubicBezTo>
                    <a:pt x="773548" y="8310"/>
                    <a:pt x="773548" y="12003"/>
                    <a:pt x="773548" y="14773"/>
                  </a:cubicBezTo>
                  <a:lnTo>
                    <a:pt x="769855" y="14773"/>
                  </a:lnTo>
                  <a:cubicBezTo>
                    <a:pt x="768009" y="14773"/>
                    <a:pt x="756932" y="14773"/>
                    <a:pt x="744932" y="12003"/>
                  </a:cubicBezTo>
                  <a:lnTo>
                    <a:pt x="745855" y="1847"/>
                  </a:lnTo>
                  <a:close/>
                  <a:moveTo>
                    <a:pt x="921242" y="14773"/>
                  </a:moveTo>
                  <a:cubicBezTo>
                    <a:pt x="900011" y="14773"/>
                    <a:pt x="881549" y="32316"/>
                    <a:pt x="881549" y="47088"/>
                  </a:cubicBezTo>
                  <a:cubicBezTo>
                    <a:pt x="881549" y="57245"/>
                    <a:pt x="888011" y="63708"/>
                    <a:pt x="906472" y="64631"/>
                  </a:cubicBezTo>
                  <a:cubicBezTo>
                    <a:pt x="902780" y="71094"/>
                    <a:pt x="901857" y="74787"/>
                    <a:pt x="900934" y="77557"/>
                  </a:cubicBezTo>
                  <a:cubicBezTo>
                    <a:pt x="888011" y="74787"/>
                    <a:pt x="870472" y="67401"/>
                    <a:pt x="870472" y="48012"/>
                  </a:cubicBezTo>
                  <a:cubicBezTo>
                    <a:pt x="870472" y="36932"/>
                    <a:pt x="876934" y="26776"/>
                    <a:pt x="888011" y="18466"/>
                  </a:cubicBezTo>
                  <a:cubicBezTo>
                    <a:pt x="882472" y="18466"/>
                    <a:pt x="857549" y="21236"/>
                    <a:pt x="850164" y="24006"/>
                  </a:cubicBezTo>
                  <a:lnTo>
                    <a:pt x="848318" y="10156"/>
                  </a:lnTo>
                  <a:lnTo>
                    <a:pt x="853856" y="10156"/>
                  </a:lnTo>
                  <a:cubicBezTo>
                    <a:pt x="859395" y="10156"/>
                    <a:pt x="894472" y="8310"/>
                    <a:pt x="919396" y="1847"/>
                  </a:cubicBezTo>
                  <a:lnTo>
                    <a:pt x="921242" y="14773"/>
                  </a:lnTo>
                  <a:close/>
                  <a:moveTo>
                    <a:pt x="1034782" y="24929"/>
                  </a:moveTo>
                  <a:cubicBezTo>
                    <a:pt x="1035705" y="24929"/>
                    <a:pt x="1035705" y="24929"/>
                    <a:pt x="1034782" y="24929"/>
                  </a:cubicBezTo>
                  <a:cubicBezTo>
                    <a:pt x="1035705" y="26776"/>
                    <a:pt x="1034782" y="26776"/>
                    <a:pt x="1033859" y="26776"/>
                  </a:cubicBezTo>
                  <a:cubicBezTo>
                    <a:pt x="1032935" y="31392"/>
                    <a:pt x="1032935" y="35085"/>
                    <a:pt x="1030166" y="43395"/>
                  </a:cubicBezTo>
                  <a:cubicBezTo>
                    <a:pt x="1033859" y="45242"/>
                    <a:pt x="1039397" y="48935"/>
                    <a:pt x="1043089" y="52628"/>
                  </a:cubicBezTo>
                  <a:cubicBezTo>
                    <a:pt x="1039397" y="57245"/>
                    <a:pt x="1039397" y="58168"/>
                    <a:pt x="1036628" y="62785"/>
                  </a:cubicBezTo>
                  <a:cubicBezTo>
                    <a:pt x="1034782" y="60938"/>
                    <a:pt x="1032012" y="58168"/>
                    <a:pt x="1026474" y="54475"/>
                  </a:cubicBezTo>
                  <a:cubicBezTo>
                    <a:pt x="1023705" y="59091"/>
                    <a:pt x="1017243" y="70171"/>
                    <a:pt x="1007089" y="76634"/>
                  </a:cubicBezTo>
                  <a:cubicBezTo>
                    <a:pt x="1004320" y="72941"/>
                    <a:pt x="1002473" y="72018"/>
                    <a:pt x="997858" y="69248"/>
                  </a:cubicBezTo>
                  <a:cubicBezTo>
                    <a:pt x="1006166" y="65554"/>
                    <a:pt x="1013550" y="56321"/>
                    <a:pt x="1016320" y="48935"/>
                  </a:cubicBezTo>
                  <a:cubicBezTo>
                    <a:pt x="1010781" y="46165"/>
                    <a:pt x="1007089" y="45242"/>
                    <a:pt x="998781" y="43395"/>
                  </a:cubicBezTo>
                  <a:cubicBezTo>
                    <a:pt x="989550" y="61861"/>
                    <a:pt x="985858" y="69248"/>
                    <a:pt x="978473" y="69248"/>
                  </a:cubicBezTo>
                  <a:cubicBezTo>
                    <a:pt x="972012" y="69248"/>
                    <a:pt x="966473" y="63708"/>
                    <a:pt x="966473" y="56321"/>
                  </a:cubicBezTo>
                  <a:cubicBezTo>
                    <a:pt x="966473" y="46165"/>
                    <a:pt x="975704" y="33239"/>
                    <a:pt x="993243" y="33239"/>
                  </a:cubicBezTo>
                  <a:cubicBezTo>
                    <a:pt x="994166" y="30469"/>
                    <a:pt x="998781" y="18466"/>
                    <a:pt x="999704" y="16619"/>
                  </a:cubicBezTo>
                  <a:cubicBezTo>
                    <a:pt x="991396" y="18466"/>
                    <a:pt x="984012" y="19389"/>
                    <a:pt x="980319" y="20313"/>
                  </a:cubicBezTo>
                  <a:lnTo>
                    <a:pt x="977550" y="8310"/>
                  </a:lnTo>
                  <a:cubicBezTo>
                    <a:pt x="990473" y="8310"/>
                    <a:pt x="1002473" y="5540"/>
                    <a:pt x="1008012" y="2770"/>
                  </a:cubicBezTo>
                  <a:lnTo>
                    <a:pt x="1015397" y="9233"/>
                  </a:lnTo>
                  <a:cubicBezTo>
                    <a:pt x="1009858" y="16619"/>
                    <a:pt x="1004320" y="30469"/>
                    <a:pt x="1002473" y="34162"/>
                  </a:cubicBezTo>
                  <a:cubicBezTo>
                    <a:pt x="1009858" y="35085"/>
                    <a:pt x="1016320" y="37855"/>
                    <a:pt x="1019089" y="39702"/>
                  </a:cubicBezTo>
                  <a:cubicBezTo>
                    <a:pt x="1021858" y="30469"/>
                    <a:pt x="1021858" y="24006"/>
                    <a:pt x="1021858" y="21236"/>
                  </a:cubicBezTo>
                  <a:lnTo>
                    <a:pt x="1034782" y="24929"/>
                  </a:lnTo>
                  <a:lnTo>
                    <a:pt x="1034782" y="24929"/>
                  </a:lnTo>
                  <a:close/>
                  <a:moveTo>
                    <a:pt x="976627" y="55398"/>
                  </a:moveTo>
                  <a:cubicBezTo>
                    <a:pt x="976627" y="58168"/>
                    <a:pt x="978473" y="58168"/>
                    <a:pt x="978473" y="58168"/>
                  </a:cubicBezTo>
                  <a:cubicBezTo>
                    <a:pt x="981242" y="58168"/>
                    <a:pt x="986781" y="46165"/>
                    <a:pt x="988627" y="42472"/>
                  </a:cubicBezTo>
                  <a:cubicBezTo>
                    <a:pt x="983089" y="43395"/>
                    <a:pt x="976627" y="48012"/>
                    <a:pt x="976627" y="55398"/>
                  </a:cubicBezTo>
                  <a:close/>
                  <a:moveTo>
                    <a:pt x="1146475" y="3693"/>
                  </a:moveTo>
                  <a:cubicBezTo>
                    <a:pt x="1147398" y="3693"/>
                    <a:pt x="1148321" y="3693"/>
                    <a:pt x="1148321" y="4617"/>
                  </a:cubicBezTo>
                  <a:cubicBezTo>
                    <a:pt x="1148321" y="5540"/>
                    <a:pt x="1147398" y="5540"/>
                    <a:pt x="1146475" y="5540"/>
                  </a:cubicBezTo>
                  <a:lnTo>
                    <a:pt x="1146475" y="20313"/>
                  </a:lnTo>
                  <a:cubicBezTo>
                    <a:pt x="1155706" y="19389"/>
                    <a:pt x="1156629" y="18466"/>
                    <a:pt x="1163091" y="18466"/>
                  </a:cubicBezTo>
                  <a:lnTo>
                    <a:pt x="1163091" y="30469"/>
                  </a:lnTo>
                  <a:lnTo>
                    <a:pt x="1159398" y="30469"/>
                  </a:lnTo>
                  <a:cubicBezTo>
                    <a:pt x="1155706" y="30469"/>
                    <a:pt x="1150168" y="31392"/>
                    <a:pt x="1147398" y="31392"/>
                  </a:cubicBezTo>
                  <a:cubicBezTo>
                    <a:pt x="1147398" y="53552"/>
                    <a:pt x="1144629" y="55398"/>
                    <a:pt x="1128014" y="55398"/>
                  </a:cubicBezTo>
                  <a:cubicBezTo>
                    <a:pt x="1127090" y="51705"/>
                    <a:pt x="1125244" y="46165"/>
                    <a:pt x="1125244" y="45242"/>
                  </a:cubicBezTo>
                  <a:lnTo>
                    <a:pt x="1130783" y="45242"/>
                  </a:lnTo>
                  <a:cubicBezTo>
                    <a:pt x="1136321" y="45242"/>
                    <a:pt x="1136321" y="44319"/>
                    <a:pt x="1137244" y="33239"/>
                  </a:cubicBezTo>
                  <a:cubicBezTo>
                    <a:pt x="1130783" y="34162"/>
                    <a:pt x="1124321" y="35085"/>
                    <a:pt x="1117859" y="36932"/>
                  </a:cubicBezTo>
                  <a:cubicBezTo>
                    <a:pt x="1117859" y="40625"/>
                    <a:pt x="1117859" y="55398"/>
                    <a:pt x="1118783" y="59091"/>
                  </a:cubicBezTo>
                  <a:cubicBezTo>
                    <a:pt x="1120629" y="63708"/>
                    <a:pt x="1126167" y="64631"/>
                    <a:pt x="1131706" y="64631"/>
                  </a:cubicBezTo>
                  <a:cubicBezTo>
                    <a:pt x="1134475" y="64631"/>
                    <a:pt x="1145552" y="64631"/>
                    <a:pt x="1158475" y="60938"/>
                  </a:cubicBezTo>
                  <a:cubicBezTo>
                    <a:pt x="1157552" y="64631"/>
                    <a:pt x="1157552" y="67401"/>
                    <a:pt x="1156629" y="72941"/>
                  </a:cubicBezTo>
                  <a:cubicBezTo>
                    <a:pt x="1145552" y="74787"/>
                    <a:pt x="1128937" y="74787"/>
                    <a:pt x="1128937" y="74787"/>
                  </a:cubicBezTo>
                  <a:cubicBezTo>
                    <a:pt x="1118783" y="74787"/>
                    <a:pt x="1110475" y="72941"/>
                    <a:pt x="1107706" y="62785"/>
                  </a:cubicBezTo>
                  <a:cubicBezTo>
                    <a:pt x="1106782" y="58168"/>
                    <a:pt x="1106782" y="51705"/>
                    <a:pt x="1106782" y="38779"/>
                  </a:cubicBezTo>
                  <a:cubicBezTo>
                    <a:pt x="1096628" y="40625"/>
                    <a:pt x="1095705" y="41549"/>
                    <a:pt x="1090167" y="42472"/>
                  </a:cubicBezTo>
                  <a:lnTo>
                    <a:pt x="1089244" y="29546"/>
                  </a:lnTo>
                  <a:cubicBezTo>
                    <a:pt x="1093859" y="29546"/>
                    <a:pt x="1102167" y="28622"/>
                    <a:pt x="1106782" y="26776"/>
                  </a:cubicBezTo>
                  <a:cubicBezTo>
                    <a:pt x="1106782" y="22159"/>
                    <a:pt x="1106782" y="11080"/>
                    <a:pt x="1105859" y="6463"/>
                  </a:cubicBezTo>
                  <a:lnTo>
                    <a:pt x="1117859" y="8310"/>
                  </a:lnTo>
                  <a:cubicBezTo>
                    <a:pt x="1118783" y="8310"/>
                    <a:pt x="1119706" y="8310"/>
                    <a:pt x="1119706" y="9233"/>
                  </a:cubicBezTo>
                  <a:cubicBezTo>
                    <a:pt x="1119706" y="10156"/>
                    <a:pt x="1118783" y="10156"/>
                    <a:pt x="1117859" y="10156"/>
                  </a:cubicBezTo>
                  <a:cubicBezTo>
                    <a:pt x="1117859" y="12003"/>
                    <a:pt x="1116936" y="22159"/>
                    <a:pt x="1116936" y="24006"/>
                  </a:cubicBezTo>
                  <a:cubicBezTo>
                    <a:pt x="1121552" y="23083"/>
                    <a:pt x="1127090" y="22159"/>
                    <a:pt x="1135398" y="21236"/>
                  </a:cubicBezTo>
                  <a:cubicBezTo>
                    <a:pt x="1135398" y="14773"/>
                    <a:pt x="1135398" y="7386"/>
                    <a:pt x="1133552" y="923"/>
                  </a:cubicBezTo>
                  <a:lnTo>
                    <a:pt x="1146475" y="3693"/>
                  </a:lnTo>
                  <a:lnTo>
                    <a:pt x="1146475" y="3693"/>
                  </a:lnTo>
                  <a:close/>
                  <a:moveTo>
                    <a:pt x="1262784" y="10156"/>
                  </a:moveTo>
                  <a:cubicBezTo>
                    <a:pt x="1257246" y="13850"/>
                    <a:pt x="1243399" y="26776"/>
                    <a:pt x="1240630" y="30469"/>
                  </a:cubicBezTo>
                  <a:cubicBezTo>
                    <a:pt x="1242476" y="29546"/>
                    <a:pt x="1246169" y="28622"/>
                    <a:pt x="1251707" y="28622"/>
                  </a:cubicBezTo>
                  <a:cubicBezTo>
                    <a:pt x="1263707" y="28622"/>
                    <a:pt x="1275708" y="36009"/>
                    <a:pt x="1275708" y="50782"/>
                  </a:cubicBezTo>
                  <a:cubicBezTo>
                    <a:pt x="1275708" y="69248"/>
                    <a:pt x="1258169" y="76634"/>
                    <a:pt x="1244322" y="76634"/>
                  </a:cubicBezTo>
                  <a:cubicBezTo>
                    <a:pt x="1231399" y="76634"/>
                    <a:pt x="1224015" y="70171"/>
                    <a:pt x="1224015" y="62785"/>
                  </a:cubicBezTo>
                  <a:cubicBezTo>
                    <a:pt x="1224015" y="55398"/>
                    <a:pt x="1230476" y="49858"/>
                    <a:pt x="1239707" y="49858"/>
                  </a:cubicBezTo>
                  <a:cubicBezTo>
                    <a:pt x="1246169" y="49858"/>
                    <a:pt x="1255400" y="53552"/>
                    <a:pt x="1257246" y="62785"/>
                  </a:cubicBezTo>
                  <a:cubicBezTo>
                    <a:pt x="1264631" y="59091"/>
                    <a:pt x="1264631" y="52628"/>
                    <a:pt x="1264631" y="50782"/>
                  </a:cubicBezTo>
                  <a:cubicBezTo>
                    <a:pt x="1264631" y="46165"/>
                    <a:pt x="1261861" y="37855"/>
                    <a:pt x="1249861" y="37855"/>
                  </a:cubicBezTo>
                  <a:cubicBezTo>
                    <a:pt x="1235092" y="37855"/>
                    <a:pt x="1226784" y="47088"/>
                    <a:pt x="1214784" y="59091"/>
                  </a:cubicBezTo>
                  <a:lnTo>
                    <a:pt x="1205553" y="50782"/>
                  </a:lnTo>
                  <a:cubicBezTo>
                    <a:pt x="1214784" y="44319"/>
                    <a:pt x="1236938" y="22159"/>
                    <a:pt x="1242476" y="15696"/>
                  </a:cubicBezTo>
                  <a:cubicBezTo>
                    <a:pt x="1235092" y="17543"/>
                    <a:pt x="1222168" y="18466"/>
                    <a:pt x="1216630" y="18466"/>
                  </a:cubicBezTo>
                  <a:lnTo>
                    <a:pt x="1214784" y="7386"/>
                  </a:lnTo>
                  <a:cubicBezTo>
                    <a:pt x="1221245" y="7386"/>
                    <a:pt x="1244322" y="7386"/>
                    <a:pt x="1257246" y="1847"/>
                  </a:cubicBezTo>
                  <a:lnTo>
                    <a:pt x="1262784" y="10156"/>
                  </a:lnTo>
                  <a:lnTo>
                    <a:pt x="1262784" y="10156"/>
                  </a:lnTo>
                  <a:close/>
                  <a:moveTo>
                    <a:pt x="1237861" y="59091"/>
                  </a:moveTo>
                  <a:cubicBezTo>
                    <a:pt x="1235092" y="59091"/>
                    <a:pt x="1233245" y="60938"/>
                    <a:pt x="1233245" y="62785"/>
                  </a:cubicBezTo>
                  <a:cubicBezTo>
                    <a:pt x="1233245" y="66478"/>
                    <a:pt x="1237861" y="68324"/>
                    <a:pt x="1241553" y="68324"/>
                  </a:cubicBezTo>
                  <a:cubicBezTo>
                    <a:pt x="1243399" y="68324"/>
                    <a:pt x="1245246" y="68324"/>
                    <a:pt x="1246169" y="67401"/>
                  </a:cubicBezTo>
                  <a:cubicBezTo>
                    <a:pt x="1246169" y="61861"/>
                    <a:pt x="1242476" y="59091"/>
                    <a:pt x="1237861" y="59091"/>
                  </a:cubicBezTo>
                  <a:close/>
                </a:path>
              </a:pathLst>
            </a:custGeom>
            <a:grpFill/>
            <a:ln w="9231" cap="flat">
              <a:noFill/>
              <a:prstDash val="solid"/>
              <a:miter/>
            </a:ln>
          </p:spPr>
          <p:txBody>
            <a:bodyPr rtlCol="0" anchor="ctr"/>
            <a:lstStyle/>
            <a:p>
              <a:endParaRPr lang="ja-JP" altLang="en-US" b="0" i="0">
                <a:latin typeface="Arial" panose="020B0604020202020204" pitchFamily="34" charset="0"/>
              </a:endParaRPr>
            </a:p>
          </p:txBody>
        </p:sp>
        <p:sp>
          <p:nvSpPr>
            <p:cNvPr id="16" name="フリーフォーム 15">
              <a:extLst>
                <a:ext uri="{FF2B5EF4-FFF2-40B4-BE49-F238E27FC236}">
                  <a16:creationId xmlns:a16="http://schemas.microsoft.com/office/drawing/2014/main" id="{A9658966-FE55-286F-D331-C1AC09AEC7E7}"/>
                </a:ext>
              </a:extLst>
            </p:cNvPr>
            <p:cNvSpPr/>
            <p:nvPr/>
          </p:nvSpPr>
          <p:spPr>
            <a:xfrm>
              <a:off x="4142101" y="-4761261"/>
              <a:ext cx="22154" cy="22260"/>
            </a:xfrm>
            <a:custGeom>
              <a:avLst/>
              <a:gdLst>
                <a:gd name="connsiteX0" fmla="*/ 22154 w 22154"/>
                <a:gd name="connsiteY0" fmla="*/ 11181 h 22260"/>
                <a:gd name="connsiteX1" fmla="*/ 11077 w 22154"/>
                <a:gd name="connsiteY1" fmla="*/ 22260 h 22260"/>
                <a:gd name="connsiteX2" fmla="*/ 0 w 22154"/>
                <a:gd name="connsiteY2" fmla="*/ 11181 h 22260"/>
                <a:gd name="connsiteX3" fmla="*/ 11077 w 22154"/>
                <a:gd name="connsiteY3" fmla="*/ 101 h 22260"/>
                <a:gd name="connsiteX4" fmla="*/ 22154 w 22154"/>
                <a:gd name="connsiteY4" fmla="*/ 11181 h 22260"/>
                <a:gd name="connsiteX5" fmla="*/ 3692 w 22154"/>
                <a:gd name="connsiteY5" fmla="*/ 11181 h 22260"/>
                <a:gd name="connsiteX6" fmla="*/ 10154 w 22154"/>
                <a:gd name="connsiteY6" fmla="*/ 17644 h 22260"/>
                <a:gd name="connsiteX7" fmla="*/ 16616 w 22154"/>
                <a:gd name="connsiteY7" fmla="*/ 11181 h 22260"/>
                <a:gd name="connsiteX8" fmla="*/ 10154 w 22154"/>
                <a:gd name="connsiteY8" fmla="*/ 4718 h 22260"/>
                <a:gd name="connsiteX9" fmla="*/ 3692 w 22154"/>
                <a:gd name="connsiteY9" fmla="*/ 11181 h 22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54" h="22260">
                  <a:moveTo>
                    <a:pt x="22154" y="11181"/>
                  </a:moveTo>
                  <a:cubicBezTo>
                    <a:pt x="22154" y="17644"/>
                    <a:pt x="16616" y="22260"/>
                    <a:pt x="11077" y="22260"/>
                  </a:cubicBezTo>
                  <a:cubicBezTo>
                    <a:pt x="4615" y="22260"/>
                    <a:pt x="0" y="17644"/>
                    <a:pt x="0" y="11181"/>
                  </a:cubicBezTo>
                  <a:cubicBezTo>
                    <a:pt x="0" y="4718"/>
                    <a:pt x="4615" y="101"/>
                    <a:pt x="11077" y="101"/>
                  </a:cubicBezTo>
                  <a:cubicBezTo>
                    <a:pt x="16616" y="-822"/>
                    <a:pt x="22154" y="4718"/>
                    <a:pt x="22154" y="11181"/>
                  </a:cubicBezTo>
                  <a:close/>
                  <a:moveTo>
                    <a:pt x="3692" y="11181"/>
                  </a:moveTo>
                  <a:cubicBezTo>
                    <a:pt x="3692" y="14874"/>
                    <a:pt x="6462" y="17644"/>
                    <a:pt x="10154" y="17644"/>
                  </a:cubicBezTo>
                  <a:cubicBezTo>
                    <a:pt x="13846" y="17644"/>
                    <a:pt x="16616" y="14874"/>
                    <a:pt x="16616" y="11181"/>
                  </a:cubicBezTo>
                  <a:cubicBezTo>
                    <a:pt x="16616" y="7487"/>
                    <a:pt x="13846" y="4718"/>
                    <a:pt x="10154" y="4718"/>
                  </a:cubicBezTo>
                  <a:cubicBezTo>
                    <a:pt x="6462" y="3794"/>
                    <a:pt x="3692" y="7487"/>
                    <a:pt x="3692" y="11181"/>
                  </a:cubicBezTo>
                  <a:close/>
                </a:path>
              </a:pathLst>
            </a:custGeom>
            <a:grpFill/>
            <a:ln w="9231" cap="flat">
              <a:noFill/>
              <a:prstDash val="solid"/>
              <a:miter/>
            </a:ln>
          </p:spPr>
          <p:txBody>
            <a:bodyPr rtlCol="0" anchor="ctr"/>
            <a:lstStyle/>
            <a:p>
              <a:endParaRPr lang="ja-JP" altLang="en-US" b="0" i="0">
                <a:latin typeface="Arial" panose="020B0604020202020204" pitchFamily="34" charset="0"/>
              </a:endParaRPr>
            </a:p>
          </p:txBody>
        </p:sp>
      </p:grpSp>
      <p:sp>
        <p:nvSpPr>
          <p:cNvPr id="2" name="日付プレースホルダー 3">
            <a:extLst>
              <a:ext uri="{FF2B5EF4-FFF2-40B4-BE49-F238E27FC236}">
                <a16:creationId xmlns:a16="http://schemas.microsoft.com/office/drawing/2014/main" id="{05FA8F25-9096-4E8C-A080-26778F53582A}"/>
              </a:ext>
            </a:extLst>
          </p:cNvPr>
          <p:cNvSpPr txBox="1">
            <a:spLocks/>
          </p:cNvSpPr>
          <p:nvPr userDrawn="1"/>
        </p:nvSpPr>
        <p:spPr>
          <a:xfrm>
            <a:off x="466921" y="6469666"/>
            <a:ext cx="1172098" cy="263644"/>
          </a:xfrm>
          <a:prstGeom prst="rect">
            <a:avLst/>
          </a:prstGeom>
          <a:noFill/>
          <a:ln w="19050">
            <a:solidFill>
              <a:schemeClr val="accent1"/>
            </a:solidFill>
            <a:miter lim="800000"/>
            <a:headEnd/>
            <a:tailEnd/>
          </a:ln>
        </p:spPr>
        <p:txBody>
          <a:bodyPr vert="horz" lIns="0" tIns="45720" rIns="0" bIns="45720" rtlCol="0" anchor="ctr"/>
          <a:lstStyle>
            <a:defPPr>
              <a:defRPr lang="ja-JP"/>
            </a:defPPr>
            <a:lvl1pPr marL="0" algn="l" defTabSz="914400" rtl="0" eaLnBrk="1" latinLnBrk="0" hangingPunct="1">
              <a:defRPr kumimoji="1" sz="700" kern="1200" baseline="0">
                <a:solidFill>
                  <a:schemeClr val="tx1">
                    <a:tint val="75000"/>
                  </a:schemeClr>
                </a:solidFill>
                <a:latin typeface="Arial" panose="020B0604020202020204" pitchFamily="34" charset="0"/>
                <a:ea typeface="メイリオ" panose="020B0604030504040204" pitchFamily="34"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 altLang="ja-JP" sz="1100" b="1" i="1">
                <a:solidFill>
                  <a:schemeClr val="accent1"/>
                </a:solidFill>
              </a:rPr>
              <a:t>CONFIDENTIAL</a:t>
            </a:r>
          </a:p>
        </p:txBody>
      </p:sp>
      <p:sp>
        <p:nvSpPr>
          <p:cNvPr id="4" name="日付プレースホルダー 3">
            <a:extLst>
              <a:ext uri="{FF2B5EF4-FFF2-40B4-BE49-F238E27FC236}">
                <a16:creationId xmlns:a16="http://schemas.microsoft.com/office/drawing/2014/main" id="{5BD41AE0-B893-0DBA-8C6E-AA793B9585AA}"/>
              </a:ext>
            </a:extLst>
          </p:cNvPr>
          <p:cNvSpPr txBox="1">
            <a:spLocks/>
          </p:cNvSpPr>
          <p:nvPr userDrawn="1"/>
        </p:nvSpPr>
        <p:spPr>
          <a:xfrm>
            <a:off x="1752817" y="6428399"/>
            <a:ext cx="2013232" cy="365125"/>
          </a:xfrm>
          <a:prstGeom prst="rect">
            <a:avLst/>
          </a:prstGeom>
          <a:noFill/>
          <a:ln w="9525">
            <a:noFill/>
            <a:miter lim="800000"/>
            <a:headEnd/>
            <a:tailEnd/>
          </a:ln>
        </p:spPr>
        <p:txBody>
          <a:bodyPr vert="horz" lIns="0" tIns="45720" rIns="0" bIns="45720" rtlCol="0" anchor="ctr"/>
          <a:lstStyle>
            <a:defPPr>
              <a:defRPr lang="ja-JP"/>
            </a:defPPr>
            <a:lvl1pPr marL="0" algn="l" defTabSz="914400" rtl="0" eaLnBrk="1" latinLnBrk="0" hangingPunct="1">
              <a:defRPr kumimoji="1" sz="700" kern="1200" baseline="0">
                <a:solidFill>
                  <a:schemeClr val="tx1">
                    <a:tint val="75000"/>
                  </a:schemeClr>
                </a:solidFill>
                <a:latin typeface="Arial" panose="020B0604020202020204" pitchFamily="34" charset="0"/>
                <a:ea typeface="メイリオ" panose="020B0604030504040204" pitchFamily="34"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 altLang="ja-JP">
                <a:solidFill>
                  <a:schemeClr val="tx2"/>
                </a:solidFill>
              </a:rPr>
              <a:t>Copyright SHIFT Inc., All Rights Reserved.</a:t>
            </a:r>
          </a:p>
        </p:txBody>
      </p:sp>
      <p:sp>
        <p:nvSpPr>
          <p:cNvPr id="5" name="タイトル 9">
            <a:extLst>
              <a:ext uri="{FF2B5EF4-FFF2-40B4-BE49-F238E27FC236}">
                <a16:creationId xmlns:a16="http://schemas.microsoft.com/office/drawing/2014/main" id="{37281C07-52DA-C65C-F15C-17A44EBC01F1}"/>
              </a:ext>
            </a:extLst>
          </p:cNvPr>
          <p:cNvSpPr>
            <a:spLocks noGrp="1"/>
          </p:cNvSpPr>
          <p:nvPr>
            <p:ph type="title" hasCustomPrompt="1"/>
          </p:nvPr>
        </p:nvSpPr>
        <p:spPr>
          <a:xfrm>
            <a:off x="713070" y="2637885"/>
            <a:ext cx="10766806" cy="1093940"/>
          </a:xfrm>
          <a:prstGeom prst="rect">
            <a:avLst/>
          </a:prstGeom>
        </p:spPr>
        <p:txBody>
          <a:bodyPr vert="horz" wrap="square" lIns="0" tIns="108000" rIns="0" bIns="0" rtlCol="0" anchor="ctr">
            <a:spAutoFit/>
          </a:bodyPr>
          <a:lstStyle>
            <a:lvl1pPr>
              <a:lnSpc>
                <a:spcPct val="100000"/>
              </a:lnSpc>
              <a:defRPr lang="ja-JP" altLang="en-US" sz="3200">
                <a:solidFill>
                  <a:schemeClr val="bg1"/>
                </a:solidFill>
              </a:defRPr>
            </a:lvl1pPr>
          </a:lstStyle>
          <a:p>
            <a:pPr marL="0" lvl="0" indent="-228600">
              <a:buFont typeface="Arial" panose="020B0604020202020204" pitchFamily="34" charset="0"/>
            </a:pPr>
            <a:r>
              <a:rPr kumimoji="1" lang="ja-JP" altLang="en-US"/>
              <a:t>中扉のタイトル中扉のタイトル中扉のタイトル中扉のタイトル中扉のタイトル中扉のタイトル</a:t>
            </a:r>
          </a:p>
        </p:txBody>
      </p:sp>
    </p:spTree>
    <p:extLst>
      <p:ext uri="{BB962C8B-B14F-4D97-AF65-F5344CB8AC3E}">
        <p14:creationId xmlns:p14="http://schemas.microsoft.com/office/powerpoint/2010/main" val="30842101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469">
          <p15:clr>
            <a:srgbClr val="FBAE40"/>
          </p15:clr>
        </p15:guide>
        <p15:guide id="4" pos="21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扉">
    <p:spTree>
      <p:nvGrpSpPr>
        <p:cNvPr id="1" name=""/>
        <p:cNvGrpSpPr/>
        <p:nvPr/>
      </p:nvGrpSpPr>
      <p:grpSpPr>
        <a:xfrm>
          <a:off x="0" y="0"/>
          <a:ext cx="0" cy="0"/>
          <a:chOff x="0" y="0"/>
          <a:chExt cx="0" cy="0"/>
        </a:xfrm>
      </p:grpSpPr>
      <p:pic>
        <p:nvPicPr>
          <p:cNvPr id="4" name="図 3" descr="背景パターン  AI 生成コンテンツは誤りを含む可能性があります。">
            <a:extLst>
              <a:ext uri="{FF2B5EF4-FFF2-40B4-BE49-F238E27FC236}">
                <a16:creationId xmlns:a16="http://schemas.microsoft.com/office/drawing/2014/main" id="{088BE7E3-7078-04FD-65FD-BF4E2D58EC35}"/>
              </a:ext>
            </a:extLst>
          </p:cNvPr>
          <p:cNvPicPr>
            <a:picLocks noChangeAspect="1"/>
          </p:cNvPicPr>
          <p:nvPr userDrawn="1"/>
        </p:nvPicPr>
        <p:blipFill>
          <a:blip r:embed="rId2"/>
          <a:srcRect t="38295" r="874" b="324"/>
          <a:stretch>
            <a:fillRect/>
          </a:stretch>
        </p:blipFill>
        <p:spPr>
          <a:xfrm>
            <a:off x="1" y="0"/>
            <a:ext cx="12192000" cy="4234072"/>
          </a:xfrm>
          <a:prstGeom prst="rect">
            <a:avLst/>
          </a:prstGeom>
        </p:spPr>
      </p:pic>
      <p:sp>
        <p:nvSpPr>
          <p:cNvPr id="11" name="スライド番号プレースホルダー 5">
            <a:extLst>
              <a:ext uri="{FF2B5EF4-FFF2-40B4-BE49-F238E27FC236}">
                <a16:creationId xmlns:a16="http://schemas.microsoft.com/office/drawing/2014/main" id="{2F8E984D-99C4-12F1-4A10-16AC04FE7399}"/>
              </a:ext>
            </a:extLst>
          </p:cNvPr>
          <p:cNvSpPr>
            <a:spLocks noGrp="1"/>
          </p:cNvSpPr>
          <p:nvPr>
            <p:ph type="sldNum" sz="quarter" idx="4"/>
          </p:nvPr>
        </p:nvSpPr>
        <p:spPr>
          <a:xfrm>
            <a:off x="11063404" y="6494718"/>
            <a:ext cx="793633" cy="365125"/>
          </a:xfrm>
          <a:prstGeom prst="rect">
            <a:avLst/>
          </a:prstGeom>
          <a:noFill/>
          <a:ln w="9525">
            <a:noFill/>
            <a:miter lim="800000"/>
            <a:headEnd/>
            <a:tailEnd/>
          </a:ln>
        </p:spPr>
        <p:txBody>
          <a:bodyPr vert="horz" lIns="0" tIns="45720" rIns="0" bIns="45720" rtlCol="0" anchor="ctr"/>
          <a:lstStyle>
            <a:lvl1pPr algn="r">
              <a:defRPr sz="900" baseline="0">
                <a:solidFill>
                  <a:schemeClr val="tx1">
                    <a:tint val="75000"/>
                  </a:schemeClr>
                </a:solidFill>
                <a:latin typeface="Arial" panose="020B0604020202020204" pitchFamily="34" charset="0"/>
                <a:ea typeface="メイリオ" panose="020B0604030504040204" pitchFamily="34" charset="-128"/>
              </a:defRPr>
            </a:lvl1pPr>
          </a:lstStyle>
          <a:p>
            <a:fld id="{69E131CC-838C-014C-AB0A-02FB7ECFC087}" type="slidenum">
              <a:rPr lang="ja-JP" altLang="en-US" smtClean="0"/>
              <a:pPr/>
              <a:t>‹#›</a:t>
            </a:fld>
            <a:endParaRPr lang="ja-JP" altLang="en-US"/>
          </a:p>
        </p:txBody>
      </p:sp>
      <p:sp>
        <p:nvSpPr>
          <p:cNvPr id="2" name="タイトル 9">
            <a:extLst>
              <a:ext uri="{FF2B5EF4-FFF2-40B4-BE49-F238E27FC236}">
                <a16:creationId xmlns:a16="http://schemas.microsoft.com/office/drawing/2014/main" id="{C558A1A8-72C3-678C-783A-2745B6624539}"/>
              </a:ext>
            </a:extLst>
          </p:cNvPr>
          <p:cNvSpPr>
            <a:spLocks noGrp="1"/>
          </p:cNvSpPr>
          <p:nvPr>
            <p:ph type="title" hasCustomPrompt="1"/>
          </p:nvPr>
        </p:nvSpPr>
        <p:spPr>
          <a:xfrm>
            <a:off x="713070" y="2637885"/>
            <a:ext cx="10766806" cy="1093940"/>
          </a:xfrm>
          <a:prstGeom prst="rect">
            <a:avLst/>
          </a:prstGeom>
        </p:spPr>
        <p:txBody>
          <a:bodyPr vert="horz" wrap="square" lIns="0" tIns="108000" rIns="0" bIns="0" rtlCol="0" anchor="ctr">
            <a:spAutoFit/>
          </a:bodyPr>
          <a:lstStyle>
            <a:lvl1pPr>
              <a:lnSpc>
                <a:spcPct val="100000"/>
              </a:lnSpc>
              <a:defRPr lang="ja-JP" altLang="en-US" sz="3200">
                <a:solidFill>
                  <a:schemeClr val="tx1">
                    <a:lumMod val="75000"/>
                  </a:schemeClr>
                </a:solidFill>
              </a:defRPr>
            </a:lvl1pPr>
          </a:lstStyle>
          <a:p>
            <a:pPr marL="0" lvl="0" indent="-228600">
              <a:buFont typeface="Arial" panose="020B0604020202020204" pitchFamily="34" charset="0"/>
            </a:pPr>
            <a:r>
              <a:rPr kumimoji="1" lang="ja-JP" altLang="en-US"/>
              <a:t>中扉のタイトル中扉のタイトル中扉のタイトル中扉のタイトル中扉のタイトル中扉のタイトル</a:t>
            </a:r>
          </a:p>
        </p:txBody>
      </p:sp>
      <p:grpSp>
        <p:nvGrpSpPr>
          <p:cNvPr id="5" name="グラフィックス 19">
            <a:extLst>
              <a:ext uri="{FF2B5EF4-FFF2-40B4-BE49-F238E27FC236}">
                <a16:creationId xmlns:a16="http://schemas.microsoft.com/office/drawing/2014/main" id="{9F487E6C-4555-4FFC-8CA0-8D7C10AA96E6}"/>
              </a:ext>
            </a:extLst>
          </p:cNvPr>
          <p:cNvGrpSpPr>
            <a:grpSpLocks noChangeAspect="1"/>
          </p:cNvGrpSpPr>
          <p:nvPr userDrawn="1"/>
        </p:nvGrpSpPr>
        <p:grpSpPr>
          <a:xfrm>
            <a:off x="10864089" y="155983"/>
            <a:ext cx="981743" cy="288000"/>
            <a:chOff x="2798085" y="-4814712"/>
            <a:chExt cx="1375400" cy="403482"/>
          </a:xfrm>
        </p:grpSpPr>
        <p:sp>
          <p:nvSpPr>
            <p:cNvPr id="6" name="フリーフォーム 5">
              <a:extLst>
                <a:ext uri="{FF2B5EF4-FFF2-40B4-BE49-F238E27FC236}">
                  <a16:creationId xmlns:a16="http://schemas.microsoft.com/office/drawing/2014/main" id="{0C3F1961-12F6-A578-E539-44D14C84D07E}"/>
                </a:ext>
              </a:extLst>
            </p:cNvPr>
            <p:cNvSpPr/>
            <p:nvPr/>
          </p:nvSpPr>
          <p:spPr>
            <a:xfrm>
              <a:off x="2798085" y="-4633745"/>
              <a:ext cx="1375400" cy="222515"/>
            </a:xfrm>
            <a:custGeom>
              <a:avLst/>
              <a:gdLst>
                <a:gd name="connsiteX0" fmla="*/ 587084 w 1375400"/>
                <a:gd name="connsiteY0" fmla="*/ 923 h 222515"/>
                <a:gd name="connsiteX1" fmla="*/ 557545 w 1375400"/>
                <a:gd name="connsiteY1" fmla="*/ 93253 h 222515"/>
                <a:gd name="connsiteX2" fmla="*/ 426467 w 1375400"/>
                <a:gd name="connsiteY2" fmla="*/ 93253 h 222515"/>
                <a:gd name="connsiteX3" fmla="*/ 456005 w 1375400"/>
                <a:gd name="connsiteY3" fmla="*/ 923 h 222515"/>
                <a:gd name="connsiteX4" fmla="*/ 174464 w 1375400"/>
                <a:gd name="connsiteY4" fmla="*/ 923 h 222515"/>
                <a:gd name="connsiteX5" fmla="*/ 40616 w 1375400"/>
                <a:gd name="connsiteY5" fmla="*/ 69248 h 222515"/>
                <a:gd name="connsiteX6" fmla="*/ 130155 w 1375400"/>
                <a:gd name="connsiteY6" fmla="*/ 131109 h 222515"/>
                <a:gd name="connsiteX7" fmla="*/ 169848 w 1375400"/>
                <a:gd name="connsiteY7" fmla="*/ 131109 h 222515"/>
                <a:gd name="connsiteX8" fmla="*/ 213233 w 1375400"/>
                <a:gd name="connsiteY8" fmla="*/ 158808 h 222515"/>
                <a:gd name="connsiteX9" fmla="*/ 155079 w 1375400"/>
                <a:gd name="connsiteY9" fmla="*/ 184660 h 222515"/>
                <a:gd name="connsiteX10" fmla="*/ 12000 w 1375400"/>
                <a:gd name="connsiteY10" fmla="*/ 184660 h 222515"/>
                <a:gd name="connsiteX11" fmla="*/ 0 w 1375400"/>
                <a:gd name="connsiteY11" fmla="*/ 222516 h 222515"/>
                <a:gd name="connsiteX12" fmla="*/ 167079 w 1375400"/>
                <a:gd name="connsiteY12" fmla="*/ 222516 h 222515"/>
                <a:gd name="connsiteX13" fmla="*/ 300927 w 1375400"/>
                <a:gd name="connsiteY13" fmla="*/ 155115 h 222515"/>
                <a:gd name="connsiteX14" fmla="*/ 210464 w 1375400"/>
                <a:gd name="connsiteY14" fmla="*/ 92330 h 222515"/>
                <a:gd name="connsiteX15" fmla="*/ 172617 w 1375400"/>
                <a:gd name="connsiteY15" fmla="*/ 92330 h 222515"/>
                <a:gd name="connsiteX16" fmla="*/ 129232 w 1375400"/>
                <a:gd name="connsiteY16" fmla="*/ 64631 h 222515"/>
                <a:gd name="connsiteX17" fmla="*/ 187387 w 1375400"/>
                <a:gd name="connsiteY17" fmla="*/ 39702 h 222515"/>
                <a:gd name="connsiteX18" fmla="*/ 365543 w 1375400"/>
                <a:gd name="connsiteY18" fmla="*/ 39702 h 222515"/>
                <a:gd name="connsiteX19" fmla="*/ 307388 w 1375400"/>
                <a:gd name="connsiteY19" fmla="*/ 222516 h 222515"/>
                <a:gd name="connsiteX20" fmla="*/ 385851 w 1375400"/>
                <a:gd name="connsiteY20" fmla="*/ 222516 h 222515"/>
                <a:gd name="connsiteX21" fmla="*/ 415390 w 1375400"/>
                <a:gd name="connsiteY21" fmla="*/ 131109 h 222515"/>
                <a:gd name="connsiteX22" fmla="*/ 544622 w 1375400"/>
                <a:gd name="connsiteY22" fmla="*/ 131109 h 222515"/>
                <a:gd name="connsiteX23" fmla="*/ 516006 w 1375400"/>
                <a:gd name="connsiteY23" fmla="*/ 221592 h 222515"/>
                <a:gd name="connsiteX24" fmla="*/ 594469 w 1375400"/>
                <a:gd name="connsiteY24" fmla="*/ 221592 h 222515"/>
                <a:gd name="connsiteX25" fmla="*/ 665546 w 1375400"/>
                <a:gd name="connsiteY25" fmla="*/ 0 h 222515"/>
                <a:gd name="connsiteX26" fmla="*/ 587084 w 1375400"/>
                <a:gd name="connsiteY26" fmla="*/ 923 h 222515"/>
                <a:gd name="connsiteX27" fmla="*/ 701547 w 1375400"/>
                <a:gd name="connsiteY27" fmla="*/ 923 h 222515"/>
                <a:gd name="connsiteX28" fmla="*/ 630469 w 1375400"/>
                <a:gd name="connsiteY28" fmla="*/ 222516 h 222515"/>
                <a:gd name="connsiteX29" fmla="*/ 708932 w 1375400"/>
                <a:gd name="connsiteY29" fmla="*/ 222516 h 222515"/>
                <a:gd name="connsiteX30" fmla="*/ 780009 w 1375400"/>
                <a:gd name="connsiteY30" fmla="*/ 923 h 222515"/>
                <a:gd name="connsiteX31" fmla="*/ 701547 w 1375400"/>
                <a:gd name="connsiteY31" fmla="*/ 923 h 222515"/>
                <a:gd name="connsiteX32" fmla="*/ 959088 w 1375400"/>
                <a:gd name="connsiteY32" fmla="*/ 923 h 222515"/>
                <a:gd name="connsiteX33" fmla="*/ 780009 w 1375400"/>
                <a:gd name="connsiteY33" fmla="*/ 114489 h 222515"/>
                <a:gd name="connsiteX34" fmla="*/ 745855 w 1375400"/>
                <a:gd name="connsiteY34" fmla="*/ 222516 h 222515"/>
                <a:gd name="connsiteX35" fmla="*/ 825241 w 1375400"/>
                <a:gd name="connsiteY35" fmla="*/ 222516 h 222515"/>
                <a:gd name="connsiteX36" fmla="*/ 854779 w 1375400"/>
                <a:gd name="connsiteY36" fmla="*/ 131109 h 222515"/>
                <a:gd name="connsiteX37" fmla="*/ 1049551 w 1375400"/>
                <a:gd name="connsiteY37" fmla="*/ 131109 h 222515"/>
                <a:gd name="connsiteX38" fmla="*/ 1061551 w 1375400"/>
                <a:gd name="connsiteY38" fmla="*/ 92330 h 222515"/>
                <a:gd name="connsiteX39" fmla="*/ 869549 w 1375400"/>
                <a:gd name="connsiteY39" fmla="*/ 92330 h 222515"/>
                <a:gd name="connsiteX40" fmla="*/ 952627 w 1375400"/>
                <a:gd name="connsiteY40" fmla="*/ 39702 h 222515"/>
                <a:gd name="connsiteX41" fmla="*/ 1181553 w 1375400"/>
                <a:gd name="connsiteY41" fmla="*/ 39702 h 222515"/>
                <a:gd name="connsiteX42" fmla="*/ 1123398 w 1375400"/>
                <a:gd name="connsiteY42" fmla="*/ 222516 h 222515"/>
                <a:gd name="connsiteX43" fmla="*/ 1201860 w 1375400"/>
                <a:gd name="connsiteY43" fmla="*/ 222516 h 222515"/>
                <a:gd name="connsiteX44" fmla="*/ 1260015 w 1375400"/>
                <a:gd name="connsiteY44" fmla="*/ 39702 h 222515"/>
                <a:gd name="connsiteX45" fmla="*/ 1363401 w 1375400"/>
                <a:gd name="connsiteY45" fmla="*/ 39702 h 222515"/>
                <a:gd name="connsiteX46" fmla="*/ 1375401 w 1375400"/>
                <a:gd name="connsiteY46" fmla="*/ 923 h 222515"/>
                <a:gd name="connsiteX47" fmla="*/ 959088 w 1375400"/>
                <a:gd name="connsiteY47" fmla="*/ 923 h 222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375400" h="222515">
                  <a:moveTo>
                    <a:pt x="587084" y="923"/>
                  </a:moveTo>
                  <a:lnTo>
                    <a:pt x="557545" y="93253"/>
                  </a:lnTo>
                  <a:lnTo>
                    <a:pt x="426467" y="93253"/>
                  </a:lnTo>
                  <a:lnTo>
                    <a:pt x="456005" y="923"/>
                  </a:lnTo>
                  <a:lnTo>
                    <a:pt x="174464" y="923"/>
                  </a:lnTo>
                  <a:cubicBezTo>
                    <a:pt x="173541" y="923"/>
                    <a:pt x="60924" y="5540"/>
                    <a:pt x="40616" y="69248"/>
                  </a:cubicBezTo>
                  <a:cubicBezTo>
                    <a:pt x="24000" y="121876"/>
                    <a:pt x="99694" y="131109"/>
                    <a:pt x="130155" y="131109"/>
                  </a:cubicBezTo>
                  <a:lnTo>
                    <a:pt x="169848" y="131109"/>
                  </a:lnTo>
                  <a:cubicBezTo>
                    <a:pt x="182771" y="131109"/>
                    <a:pt x="221541" y="134802"/>
                    <a:pt x="213233" y="158808"/>
                  </a:cubicBezTo>
                  <a:cubicBezTo>
                    <a:pt x="204926" y="182814"/>
                    <a:pt x="159694" y="184660"/>
                    <a:pt x="155079" y="184660"/>
                  </a:cubicBezTo>
                  <a:lnTo>
                    <a:pt x="12000" y="184660"/>
                  </a:lnTo>
                  <a:lnTo>
                    <a:pt x="0" y="222516"/>
                  </a:lnTo>
                  <a:lnTo>
                    <a:pt x="167079" y="222516"/>
                  </a:lnTo>
                  <a:cubicBezTo>
                    <a:pt x="168002" y="222516"/>
                    <a:pt x="280619" y="217899"/>
                    <a:pt x="300927" y="155115"/>
                  </a:cubicBezTo>
                  <a:cubicBezTo>
                    <a:pt x="317542" y="102486"/>
                    <a:pt x="241849" y="92330"/>
                    <a:pt x="210464" y="92330"/>
                  </a:cubicBezTo>
                  <a:lnTo>
                    <a:pt x="172617" y="92330"/>
                  </a:lnTo>
                  <a:cubicBezTo>
                    <a:pt x="158771" y="92330"/>
                    <a:pt x="120925" y="88637"/>
                    <a:pt x="129232" y="64631"/>
                  </a:cubicBezTo>
                  <a:cubicBezTo>
                    <a:pt x="137540" y="40625"/>
                    <a:pt x="182771" y="39702"/>
                    <a:pt x="187387" y="39702"/>
                  </a:cubicBezTo>
                  <a:lnTo>
                    <a:pt x="365543" y="39702"/>
                  </a:lnTo>
                  <a:lnTo>
                    <a:pt x="307388" y="222516"/>
                  </a:lnTo>
                  <a:lnTo>
                    <a:pt x="385851" y="222516"/>
                  </a:lnTo>
                  <a:lnTo>
                    <a:pt x="415390" y="131109"/>
                  </a:lnTo>
                  <a:lnTo>
                    <a:pt x="544622" y="131109"/>
                  </a:lnTo>
                  <a:lnTo>
                    <a:pt x="516006" y="221592"/>
                  </a:lnTo>
                  <a:lnTo>
                    <a:pt x="594469" y="221592"/>
                  </a:lnTo>
                  <a:lnTo>
                    <a:pt x="665546" y="0"/>
                  </a:lnTo>
                  <a:lnTo>
                    <a:pt x="587084" y="923"/>
                  </a:lnTo>
                  <a:close/>
                  <a:moveTo>
                    <a:pt x="701547" y="923"/>
                  </a:moveTo>
                  <a:lnTo>
                    <a:pt x="630469" y="222516"/>
                  </a:lnTo>
                  <a:lnTo>
                    <a:pt x="708932" y="222516"/>
                  </a:lnTo>
                  <a:lnTo>
                    <a:pt x="780009" y="923"/>
                  </a:lnTo>
                  <a:lnTo>
                    <a:pt x="701547" y="923"/>
                  </a:lnTo>
                  <a:close/>
                  <a:moveTo>
                    <a:pt x="959088" y="923"/>
                  </a:moveTo>
                  <a:cubicBezTo>
                    <a:pt x="958165" y="923"/>
                    <a:pt x="816010" y="2770"/>
                    <a:pt x="780009" y="114489"/>
                  </a:cubicBezTo>
                  <a:cubicBezTo>
                    <a:pt x="780009" y="114489"/>
                    <a:pt x="753240" y="199433"/>
                    <a:pt x="745855" y="222516"/>
                  </a:cubicBezTo>
                  <a:lnTo>
                    <a:pt x="825241" y="222516"/>
                  </a:lnTo>
                  <a:lnTo>
                    <a:pt x="854779" y="131109"/>
                  </a:lnTo>
                  <a:lnTo>
                    <a:pt x="1049551" y="131109"/>
                  </a:lnTo>
                  <a:lnTo>
                    <a:pt x="1061551" y="92330"/>
                  </a:lnTo>
                  <a:lnTo>
                    <a:pt x="869549" y="92330"/>
                  </a:lnTo>
                  <a:cubicBezTo>
                    <a:pt x="888934" y="60938"/>
                    <a:pt x="917549" y="39702"/>
                    <a:pt x="952627" y="39702"/>
                  </a:cubicBezTo>
                  <a:lnTo>
                    <a:pt x="1181553" y="39702"/>
                  </a:lnTo>
                  <a:lnTo>
                    <a:pt x="1123398" y="222516"/>
                  </a:lnTo>
                  <a:lnTo>
                    <a:pt x="1201860" y="222516"/>
                  </a:lnTo>
                  <a:lnTo>
                    <a:pt x="1260015" y="39702"/>
                  </a:lnTo>
                  <a:lnTo>
                    <a:pt x="1363401" y="39702"/>
                  </a:lnTo>
                  <a:lnTo>
                    <a:pt x="1375401" y="923"/>
                  </a:lnTo>
                  <a:lnTo>
                    <a:pt x="959088" y="923"/>
                  </a:lnTo>
                  <a:close/>
                </a:path>
              </a:pathLst>
            </a:custGeom>
            <a:solidFill>
              <a:srgbClr val="D70027"/>
            </a:solidFill>
            <a:ln w="9231" cap="flat">
              <a:noFill/>
              <a:prstDash val="solid"/>
              <a:miter/>
            </a:ln>
          </p:spPr>
          <p:txBody>
            <a:bodyPr rtlCol="0" anchor="ctr"/>
            <a:lstStyle/>
            <a:p>
              <a:endParaRPr lang="ja-JP" altLang="en-US" b="0" i="0">
                <a:latin typeface="Arial" panose="020B0604020202020204" pitchFamily="34" charset="0"/>
              </a:endParaRPr>
            </a:p>
          </p:txBody>
        </p:sp>
        <p:sp>
          <p:nvSpPr>
            <p:cNvPr id="7" name="フリーフォーム 6">
              <a:extLst>
                <a:ext uri="{FF2B5EF4-FFF2-40B4-BE49-F238E27FC236}">
                  <a16:creationId xmlns:a16="http://schemas.microsoft.com/office/drawing/2014/main" id="{63665E03-525F-591D-8BDB-FBBF3058DAD0}"/>
                </a:ext>
              </a:extLst>
            </p:cNvPr>
            <p:cNvSpPr/>
            <p:nvPr/>
          </p:nvSpPr>
          <p:spPr>
            <a:xfrm>
              <a:off x="2829470" y="-4814712"/>
              <a:ext cx="1275707" cy="79404"/>
            </a:xfrm>
            <a:custGeom>
              <a:avLst/>
              <a:gdLst>
                <a:gd name="connsiteX0" fmla="*/ 73847 w 1275707"/>
                <a:gd name="connsiteY0" fmla="*/ 33239 h 79404"/>
                <a:gd name="connsiteX1" fmla="*/ 36924 w 1275707"/>
                <a:gd name="connsiteY1" fmla="*/ 57245 h 79404"/>
                <a:gd name="connsiteX2" fmla="*/ 60924 w 1275707"/>
                <a:gd name="connsiteY2" fmla="*/ 67401 h 79404"/>
                <a:gd name="connsiteX3" fmla="*/ 57231 w 1275707"/>
                <a:gd name="connsiteY3" fmla="*/ 77557 h 79404"/>
                <a:gd name="connsiteX4" fmla="*/ 24923 w 1275707"/>
                <a:gd name="connsiteY4" fmla="*/ 58168 h 79404"/>
                <a:gd name="connsiteX5" fmla="*/ 36000 w 1275707"/>
                <a:gd name="connsiteY5" fmla="*/ 38779 h 79404"/>
                <a:gd name="connsiteX6" fmla="*/ 2769 w 1275707"/>
                <a:gd name="connsiteY6" fmla="*/ 46165 h 79404"/>
                <a:gd name="connsiteX7" fmla="*/ 0 w 1275707"/>
                <a:gd name="connsiteY7" fmla="*/ 33239 h 79404"/>
                <a:gd name="connsiteX8" fmla="*/ 20308 w 1275707"/>
                <a:gd name="connsiteY8" fmla="*/ 31392 h 79404"/>
                <a:gd name="connsiteX9" fmla="*/ 35077 w 1275707"/>
                <a:gd name="connsiteY9" fmla="*/ 18466 h 79404"/>
                <a:gd name="connsiteX10" fmla="*/ 38770 w 1275707"/>
                <a:gd name="connsiteY10" fmla="*/ 14773 h 79404"/>
                <a:gd name="connsiteX11" fmla="*/ 15693 w 1275707"/>
                <a:gd name="connsiteY11" fmla="*/ 16619 h 79404"/>
                <a:gd name="connsiteX12" fmla="*/ 14769 w 1275707"/>
                <a:gd name="connsiteY12" fmla="*/ 4617 h 79404"/>
                <a:gd name="connsiteX13" fmla="*/ 24000 w 1275707"/>
                <a:gd name="connsiteY13" fmla="*/ 4617 h 79404"/>
                <a:gd name="connsiteX14" fmla="*/ 50770 w 1275707"/>
                <a:gd name="connsiteY14" fmla="*/ 2770 h 79404"/>
                <a:gd name="connsiteX15" fmla="*/ 58155 w 1275707"/>
                <a:gd name="connsiteY15" fmla="*/ 923 h 79404"/>
                <a:gd name="connsiteX16" fmla="*/ 62770 w 1275707"/>
                <a:gd name="connsiteY16" fmla="*/ 7386 h 79404"/>
                <a:gd name="connsiteX17" fmla="*/ 36924 w 1275707"/>
                <a:gd name="connsiteY17" fmla="*/ 29546 h 79404"/>
                <a:gd name="connsiteX18" fmla="*/ 72924 w 1275707"/>
                <a:gd name="connsiteY18" fmla="*/ 23083 h 79404"/>
                <a:gd name="connsiteX19" fmla="*/ 73847 w 1275707"/>
                <a:gd name="connsiteY19" fmla="*/ 33239 h 79404"/>
                <a:gd name="connsiteX20" fmla="*/ 176310 w 1275707"/>
                <a:gd name="connsiteY20" fmla="*/ 64631 h 79404"/>
                <a:gd name="connsiteX21" fmla="*/ 201233 w 1275707"/>
                <a:gd name="connsiteY21" fmla="*/ 36932 h 79404"/>
                <a:gd name="connsiteX22" fmla="*/ 180002 w 1275707"/>
                <a:gd name="connsiteY22" fmla="*/ 14773 h 79404"/>
                <a:gd name="connsiteX23" fmla="*/ 156002 w 1275707"/>
                <a:gd name="connsiteY23" fmla="*/ 68324 h 79404"/>
                <a:gd name="connsiteX24" fmla="*/ 138463 w 1275707"/>
                <a:gd name="connsiteY24" fmla="*/ 42472 h 79404"/>
                <a:gd name="connsiteX25" fmla="*/ 178156 w 1275707"/>
                <a:gd name="connsiteY25" fmla="*/ 3693 h 79404"/>
                <a:gd name="connsiteX26" fmla="*/ 212310 w 1275707"/>
                <a:gd name="connsiteY26" fmla="*/ 36009 h 79404"/>
                <a:gd name="connsiteX27" fmla="*/ 202156 w 1275707"/>
                <a:gd name="connsiteY27" fmla="*/ 61861 h 79404"/>
                <a:gd name="connsiteX28" fmla="*/ 183695 w 1275707"/>
                <a:gd name="connsiteY28" fmla="*/ 73864 h 79404"/>
                <a:gd name="connsiteX29" fmla="*/ 176310 w 1275707"/>
                <a:gd name="connsiteY29" fmla="*/ 64631 h 79404"/>
                <a:gd name="connsiteX30" fmla="*/ 149540 w 1275707"/>
                <a:gd name="connsiteY30" fmla="*/ 42472 h 79404"/>
                <a:gd name="connsiteX31" fmla="*/ 156002 w 1275707"/>
                <a:gd name="connsiteY31" fmla="*/ 55398 h 79404"/>
                <a:gd name="connsiteX32" fmla="*/ 162463 w 1275707"/>
                <a:gd name="connsiteY32" fmla="*/ 46165 h 79404"/>
                <a:gd name="connsiteX33" fmla="*/ 168925 w 1275707"/>
                <a:gd name="connsiteY33" fmla="*/ 16619 h 79404"/>
                <a:gd name="connsiteX34" fmla="*/ 149540 w 1275707"/>
                <a:gd name="connsiteY34" fmla="*/ 42472 h 79404"/>
                <a:gd name="connsiteX35" fmla="*/ 307388 w 1275707"/>
                <a:gd name="connsiteY35" fmla="*/ 14773 h 79404"/>
                <a:gd name="connsiteX36" fmla="*/ 307388 w 1275707"/>
                <a:gd name="connsiteY36" fmla="*/ 0 h 79404"/>
                <a:gd name="connsiteX37" fmla="*/ 318465 w 1275707"/>
                <a:gd name="connsiteY37" fmla="*/ 0 h 79404"/>
                <a:gd name="connsiteX38" fmla="*/ 320312 w 1275707"/>
                <a:gd name="connsiteY38" fmla="*/ 923 h 79404"/>
                <a:gd name="connsiteX39" fmla="*/ 317542 w 1275707"/>
                <a:gd name="connsiteY39" fmla="*/ 2770 h 79404"/>
                <a:gd name="connsiteX40" fmla="*/ 317542 w 1275707"/>
                <a:gd name="connsiteY40" fmla="*/ 14773 h 79404"/>
                <a:gd name="connsiteX41" fmla="*/ 329542 w 1275707"/>
                <a:gd name="connsiteY41" fmla="*/ 14773 h 79404"/>
                <a:gd name="connsiteX42" fmla="*/ 324004 w 1275707"/>
                <a:gd name="connsiteY42" fmla="*/ 12003 h 79404"/>
                <a:gd name="connsiteX43" fmla="*/ 330466 w 1275707"/>
                <a:gd name="connsiteY43" fmla="*/ 923 h 79404"/>
                <a:gd name="connsiteX44" fmla="*/ 340619 w 1275707"/>
                <a:gd name="connsiteY44" fmla="*/ 4617 h 79404"/>
                <a:gd name="connsiteX45" fmla="*/ 341543 w 1275707"/>
                <a:gd name="connsiteY45" fmla="*/ 5540 h 79404"/>
                <a:gd name="connsiteX46" fmla="*/ 338773 w 1275707"/>
                <a:gd name="connsiteY46" fmla="*/ 6463 h 79404"/>
                <a:gd name="connsiteX47" fmla="*/ 334158 w 1275707"/>
                <a:gd name="connsiteY47" fmla="*/ 14773 h 79404"/>
                <a:gd name="connsiteX48" fmla="*/ 349850 w 1275707"/>
                <a:gd name="connsiteY48" fmla="*/ 14773 h 79404"/>
                <a:gd name="connsiteX49" fmla="*/ 349850 w 1275707"/>
                <a:gd name="connsiteY49" fmla="*/ 33239 h 79404"/>
                <a:gd name="connsiteX50" fmla="*/ 339696 w 1275707"/>
                <a:gd name="connsiteY50" fmla="*/ 33239 h 79404"/>
                <a:gd name="connsiteX51" fmla="*/ 339696 w 1275707"/>
                <a:gd name="connsiteY51" fmla="*/ 22159 h 79404"/>
                <a:gd name="connsiteX52" fmla="*/ 287080 w 1275707"/>
                <a:gd name="connsiteY52" fmla="*/ 22159 h 79404"/>
                <a:gd name="connsiteX53" fmla="*/ 287080 w 1275707"/>
                <a:gd name="connsiteY53" fmla="*/ 33239 h 79404"/>
                <a:gd name="connsiteX54" fmla="*/ 276926 w 1275707"/>
                <a:gd name="connsiteY54" fmla="*/ 33239 h 79404"/>
                <a:gd name="connsiteX55" fmla="*/ 276926 w 1275707"/>
                <a:gd name="connsiteY55" fmla="*/ 14773 h 79404"/>
                <a:gd name="connsiteX56" fmla="*/ 291696 w 1275707"/>
                <a:gd name="connsiteY56" fmla="*/ 14773 h 79404"/>
                <a:gd name="connsiteX57" fmla="*/ 286157 w 1275707"/>
                <a:gd name="connsiteY57" fmla="*/ 5540 h 79404"/>
                <a:gd name="connsiteX58" fmla="*/ 294465 w 1275707"/>
                <a:gd name="connsiteY58" fmla="*/ 923 h 79404"/>
                <a:gd name="connsiteX59" fmla="*/ 301850 w 1275707"/>
                <a:gd name="connsiteY59" fmla="*/ 12003 h 79404"/>
                <a:gd name="connsiteX60" fmla="*/ 297234 w 1275707"/>
                <a:gd name="connsiteY60" fmla="*/ 14773 h 79404"/>
                <a:gd name="connsiteX61" fmla="*/ 307388 w 1275707"/>
                <a:gd name="connsiteY61" fmla="*/ 14773 h 79404"/>
                <a:gd name="connsiteX62" fmla="*/ 318465 w 1275707"/>
                <a:gd name="connsiteY62" fmla="*/ 47088 h 79404"/>
                <a:gd name="connsiteX63" fmla="*/ 342466 w 1275707"/>
                <a:gd name="connsiteY63" fmla="*/ 47088 h 79404"/>
                <a:gd name="connsiteX64" fmla="*/ 342466 w 1275707"/>
                <a:gd name="connsiteY64" fmla="*/ 65554 h 79404"/>
                <a:gd name="connsiteX65" fmla="*/ 337850 w 1275707"/>
                <a:gd name="connsiteY65" fmla="*/ 72941 h 79404"/>
                <a:gd name="connsiteX66" fmla="*/ 325850 w 1275707"/>
                <a:gd name="connsiteY66" fmla="*/ 74787 h 79404"/>
                <a:gd name="connsiteX67" fmla="*/ 322158 w 1275707"/>
                <a:gd name="connsiteY67" fmla="*/ 64631 h 79404"/>
                <a:gd name="connsiteX68" fmla="*/ 327696 w 1275707"/>
                <a:gd name="connsiteY68" fmla="*/ 65554 h 79404"/>
                <a:gd name="connsiteX69" fmla="*/ 331389 w 1275707"/>
                <a:gd name="connsiteY69" fmla="*/ 56321 h 79404"/>
                <a:gd name="connsiteX70" fmla="*/ 318465 w 1275707"/>
                <a:gd name="connsiteY70" fmla="*/ 56321 h 79404"/>
                <a:gd name="connsiteX71" fmla="*/ 318465 w 1275707"/>
                <a:gd name="connsiteY71" fmla="*/ 78481 h 79404"/>
                <a:gd name="connsiteX72" fmla="*/ 308311 w 1275707"/>
                <a:gd name="connsiteY72" fmla="*/ 78481 h 79404"/>
                <a:gd name="connsiteX73" fmla="*/ 308311 w 1275707"/>
                <a:gd name="connsiteY73" fmla="*/ 55398 h 79404"/>
                <a:gd name="connsiteX74" fmla="*/ 295388 w 1275707"/>
                <a:gd name="connsiteY74" fmla="*/ 55398 h 79404"/>
                <a:gd name="connsiteX75" fmla="*/ 295388 w 1275707"/>
                <a:gd name="connsiteY75" fmla="*/ 72941 h 79404"/>
                <a:gd name="connsiteX76" fmla="*/ 285234 w 1275707"/>
                <a:gd name="connsiteY76" fmla="*/ 72941 h 79404"/>
                <a:gd name="connsiteX77" fmla="*/ 285234 w 1275707"/>
                <a:gd name="connsiteY77" fmla="*/ 47088 h 79404"/>
                <a:gd name="connsiteX78" fmla="*/ 308311 w 1275707"/>
                <a:gd name="connsiteY78" fmla="*/ 47088 h 79404"/>
                <a:gd name="connsiteX79" fmla="*/ 308311 w 1275707"/>
                <a:gd name="connsiteY79" fmla="*/ 43395 h 79404"/>
                <a:gd name="connsiteX80" fmla="*/ 291696 w 1275707"/>
                <a:gd name="connsiteY80" fmla="*/ 43395 h 79404"/>
                <a:gd name="connsiteX81" fmla="*/ 291696 w 1275707"/>
                <a:gd name="connsiteY81" fmla="*/ 24929 h 79404"/>
                <a:gd name="connsiteX82" fmla="*/ 335081 w 1275707"/>
                <a:gd name="connsiteY82" fmla="*/ 24929 h 79404"/>
                <a:gd name="connsiteX83" fmla="*/ 335081 w 1275707"/>
                <a:gd name="connsiteY83" fmla="*/ 43395 h 79404"/>
                <a:gd name="connsiteX84" fmla="*/ 318465 w 1275707"/>
                <a:gd name="connsiteY84" fmla="*/ 43395 h 79404"/>
                <a:gd name="connsiteX85" fmla="*/ 318465 w 1275707"/>
                <a:gd name="connsiteY85" fmla="*/ 47088 h 79404"/>
                <a:gd name="connsiteX86" fmla="*/ 300927 w 1275707"/>
                <a:gd name="connsiteY86" fmla="*/ 32316 h 79404"/>
                <a:gd name="connsiteX87" fmla="*/ 300927 w 1275707"/>
                <a:gd name="connsiteY87" fmla="*/ 37855 h 79404"/>
                <a:gd name="connsiteX88" fmla="*/ 324927 w 1275707"/>
                <a:gd name="connsiteY88" fmla="*/ 37855 h 79404"/>
                <a:gd name="connsiteX89" fmla="*/ 324927 w 1275707"/>
                <a:gd name="connsiteY89" fmla="*/ 32316 h 79404"/>
                <a:gd name="connsiteX90" fmla="*/ 300927 w 1275707"/>
                <a:gd name="connsiteY90" fmla="*/ 32316 h 79404"/>
                <a:gd name="connsiteX91" fmla="*/ 444005 w 1275707"/>
                <a:gd name="connsiteY91" fmla="*/ 14773 h 79404"/>
                <a:gd name="connsiteX92" fmla="*/ 444005 w 1275707"/>
                <a:gd name="connsiteY92" fmla="*/ 22159 h 79404"/>
                <a:gd name="connsiteX93" fmla="*/ 417236 w 1275707"/>
                <a:gd name="connsiteY93" fmla="*/ 22159 h 79404"/>
                <a:gd name="connsiteX94" fmla="*/ 417236 w 1275707"/>
                <a:gd name="connsiteY94" fmla="*/ 14773 h 79404"/>
                <a:gd name="connsiteX95" fmla="*/ 444005 w 1275707"/>
                <a:gd name="connsiteY95" fmla="*/ 14773 h 79404"/>
                <a:gd name="connsiteX96" fmla="*/ 428313 w 1275707"/>
                <a:gd name="connsiteY96" fmla="*/ 73864 h 79404"/>
                <a:gd name="connsiteX97" fmla="*/ 428313 w 1275707"/>
                <a:gd name="connsiteY97" fmla="*/ 77557 h 79404"/>
                <a:gd name="connsiteX98" fmla="*/ 419082 w 1275707"/>
                <a:gd name="connsiteY98" fmla="*/ 77557 h 79404"/>
                <a:gd name="connsiteX99" fmla="*/ 419082 w 1275707"/>
                <a:gd name="connsiteY99" fmla="*/ 47088 h 79404"/>
                <a:gd name="connsiteX100" fmla="*/ 443082 w 1275707"/>
                <a:gd name="connsiteY100" fmla="*/ 47088 h 79404"/>
                <a:gd name="connsiteX101" fmla="*/ 443082 w 1275707"/>
                <a:gd name="connsiteY101" fmla="*/ 76634 h 79404"/>
                <a:gd name="connsiteX102" fmla="*/ 434774 w 1275707"/>
                <a:gd name="connsiteY102" fmla="*/ 76634 h 79404"/>
                <a:gd name="connsiteX103" fmla="*/ 434774 w 1275707"/>
                <a:gd name="connsiteY103" fmla="*/ 73864 h 79404"/>
                <a:gd name="connsiteX104" fmla="*/ 428313 w 1275707"/>
                <a:gd name="connsiteY104" fmla="*/ 73864 h 79404"/>
                <a:gd name="connsiteX105" fmla="*/ 441236 w 1275707"/>
                <a:gd name="connsiteY105" fmla="*/ 3693 h 79404"/>
                <a:gd name="connsiteX106" fmla="*/ 441236 w 1275707"/>
                <a:gd name="connsiteY106" fmla="*/ 11080 h 79404"/>
                <a:gd name="connsiteX107" fmla="*/ 420928 w 1275707"/>
                <a:gd name="connsiteY107" fmla="*/ 11080 h 79404"/>
                <a:gd name="connsiteX108" fmla="*/ 420928 w 1275707"/>
                <a:gd name="connsiteY108" fmla="*/ 3693 h 79404"/>
                <a:gd name="connsiteX109" fmla="*/ 441236 w 1275707"/>
                <a:gd name="connsiteY109" fmla="*/ 3693 h 79404"/>
                <a:gd name="connsiteX110" fmla="*/ 441236 w 1275707"/>
                <a:gd name="connsiteY110" fmla="*/ 25852 h 79404"/>
                <a:gd name="connsiteX111" fmla="*/ 441236 w 1275707"/>
                <a:gd name="connsiteY111" fmla="*/ 33239 h 79404"/>
                <a:gd name="connsiteX112" fmla="*/ 420928 w 1275707"/>
                <a:gd name="connsiteY112" fmla="*/ 33239 h 79404"/>
                <a:gd name="connsiteX113" fmla="*/ 420928 w 1275707"/>
                <a:gd name="connsiteY113" fmla="*/ 25852 h 79404"/>
                <a:gd name="connsiteX114" fmla="*/ 441236 w 1275707"/>
                <a:gd name="connsiteY114" fmla="*/ 25852 h 79404"/>
                <a:gd name="connsiteX115" fmla="*/ 441236 w 1275707"/>
                <a:gd name="connsiteY115" fmla="*/ 36932 h 79404"/>
                <a:gd name="connsiteX116" fmla="*/ 441236 w 1275707"/>
                <a:gd name="connsiteY116" fmla="*/ 44319 h 79404"/>
                <a:gd name="connsiteX117" fmla="*/ 420928 w 1275707"/>
                <a:gd name="connsiteY117" fmla="*/ 44319 h 79404"/>
                <a:gd name="connsiteX118" fmla="*/ 420928 w 1275707"/>
                <a:gd name="connsiteY118" fmla="*/ 36932 h 79404"/>
                <a:gd name="connsiteX119" fmla="*/ 441236 w 1275707"/>
                <a:gd name="connsiteY119" fmla="*/ 36932 h 79404"/>
                <a:gd name="connsiteX120" fmla="*/ 435698 w 1275707"/>
                <a:gd name="connsiteY120" fmla="*/ 65554 h 79404"/>
                <a:gd name="connsiteX121" fmla="*/ 435698 w 1275707"/>
                <a:gd name="connsiteY121" fmla="*/ 56321 h 79404"/>
                <a:gd name="connsiteX122" fmla="*/ 428313 w 1275707"/>
                <a:gd name="connsiteY122" fmla="*/ 56321 h 79404"/>
                <a:gd name="connsiteX123" fmla="*/ 428313 w 1275707"/>
                <a:gd name="connsiteY123" fmla="*/ 65554 h 79404"/>
                <a:gd name="connsiteX124" fmla="*/ 435698 w 1275707"/>
                <a:gd name="connsiteY124" fmla="*/ 65554 h 79404"/>
                <a:gd name="connsiteX125" fmla="*/ 493852 w 1275707"/>
                <a:gd name="connsiteY125" fmla="*/ 43395 h 79404"/>
                <a:gd name="connsiteX126" fmla="*/ 493852 w 1275707"/>
                <a:gd name="connsiteY126" fmla="*/ 43395 h 79404"/>
                <a:gd name="connsiteX127" fmla="*/ 492006 w 1275707"/>
                <a:gd name="connsiteY127" fmla="*/ 45242 h 79404"/>
                <a:gd name="connsiteX128" fmla="*/ 485544 w 1275707"/>
                <a:gd name="connsiteY128" fmla="*/ 57245 h 79404"/>
                <a:gd name="connsiteX129" fmla="*/ 488314 w 1275707"/>
                <a:gd name="connsiteY129" fmla="*/ 62785 h 79404"/>
                <a:gd name="connsiteX130" fmla="*/ 490160 w 1275707"/>
                <a:gd name="connsiteY130" fmla="*/ 55398 h 79404"/>
                <a:gd name="connsiteX131" fmla="*/ 496621 w 1275707"/>
                <a:gd name="connsiteY131" fmla="*/ 61861 h 79404"/>
                <a:gd name="connsiteX132" fmla="*/ 488314 w 1275707"/>
                <a:gd name="connsiteY132" fmla="*/ 77557 h 79404"/>
                <a:gd name="connsiteX133" fmla="*/ 479083 w 1275707"/>
                <a:gd name="connsiteY133" fmla="*/ 66478 h 79404"/>
                <a:gd name="connsiteX134" fmla="*/ 466159 w 1275707"/>
                <a:gd name="connsiteY134" fmla="*/ 79404 h 79404"/>
                <a:gd name="connsiteX135" fmla="*/ 459698 w 1275707"/>
                <a:gd name="connsiteY135" fmla="*/ 72941 h 79404"/>
                <a:gd name="connsiteX136" fmla="*/ 465236 w 1275707"/>
                <a:gd name="connsiteY136" fmla="*/ 68324 h 79404"/>
                <a:gd name="connsiteX137" fmla="*/ 453236 w 1275707"/>
                <a:gd name="connsiteY137" fmla="*/ 68324 h 79404"/>
                <a:gd name="connsiteX138" fmla="*/ 453236 w 1275707"/>
                <a:gd name="connsiteY138" fmla="*/ 74787 h 79404"/>
                <a:gd name="connsiteX139" fmla="*/ 444928 w 1275707"/>
                <a:gd name="connsiteY139" fmla="*/ 74787 h 79404"/>
                <a:gd name="connsiteX140" fmla="*/ 444928 w 1275707"/>
                <a:gd name="connsiteY140" fmla="*/ 39702 h 79404"/>
                <a:gd name="connsiteX141" fmla="*/ 468929 w 1275707"/>
                <a:gd name="connsiteY141" fmla="*/ 39702 h 79404"/>
                <a:gd name="connsiteX142" fmla="*/ 468929 w 1275707"/>
                <a:gd name="connsiteY142" fmla="*/ 63708 h 79404"/>
                <a:gd name="connsiteX143" fmla="*/ 475390 w 1275707"/>
                <a:gd name="connsiteY143" fmla="*/ 56321 h 79404"/>
                <a:gd name="connsiteX144" fmla="*/ 472621 w 1275707"/>
                <a:gd name="connsiteY144" fmla="*/ 36932 h 79404"/>
                <a:gd name="connsiteX145" fmla="*/ 443082 w 1275707"/>
                <a:gd name="connsiteY145" fmla="*/ 36932 h 79404"/>
                <a:gd name="connsiteX146" fmla="*/ 443082 w 1275707"/>
                <a:gd name="connsiteY146" fmla="*/ 28622 h 79404"/>
                <a:gd name="connsiteX147" fmla="*/ 448621 w 1275707"/>
                <a:gd name="connsiteY147" fmla="*/ 28622 h 79404"/>
                <a:gd name="connsiteX148" fmla="*/ 445851 w 1275707"/>
                <a:gd name="connsiteY148" fmla="*/ 19389 h 79404"/>
                <a:gd name="connsiteX149" fmla="*/ 451390 w 1275707"/>
                <a:gd name="connsiteY149" fmla="*/ 16619 h 79404"/>
                <a:gd name="connsiteX150" fmla="*/ 444005 w 1275707"/>
                <a:gd name="connsiteY150" fmla="*/ 16619 h 79404"/>
                <a:gd name="connsiteX151" fmla="*/ 444005 w 1275707"/>
                <a:gd name="connsiteY151" fmla="*/ 9233 h 79404"/>
                <a:gd name="connsiteX152" fmla="*/ 452313 w 1275707"/>
                <a:gd name="connsiteY152" fmla="*/ 9233 h 79404"/>
                <a:gd name="connsiteX153" fmla="*/ 452313 w 1275707"/>
                <a:gd name="connsiteY153" fmla="*/ 923 h 79404"/>
                <a:gd name="connsiteX154" fmla="*/ 462467 w 1275707"/>
                <a:gd name="connsiteY154" fmla="*/ 923 h 79404"/>
                <a:gd name="connsiteX155" fmla="*/ 464313 w 1275707"/>
                <a:gd name="connsiteY155" fmla="*/ 1847 h 79404"/>
                <a:gd name="connsiteX156" fmla="*/ 462467 w 1275707"/>
                <a:gd name="connsiteY156" fmla="*/ 3693 h 79404"/>
                <a:gd name="connsiteX157" fmla="*/ 462467 w 1275707"/>
                <a:gd name="connsiteY157" fmla="*/ 9233 h 79404"/>
                <a:gd name="connsiteX158" fmla="*/ 470775 w 1275707"/>
                <a:gd name="connsiteY158" fmla="*/ 9233 h 79404"/>
                <a:gd name="connsiteX159" fmla="*/ 470775 w 1275707"/>
                <a:gd name="connsiteY159" fmla="*/ 17543 h 79404"/>
                <a:gd name="connsiteX160" fmla="*/ 463390 w 1275707"/>
                <a:gd name="connsiteY160" fmla="*/ 17543 h 79404"/>
                <a:gd name="connsiteX161" fmla="*/ 468929 w 1275707"/>
                <a:gd name="connsiteY161" fmla="*/ 19389 h 79404"/>
                <a:gd name="connsiteX162" fmla="*/ 469852 w 1275707"/>
                <a:gd name="connsiteY162" fmla="*/ 20313 h 79404"/>
                <a:gd name="connsiteX163" fmla="*/ 468006 w 1275707"/>
                <a:gd name="connsiteY163" fmla="*/ 21236 h 79404"/>
                <a:gd name="connsiteX164" fmla="*/ 465236 w 1275707"/>
                <a:gd name="connsiteY164" fmla="*/ 28622 h 79404"/>
                <a:gd name="connsiteX165" fmla="*/ 471698 w 1275707"/>
                <a:gd name="connsiteY165" fmla="*/ 28622 h 79404"/>
                <a:gd name="connsiteX166" fmla="*/ 471698 w 1275707"/>
                <a:gd name="connsiteY166" fmla="*/ 0 h 79404"/>
                <a:gd name="connsiteX167" fmla="*/ 480929 w 1275707"/>
                <a:gd name="connsiteY167" fmla="*/ 0 h 79404"/>
                <a:gd name="connsiteX168" fmla="*/ 482775 w 1275707"/>
                <a:gd name="connsiteY168" fmla="*/ 923 h 79404"/>
                <a:gd name="connsiteX169" fmla="*/ 480929 w 1275707"/>
                <a:gd name="connsiteY169" fmla="*/ 2770 h 79404"/>
                <a:gd name="connsiteX170" fmla="*/ 480929 w 1275707"/>
                <a:gd name="connsiteY170" fmla="*/ 28622 h 79404"/>
                <a:gd name="connsiteX171" fmla="*/ 494775 w 1275707"/>
                <a:gd name="connsiteY171" fmla="*/ 28622 h 79404"/>
                <a:gd name="connsiteX172" fmla="*/ 494775 w 1275707"/>
                <a:gd name="connsiteY172" fmla="*/ 36932 h 79404"/>
                <a:gd name="connsiteX173" fmla="*/ 481852 w 1275707"/>
                <a:gd name="connsiteY173" fmla="*/ 36932 h 79404"/>
                <a:gd name="connsiteX174" fmla="*/ 482775 w 1275707"/>
                <a:gd name="connsiteY174" fmla="*/ 45242 h 79404"/>
                <a:gd name="connsiteX175" fmla="*/ 485544 w 1275707"/>
                <a:gd name="connsiteY175" fmla="*/ 37855 h 79404"/>
                <a:gd name="connsiteX176" fmla="*/ 493852 w 1275707"/>
                <a:gd name="connsiteY176" fmla="*/ 43395 h 79404"/>
                <a:gd name="connsiteX177" fmla="*/ 452313 w 1275707"/>
                <a:gd name="connsiteY177" fmla="*/ 17543 h 79404"/>
                <a:gd name="connsiteX178" fmla="*/ 456005 w 1275707"/>
                <a:gd name="connsiteY178" fmla="*/ 27699 h 79404"/>
                <a:gd name="connsiteX179" fmla="*/ 451390 w 1275707"/>
                <a:gd name="connsiteY179" fmla="*/ 28622 h 79404"/>
                <a:gd name="connsiteX180" fmla="*/ 458775 w 1275707"/>
                <a:gd name="connsiteY180" fmla="*/ 28622 h 79404"/>
                <a:gd name="connsiteX181" fmla="*/ 462467 w 1275707"/>
                <a:gd name="connsiteY181" fmla="*/ 16619 h 79404"/>
                <a:gd name="connsiteX182" fmla="*/ 452313 w 1275707"/>
                <a:gd name="connsiteY182" fmla="*/ 17543 h 79404"/>
                <a:gd name="connsiteX183" fmla="*/ 452313 w 1275707"/>
                <a:gd name="connsiteY183" fmla="*/ 17543 h 79404"/>
                <a:gd name="connsiteX184" fmla="*/ 461544 w 1275707"/>
                <a:gd name="connsiteY184" fmla="*/ 50782 h 79404"/>
                <a:gd name="connsiteX185" fmla="*/ 461544 w 1275707"/>
                <a:gd name="connsiteY185" fmla="*/ 46165 h 79404"/>
                <a:gd name="connsiteX186" fmla="*/ 454159 w 1275707"/>
                <a:gd name="connsiteY186" fmla="*/ 46165 h 79404"/>
                <a:gd name="connsiteX187" fmla="*/ 454159 w 1275707"/>
                <a:gd name="connsiteY187" fmla="*/ 50782 h 79404"/>
                <a:gd name="connsiteX188" fmla="*/ 461544 w 1275707"/>
                <a:gd name="connsiteY188" fmla="*/ 50782 h 79404"/>
                <a:gd name="connsiteX189" fmla="*/ 454159 w 1275707"/>
                <a:gd name="connsiteY189" fmla="*/ 56321 h 79404"/>
                <a:gd name="connsiteX190" fmla="*/ 454159 w 1275707"/>
                <a:gd name="connsiteY190" fmla="*/ 60938 h 79404"/>
                <a:gd name="connsiteX191" fmla="*/ 461544 w 1275707"/>
                <a:gd name="connsiteY191" fmla="*/ 60938 h 79404"/>
                <a:gd name="connsiteX192" fmla="*/ 461544 w 1275707"/>
                <a:gd name="connsiteY192" fmla="*/ 56321 h 79404"/>
                <a:gd name="connsiteX193" fmla="*/ 454159 w 1275707"/>
                <a:gd name="connsiteY193" fmla="*/ 56321 h 79404"/>
                <a:gd name="connsiteX194" fmla="*/ 489237 w 1275707"/>
                <a:gd name="connsiteY194" fmla="*/ 6463 h 79404"/>
                <a:gd name="connsiteX195" fmla="*/ 494775 w 1275707"/>
                <a:gd name="connsiteY195" fmla="*/ 21236 h 79404"/>
                <a:gd name="connsiteX196" fmla="*/ 486467 w 1275707"/>
                <a:gd name="connsiteY196" fmla="*/ 24006 h 79404"/>
                <a:gd name="connsiteX197" fmla="*/ 481852 w 1275707"/>
                <a:gd name="connsiteY197" fmla="*/ 10156 h 79404"/>
                <a:gd name="connsiteX198" fmla="*/ 489237 w 1275707"/>
                <a:gd name="connsiteY198" fmla="*/ 6463 h 79404"/>
                <a:gd name="connsiteX199" fmla="*/ 534468 w 1275707"/>
                <a:gd name="connsiteY199" fmla="*/ 53552 h 79404"/>
                <a:gd name="connsiteX200" fmla="*/ 552930 w 1275707"/>
                <a:gd name="connsiteY200" fmla="*/ 68324 h 79404"/>
                <a:gd name="connsiteX201" fmla="*/ 544622 w 1275707"/>
                <a:gd name="connsiteY201" fmla="*/ 76634 h 79404"/>
                <a:gd name="connsiteX202" fmla="*/ 528006 w 1275707"/>
                <a:gd name="connsiteY202" fmla="*/ 61861 h 79404"/>
                <a:gd name="connsiteX203" fmla="*/ 534468 w 1275707"/>
                <a:gd name="connsiteY203" fmla="*/ 53552 h 79404"/>
                <a:gd name="connsiteX204" fmla="*/ 633238 w 1275707"/>
                <a:gd name="connsiteY204" fmla="*/ 36932 h 79404"/>
                <a:gd name="connsiteX205" fmla="*/ 633238 w 1275707"/>
                <a:gd name="connsiteY205" fmla="*/ 36932 h 79404"/>
                <a:gd name="connsiteX206" fmla="*/ 631392 w 1275707"/>
                <a:gd name="connsiteY206" fmla="*/ 38779 h 79404"/>
                <a:gd name="connsiteX207" fmla="*/ 630469 w 1275707"/>
                <a:gd name="connsiteY207" fmla="*/ 39702 h 79404"/>
                <a:gd name="connsiteX208" fmla="*/ 655393 w 1275707"/>
                <a:gd name="connsiteY208" fmla="*/ 39702 h 79404"/>
                <a:gd name="connsiteX209" fmla="*/ 659085 w 1275707"/>
                <a:gd name="connsiteY209" fmla="*/ 44319 h 79404"/>
                <a:gd name="connsiteX210" fmla="*/ 644315 w 1275707"/>
                <a:gd name="connsiteY210" fmla="*/ 60938 h 79404"/>
                <a:gd name="connsiteX211" fmla="*/ 674777 w 1275707"/>
                <a:gd name="connsiteY211" fmla="*/ 67401 h 79404"/>
                <a:gd name="connsiteX212" fmla="*/ 668316 w 1275707"/>
                <a:gd name="connsiteY212" fmla="*/ 77557 h 79404"/>
                <a:gd name="connsiteX213" fmla="*/ 636008 w 1275707"/>
                <a:gd name="connsiteY213" fmla="*/ 66478 h 79404"/>
                <a:gd name="connsiteX214" fmla="*/ 604623 w 1275707"/>
                <a:gd name="connsiteY214" fmla="*/ 77557 h 79404"/>
                <a:gd name="connsiteX215" fmla="*/ 598161 w 1275707"/>
                <a:gd name="connsiteY215" fmla="*/ 68324 h 79404"/>
                <a:gd name="connsiteX216" fmla="*/ 627700 w 1275707"/>
                <a:gd name="connsiteY216" fmla="*/ 60015 h 79404"/>
                <a:gd name="connsiteX217" fmla="*/ 620315 w 1275707"/>
                <a:gd name="connsiteY217" fmla="*/ 50782 h 79404"/>
                <a:gd name="connsiteX218" fmla="*/ 605546 w 1275707"/>
                <a:gd name="connsiteY218" fmla="*/ 60938 h 79404"/>
                <a:gd name="connsiteX219" fmla="*/ 598161 w 1275707"/>
                <a:gd name="connsiteY219" fmla="*/ 53552 h 79404"/>
                <a:gd name="connsiteX220" fmla="*/ 624007 w 1275707"/>
                <a:gd name="connsiteY220" fmla="*/ 33239 h 79404"/>
                <a:gd name="connsiteX221" fmla="*/ 612930 w 1275707"/>
                <a:gd name="connsiteY221" fmla="*/ 38779 h 79404"/>
                <a:gd name="connsiteX222" fmla="*/ 605546 w 1275707"/>
                <a:gd name="connsiteY222" fmla="*/ 33239 h 79404"/>
                <a:gd name="connsiteX223" fmla="*/ 622161 w 1275707"/>
                <a:gd name="connsiteY223" fmla="*/ 15696 h 79404"/>
                <a:gd name="connsiteX224" fmla="*/ 609238 w 1275707"/>
                <a:gd name="connsiteY224" fmla="*/ 15696 h 79404"/>
                <a:gd name="connsiteX225" fmla="*/ 615700 w 1275707"/>
                <a:gd name="connsiteY225" fmla="*/ 20313 h 79404"/>
                <a:gd name="connsiteX226" fmla="*/ 616623 w 1275707"/>
                <a:gd name="connsiteY226" fmla="*/ 21236 h 79404"/>
                <a:gd name="connsiteX227" fmla="*/ 615700 w 1275707"/>
                <a:gd name="connsiteY227" fmla="*/ 22159 h 79404"/>
                <a:gd name="connsiteX228" fmla="*/ 613854 w 1275707"/>
                <a:gd name="connsiteY228" fmla="*/ 22159 h 79404"/>
                <a:gd name="connsiteX229" fmla="*/ 600930 w 1275707"/>
                <a:gd name="connsiteY229" fmla="*/ 34162 h 79404"/>
                <a:gd name="connsiteX230" fmla="*/ 593545 w 1275707"/>
                <a:gd name="connsiteY230" fmla="*/ 27699 h 79404"/>
                <a:gd name="connsiteX231" fmla="*/ 607392 w 1275707"/>
                <a:gd name="connsiteY231" fmla="*/ 15696 h 79404"/>
                <a:gd name="connsiteX232" fmla="*/ 595392 w 1275707"/>
                <a:gd name="connsiteY232" fmla="*/ 15696 h 79404"/>
                <a:gd name="connsiteX233" fmla="*/ 595392 w 1275707"/>
                <a:gd name="connsiteY233" fmla="*/ 7386 h 79404"/>
                <a:gd name="connsiteX234" fmla="*/ 628623 w 1275707"/>
                <a:gd name="connsiteY234" fmla="*/ 7386 h 79404"/>
                <a:gd name="connsiteX235" fmla="*/ 628623 w 1275707"/>
                <a:gd name="connsiteY235" fmla="*/ 0 h 79404"/>
                <a:gd name="connsiteX236" fmla="*/ 639700 w 1275707"/>
                <a:gd name="connsiteY236" fmla="*/ 0 h 79404"/>
                <a:gd name="connsiteX237" fmla="*/ 641546 w 1275707"/>
                <a:gd name="connsiteY237" fmla="*/ 923 h 79404"/>
                <a:gd name="connsiteX238" fmla="*/ 639700 w 1275707"/>
                <a:gd name="connsiteY238" fmla="*/ 2770 h 79404"/>
                <a:gd name="connsiteX239" fmla="*/ 639700 w 1275707"/>
                <a:gd name="connsiteY239" fmla="*/ 7386 h 79404"/>
                <a:gd name="connsiteX240" fmla="*/ 672931 w 1275707"/>
                <a:gd name="connsiteY240" fmla="*/ 7386 h 79404"/>
                <a:gd name="connsiteX241" fmla="*/ 672931 w 1275707"/>
                <a:gd name="connsiteY241" fmla="*/ 15696 h 79404"/>
                <a:gd name="connsiteX242" fmla="*/ 648931 w 1275707"/>
                <a:gd name="connsiteY242" fmla="*/ 15696 h 79404"/>
                <a:gd name="connsiteX243" fmla="*/ 648931 w 1275707"/>
                <a:gd name="connsiteY243" fmla="*/ 32316 h 79404"/>
                <a:gd name="connsiteX244" fmla="*/ 636008 w 1275707"/>
                <a:gd name="connsiteY244" fmla="*/ 39702 h 79404"/>
                <a:gd name="connsiteX245" fmla="*/ 631392 w 1275707"/>
                <a:gd name="connsiteY245" fmla="*/ 30469 h 79404"/>
                <a:gd name="connsiteX246" fmla="*/ 636931 w 1275707"/>
                <a:gd name="connsiteY246" fmla="*/ 31392 h 79404"/>
                <a:gd name="connsiteX247" fmla="*/ 639700 w 1275707"/>
                <a:gd name="connsiteY247" fmla="*/ 29546 h 79404"/>
                <a:gd name="connsiteX248" fmla="*/ 639700 w 1275707"/>
                <a:gd name="connsiteY248" fmla="*/ 15696 h 79404"/>
                <a:gd name="connsiteX249" fmla="*/ 632315 w 1275707"/>
                <a:gd name="connsiteY249" fmla="*/ 15696 h 79404"/>
                <a:gd name="connsiteX250" fmla="*/ 624931 w 1275707"/>
                <a:gd name="connsiteY250" fmla="*/ 34162 h 79404"/>
                <a:gd name="connsiteX251" fmla="*/ 633238 w 1275707"/>
                <a:gd name="connsiteY251" fmla="*/ 36932 h 79404"/>
                <a:gd name="connsiteX252" fmla="*/ 633238 w 1275707"/>
                <a:gd name="connsiteY252" fmla="*/ 36932 h 79404"/>
                <a:gd name="connsiteX253" fmla="*/ 627700 w 1275707"/>
                <a:gd name="connsiteY253" fmla="*/ 48935 h 79404"/>
                <a:gd name="connsiteX254" fmla="*/ 635084 w 1275707"/>
                <a:gd name="connsiteY254" fmla="*/ 56321 h 79404"/>
                <a:gd name="connsiteX255" fmla="*/ 642469 w 1275707"/>
                <a:gd name="connsiteY255" fmla="*/ 48935 h 79404"/>
                <a:gd name="connsiteX256" fmla="*/ 627700 w 1275707"/>
                <a:gd name="connsiteY256" fmla="*/ 48935 h 79404"/>
                <a:gd name="connsiteX257" fmla="*/ 658162 w 1275707"/>
                <a:gd name="connsiteY257" fmla="*/ 15696 h 79404"/>
                <a:gd name="connsiteX258" fmla="*/ 671085 w 1275707"/>
                <a:gd name="connsiteY258" fmla="*/ 29546 h 79404"/>
                <a:gd name="connsiteX259" fmla="*/ 662777 w 1275707"/>
                <a:gd name="connsiteY259" fmla="*/ 35085 h 79404"/>
                <a:gd name="connsiteX260" fmla="*/ 650777 w 1275707"/>
                <a:gd name="connsiteY260" fmla="*/ 21236 h 79404"/>
                <a:gd name="connsiteX261" fmla="*/ 658162 w 1275707"/>
                <a:gd name="connsiteY261" fmla="*/ 15696 h 79404"/>
                <a:gd name="connsiteX262" fmla="*/ 783702 w 1275707"/>
                <a:gd name="connsiteY262" fmla="*/ 24006 h 79404"/>
                <a:gd name="connsiteX263" fmla="*/ 764317 w 1275707"/>
                <a:gd name="connsiteY263" fmla="*/ 43395 h 79404"/>
                <a:gd name="connsiteX264" fmla="*/ 766163 w 1275707"/>
                <a:gd name="connsiteY264" fmla="*/ 43395 h 79404"/>
                <a:gd name="connsiteX265" fmla="*/ 772625 w 1275707"/>
                <a:gd name="connsiteY265" fmla="*/ 48935 h 79404"/>
                <a:gd name="connsiteX266" fmla="*/ 771701 w 1275707"/>
                <a:gd name="connsiteY266" fmla="*/ 60015 h 79404"/>
                <a:gd name="connsiteX267" fmla="*/ 778163 w 1275707"/>
                <a:gd name="connsiteY267" fmla="*/ 65554 h 79404"/>
                <a:gd name="connsiteX268" fmla="*/ 796625 w 1275707"/>
                <a:gd name="connsiteY268" fmla="*/ 62785 h 79404"/>
                <a:gd name="connsiteX269" fmla="*/ 796625 w 1275707"/>
                <a:gd name="connsiteY269" fmla="*/ 74787 h 79404"/>
                <a:gd name="connsiteX270" fmla="*/ 776317 w 1275707"/>
                <a:gd name="connsiteY270" fmla="*/ 76634 h 79404"/>
                <a:gd name="connsiteX271" fmla="*/ 759701 w 1275707"/>
                <a:gd name="connsiteY271" fmla="*/ 65554 h 79404"/>
                <a:gd name="connsiteX272" fmla="*/ 760624 w 1275707"/>
                <a:gd name="connsiteY272" fmla="*/ 57245 h 79404"/>
                <a:gd name="connsiteX273" fmla="*/ 757855 w 1275707"/>
                <a:gd name="connsiteY273" fmla="*/ 53552 h 79404"/>
                <a:gd name="connsiteX274" fmla="*/ 750470 w 1275707"/>
                <a:gd name="connsiteY274" fmla="*/ 59091 h 79404"/>
                <a:gd name="connsiteX275" fmla="*/ 733855 w 1275707"/>
                <a:gd name="connsiteY275" fmla="*/ 77557 h 79404"/>
                <a:gd name="connsiteX276" fmla="*/ 724624 w 1275707"/>
                <a:gd name="connsiteY276" fmla="*/ 69248 h 79404"/>
                <a:gd name="connsiteX277" fmla="*/ 760624 w 1275707"/>
                <a:gd name="connsiteY277" fmla="*/ 31392 h 79404"/>
                <a:gd name="connsiteX278" fmla="*/ 732932 w 1275707"/>
                <a:gd name="connsiteY278" fmla="*/ 36009 h 79404"/>
                <a:gd name="connsiteX279" fmla="*/ 731086 w 1275707"/>
                <a:gd name="connsiteY279" fmla="*/ 24929 h 79404"/>
                <a:gd name="connsiteX280" fmla="*/ 776317 w 1275707"/>
                <a:gd name="connsiteY280" fmla="*/ 17543 h 79404"/>
                <a:gd name="connsiteX281" fmla="*/ 783702 w 1275707"/>
                <a:gd name="connsiteY281" fmla="*/ 24006 h 79404"/>
                <a:gd name="connsiteX282" fmla="*/ 745855 w 1275707"/>
                <a:gd name="connsiteY282" fmla="*/ 1847 h 79404"/>
                <a:gd name="connsiteX283" fmla="*/ 768932 w 1275707"/>
                <a:gd name="connsiteY283" fmla="*/ 4617 h 79404"/>
                <a:gd name="connsiteX284" fmla="*/ 774471 w 1275707"/>
                <a:gd name="connsiteY284" fmla="*/ 4617 h 79404"/>
                <a:gd name="connsiteX285" fmla="*/ 773548 w 1275707"/>
                <a:gd name="connsiteY285" fmla="*/ 14773 h 79404"/>
                <a:gd name="connsiteX286" fmla="*/ 769855 w 1275707"/>
                <a:gd name="connsiteY286" fmla="*/ 14773 h 79404"/>
                <a:gd name="connsiteX287" fmla="*/ 744932 w 1275707"/>
                <a:gd name="connsiteY287" fmla="*/ 12003 h 79404"/>
                <a:gd name="connsiteX288" fmla="*/ 745855 w 1275707"/>
                <a:gd name="connsiteY288" fmla="*/ 1847 h 79404"/>
                <a:gd name="connsiteX289" fmla="*/ 921242 w 1275707"/>
                <a:gd name="connsiteY289" fmla="*/ 14773 h 79404"/>
                <a:gd name="connsiteX290" fmla="*/ 881549 w 1275707"/>
                <a:gd name="connsiteY290" fmla="*/ 47088 h 79404"/>
                <a:gd name="connsiteX291" fmla="*/ 906472 w 1275707"/>
                <a:gd name="connsiteY291" fmla="*/ 64631 h 79404"/>
                <a:gd name="connsiteX292" fmla="*/ 900934 w 1275707"/>
                <a:gd name="connsiteY292" fmla="*/ 77557 h 79404"/>
                <a:gd name="connsiteX293" fmla="*/ 870472 w 1275707"/>
                <a:gd name="connsiteY293" fmla="*/ 48012 h 79404"/>
                <a:gd name="connsiteX294" fmla="*/ 888011 w 1275707"/>
                <a:gd name="connsiteY294" fmla="*/ 18466 h 79404"/>
                <a:gd name="connsiteX295" fmla="*/ 850164 w 1275707"/>
                <a:gd name="connsiteY295" fmla="*/ 24006 h 79404"/>
                <a:gd name="connsiteX296" fmla="*/ 848318 w 1275707"/>
                <a:gd name="connsiteY296" fmla="*/ 10156 h 79404"/>
                <a:gd name="connsiteX297" fmla="*/ 853856 w 1275707"/>
                <a:gd name="connsiteY297" fmla="*/ 10156 h 79404"/>
                <a:gd name="connsiteX298" fmla="*/ 919396 w 1275707"/>
                <a:gd name="connsiteY298" fmla="*/ 1847 h 79404"/>
                <a:gd name="connsiteX299" fmla="*/ 921242 w 1275707"/>
                <a:gd name="connsiteY299" fmla="*/ 14773 h 79404"/>
                <a:gd name="connsiteX300" fmla="*/ 1034782 w 1275707"/>
                <a:gd name="connsiteY300" fmla="*/ 24929 h 79404"/>
                <a:gd name="connsiteX301" fmla="*/ 1034782 w 1275707"/>
                <a:gd name="connsiteY301" fmla="*/ 24929 h 79404"/>
                <a:gd name="connsiteX302" fmla="*/ 1033859 w 1275707"/>
                <a:gd name="connsiteY302" fmla="*/ 26776 h 79404"/>
                <a:gd name="connsiteX303" fmla="*/ 1030166 w 1275707"/>
                <a:gd name="connsiteY303" fmla="*/ 43395 h 79404"/>
                <a:gd name="connsiteX304" fmla="*/ 1043089 w 1275707"/>
                <a:gd name="connsiteY304" fmla="*/ 52628 h 79404"/>
                <a:gd name="connsiteX305" fmla="*/ 1036628 w 1275707"/>
                <a:gd name="connsiteY305" fmla="*/ 62785 h 79404"/>
                <a:gd name="connsiteX306" fmla="*/ 1026474 w 1275707"/>
                <a:gd name="connsiteY306" fmla="*/ 54475 h 79404"/>
                <a:gd name="connsiteX307" fmla="*/ 1007089 w 1275707"/>
                <a:gd name="connsiteY307" fmla="*/ 76634 h 79404"/>
                <a:gd name="connsiteX308" fmla="*/ 997858 w 1275707"/>
                <a:gd name="connsiteY308" fmla="*/ 69248 h 79404"/>
                <a:gd name="connsiteX309" fmla="*/ 1016320 w 1275707"/>
                <a:gd name="connsiteY309" fmla="*/ 48935 h 79404"/>
                <a:gd name="connsiteX310" fmla="*/ 998781 w 1275707"/>
                <a:gd name="connsiteY310" fmla="*/ 43395 h 79404"/>
                <a:gd name="connsiteX311" fmla="*/ 978473 w 1275707"/>
                <a:gd name="connsiteY311" fmla="*/ 69248 h 79404"/>
                <a:gd name="connsiteX312" fmla="*/ 966473 w 1275707"/>
                <a:gd name="connsiteY312" fmla="*/ 56321 h 79404"/>
                <a:gd name="connsiteX313" fmla="*/ 993243 w 1275707"/>
                <a:gd name="connsiteY313" fmla="*/ 33239 h 79404"/>
                <a:gd name="connsiteX314" fmla="*/ 999704 w 1275707"/>
                <a:gd name="connsiteY314" fmla="*/ 16619 h 79404"/>
                <a:gd name="connsiteX315" fmla="*/ 980319 w 1275707"/>
                <a:gd name="connsiteY315" fmla="*/ 20313 h 79404"/>
                <a:gd name="connsiteX316" fmla="*/ 977550 w 1275707"/>
                <a:gd name="connsiteY316" fmla="*/ 8310 h 79404"/>
                <a:gd name="connsiteX317" fmla="*/ 1008012 w 1275707"/>
                <a:gd name="connsiteY317" fmla="*/ 2770 h 79404"/>
                <a:gd name="connsiteX318" fmla="*/ 1015397 w 1275707"/>
                <a:gd name="connsiteY318" fmla="*/ 9233 h 79404"/>
                <a:gd name="connsiteX319" fmla="*/ 1002473 w 1275707"/>
                <a:gd name="connsiteY319" fmla="*/ 34162 h 79404"/>
                <a:gd name="connsiteX320" fmla="*/ 1019089 w 1275707"/>
                <a:gd name="connsiteY320" fmla="*/ 39702 h 79404"/>
                <a:gd name="connsiteX321" fmla="*/ 1021858 w 1275707"/>
                <a:gd name="connsiteY321" fmla="*/ 21236 h 79404"/>
                <a:gd name="connsiteX322" fmla="*/ 1034782 w 1275707"/>
                <a:gd name="connsiteY322" fmla="*/ 24929 h 79404"/>
                <a:gd name="connsiteX323" fmla="*/ 1034782 w 1275707"/>
                <a:gd name="connsiteY323" fmla="*/ 24929 h 79404"/>
                <a:gd name="connsiteX324" fmla="*/ 976627 w 1275707"/>
                <a:gd name="connsiteY324" fmla="*/ 55398 h 79404"/>
                <a:gd name="connsiteX325" fmla="*/ 978473 w 1275707"/>
                <a:gd name="connsiteY325" fmla="*/ 58168 h 79404"/>
                <a:gd name="connsiteX326" fmla="*/ 988627 w 1275707"/>
                <a:gd name="connsiteY326" fmla="*/ 42472 h 79404"/>
                <a:gd name="connsiteX327" fmla="*/ 976627 w 1275707"/>
                <a:gd name="connsiteY327" fmla="*/ 55398 h 79404"/>
                <a:gd name="connsiteX328" fmla="*/ 1146475 w 1275707"/>
                <a:gd name="connsiteY328" fmla="*/ 3693 h 79404"/>
                <a:gd name="connsiteX329" fmla="*/ 1148321 w 1275707"/>
                <a:gd name="connsiteY329" fmla="*/ 4617 h 79404"/>
                <a:gd name="connsiteX330" fmla="*/ 1146475 w 1275707"/>
                <a:gd name="connsiteY330" fmla="*/ 5540 h 79404"/>
                <a:gd name="connsiteX331" fmla="*/ 1146475 w 1275707"/>
                <a:gd name="connsiteY331" fmla="*/ 20313 h 79404"/>
                <a:gd name="connsiteX332" fmla="*/ 1163091 w 1275707"/>
                <a:gd name="connsiteY332" fmla="*/ 18466 h 79404"/>
                <a:gd name="connsiteX333" fmla="*/ 1163091 w 1275707"/>
                <a:gd name="connsiteY333" fmla="*/ 30469 h 79404"/>
                <a:gd name="connsiteX334" fmla="*/ 1159398 w 1275707"/>
                <a:gd name="connsiteY334" fmla="*/ 30469 h 79404"/>
                <a:gd name="connsiteX335" fmla="*/ 1147398 w 1275707"/>
                <a:gd name="connsiteY335" fmla="*/ 31392 h 79404"/>
                <a:gd name="connsiteX336" fmla="*/ 1128014 w 1275707"/>
                <a:gd name="connsiteY336" fmla="*/ 55398 h 79404"/>
                <a:gd name="connsiteX337" fmla="*/ 1125244 w 1275707"/>
                <a:gd name="connsiteY337" fmla="*/ 45242 h 79404"/>
                <a:gd name="connsiteX338" fmla="*/ 1130783 w 1275707"/>
                <a:gd name="connsiteY338" fmla="*/ 45242 h 79404"/>
                <a:gd name="connsiteX339" fmla="*/ 1137244 w 1275707"/>
                <a:gd name="connsiteY339" fmla="*/ 33239 h 79404"/>
                <a:gd name="connsiteX340" fmla="*/ 1117859 w 1275707"/>
                <a:gd name="connsiteY340" fmla="*/ 36932 h 79404"/>
                <a:gd name="connsiteX341" fmla="*/ 1118783 w 1275707"/>
                <a:gd name="connsiteY341" fmla="*/ 59091 h 79404"/>
                <a:gd name="connsiteX342" fmla="*/ 1131706 w 1275707"/>
                <a:gd name="connsiteY342" fmla="*/ 64631 h 79404"/>
                <a:gd name="connsiteX343" fmla="*/ 1158475 w 1275707"/>
                <a:gd name="connsiteY343" fmla="*/ 60938 h 79404"/>
                <a:gd name="connsiteX344" fmla="*/ 1156629 w 1275707"/>
                <a:gd name="connsiteY344" fmla="*/ 72941 h 79404"/>
                <a:gd name="connsiteX345" fmla="*/ 1128937 w 1275707"/>
                <a:gd name="connsiteY345" fmla="*/ 74787 h 79404"/>
                <a:gd name="connsiteX346" fmla="*/ 1107706 w 1275707"/>
                <a:gd name="connsiteY346" fmla="*/ 62785 h 79404"/>
                <a:gd name="connsiteX347" fmla="*/ 1106782 w 1275707"/>
                <a:gd name="connsiteY347" fmla="*/ 38779 h 79404"/>
                <a:gd name="connsiteX348" fmla="*/ 1090167 w 1275707"/>
                <a:gd name="connsiteY348" fmla="*/ 42472 h 79404"/>
                <a:gd name="connsiteX349" fmla="*/ 1089244 w 1275707"/>
                <a:gd name="connsiteY349" fmla="*/ 29546 h 79404"/>
                <a:gd name="connsiteX350" fmla="*/ 1106782 w 1275707"/>
                <a:gd name="connsiteY350" fmla="*/ 26776 h 79404"/>
                <a:gd name="connsiteX351" fmla="*/ 1105859 w 1275707"/>
                <a:gd name="connsiteY351" fmla="*/ 6463 h 79404"/>
                <a:gd name="connsiteX352" fmla="*/ 1117859 w 1275707"/>
                <a:gd name="connsiteY352" fmla="*/ 8310 h 79404"/>
                <a:gd name="connsiteX353" fmla="*/ 1119706 w 1275707"/>
                <a:gd name="connsiteY353" fmla="*/ 9233 h 79404"/>
                <a:gd name="connsiteX354" fmla="*/ 1117859 w 1275707"/>
                <a:gd name="connsiteY354" fmla="*/ 10156 h 79404"/>
                <a:gd name="connsiteX355" fmla="*/ 1116936 w 1275707"/>
                <a:gd name="connsiteY355" fmla="*/ 24006 h 79404"/>
                <a:gd name="connsiteX356" fmla="*/ 1135398 w 1275707"/>
                <a:gd name="connsiteY356" fmla="*/ 21236 h 79404"/>
                <a:gd name="connsiteX357" fmla="*/ 1133552 w 1275707"/>
                <a:gd name="connsiteY357" fmla="*/ 923 h 79404"/>
                <a:gd name="connsiteX358" fmla="*/ 1146475 w 1275707"/>
                <a:gd name="connsiteY358" fmla="*/ 3693 h 79404"/>
                <a:gd name="connsiteX359" fmla="*/ 1146475 w 1275707"/>
                <a:gd name="connsiteY359" fmla="*/ 3693 h 79404"/>
                <a:gd name="connsiteX360" fmla="*/ 1262784 w 1275707"/>
                <a:gd name="connsiteY360" fmla="*/ 10156 h 79404"/>
                <a:gd name="connsiteX361" fmla="*/ 1240630 w 1275707"/>
                <a:gd name="connsiteY361" fmla="*/ 30469 h 79404"/>
                <a:gd name="connsiteX362" fmla="*/ 1251707 w 1275707"/>
                <a:gd name="connsiteY362" fmla="*/ 28622 h 79404"/>
                <a:gd name="connsiteX363" fmla="*/ 1275708 w 1275707"/>
                <a:gd name="connsiteY363" fmla="*/ 50782 h 79404"/>
                <a:gd name="connsiteX364" fmla="*/ 1244322 w 1275707"/>
                <a:gd name="connsiteY364" fmla="*/ 76634 h 79404"/>
                <a:gd name="connsiteX365" fmla="*/ 1224015 w 1275707"/>
                <a:gd name="connsiteY365" fmla="*/ 62785 h 79404"/>
                <a:gd name="connsiteX366" fmla="*/ 1239707 w 1275707"/>
                <a:gd name="connsiteY366" fmla="*/ 49858 h 79404"/>
                <a:gd name="connsiteX367" fmla="*/ 1257246 w 1275707"/>
                <a:gd name="connsiteY367" fmla="*/ 62785 h 79404"/>
                <a:gd name="connsiteX368" fmla="*/ 1264631 w 1275707"/>
                <a:gd name="connsiteY368" fmla="*/ 50782 h 79404"/>
                <a:gd name="connsiteX369" fmla="*/ 1249861 w 1275707"/>
                <a:gd name="connsiteY369" fmla="*/ 37855 h 79404"/>
                <a:gd name="connsiteX370" fmla="*/ 1214784 w 1275707"/>
                <a:gd name="connsiteY370" fmla="*/ 59091 h 79404"/>
                <a:gd name="connsiteX371" fmla="*/ 1205553 w 1275707"/>
                <a:gd name="connsiteY371" fmla="*/ 50782 h 79404"/>
                <a:gd name="connsiteX372" fmla="*/ 1242476 w 1275707"/>
                <a:gd name="connsiteY372" fmla="*/ 15696 h 79404"/>
                <a:gd name="connsiteX373" fmla="*/ 1216630 w 1275707"/>
                <a:gd name="connsiteY373" fmla="*/ 18466 h 79404"/>
                <a:gd name="connsiteX374" fmla="*/ 1214784 w 1275707"/>
                <a:gd name="connsiteY374" fmla="*/ 7386 h 79404"/>
                <a:gd name="connsiteX375" fmla="*/ 1257246 w 1275707"/>
                <a:gd name="connsiteY375" fmla="*/ 1847 h 79404"/>
                <a:gd name="connsiteX376" fmla="*/ 1262784 w 1275707"/>
                <a:gd name="connsiteY376" fmla="*/ 10156 h 79404"/>
                <a:gd name="connsiteX377" fmla="*/ 1262784 w 1275707"/>
                <a:gd name="connsiteY377" fmla="*/ 10156 h 79404"/>
                <a:gd name="connsiteX378" fmla="*/ 1237861 w 1275707"/>
                <a:gd name="connsiteY378" fmla="*/ 59091 h 79404"/>
                <a:gd name="connsiteX379" fmla="*/ 1233245 w 1275707"/>
                <a:gd name="connsiteY379" fmla="*/ 62785 h 79404"/>
                <a:gd name="connsiteX380" fmla="*/ 1241553 w 1275707"/>
                <a:gd name="connsiteY380" fmla="*/ 68324 h 79404"/>
                <a:gd name="connsiteX381" fmla="*/ 1246169 w 1275707"/>
                <a:gd name="connsiteY381" fmla="*/ 67401 h 79404"/>
                <a:gd name="connsiteX382" fmla="*/ 1237861 w 1275707"/>
                <a:gd name="connsiteY382" fmla="*/ 59091 h 79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Lst>
              <a:rect l="l" t="t" r="r" b="b"/>
              <a:pathLst>
                <a:path w="1275707" h="79404">
                  <a:moveTo>
                    <a:pt x="73847" y="33239"/>
                  </a:moveTo>
                  <a:cubicBezTo>
                    <a:pt x="52616" y="33239"/>
                    <a:pt x="36924" y="45242"/>
                    <a:pt x="36924" y="57245"/>
                  </a:cubicBezTo>
                  <a:cubicBezTo>
                    <a:pt x="36924" y="62785"/>
                    <a:pt x="39693" y="67401"/>
                    <a:pt x="60924" y="67401"/>
                  </a:cubicBezTo>
                  <a:cubicBezTo>
                    <a:pt x="59078" y="72018"/>
                    <a:pt x="58155" y="74787"/>
                    <a:pt x="57231" y="77557"/>
                  </a:cubicBezTo>
                  <a:cubicBezTo>
                    <a:pt x="44308" y="76634"/>
                    <a:pt x="24923" y="75711"/>
                    <a:pt x="24923" y="58168"/>
                  </a:cubicBezTo>
                  <a:cubicBezTo>
                    <a:pt x="24923" y="48012"/>
                    <a:pt x="32308" y="41549"/>
                    <a:pt x="36000" y="38779"/>
                  </a:cubicBezTo>
                  <a:cubicBezTo>
                    <a:pt x="24000" y="39702"/>
                    <a:pt x="11077" y="43395"/>
                    <a:pt x="2769" y="46165"/>
                  </a:cubicBezTo>
                  <a:lnTo>
                    <a:pt x="0" y="33239"/>
                  </a:lnTo>
                  <a:cubicBezTo>
                    <a:pt x="3692" y="33239"/>
                    <a:pt x="9231" y="33239"/>
                    <a:pt x="20308" y="31392"/>
                  </a:cubicBezTo>
                  <a:cubicBezTo>
                    <a:pt x="23077" y="29546"/>
                    <a:pt x="28616" y="24006"/>
                    <a:pt x="35077" y="18466"/>
                  </a:cubicBezTo>
                  <a:lnTo>
                    <a:pt x="38770" y="14773"/>
                  </a:lnTo>
                  <a:cubicBezTo>
                    <a:pt x="23077" y="15696"/>
                    <a:pt x="20308" y="16619"/>
                    <a:pt x="15693" y="16619"/>
                  </a:cubicBezTo>
                  <a:lnTo>
                    <a:pt x="14769" y="4617"/>
                  </a:lnTo>
                  <a:lnTo>
                    <a:pt x="24000" y="4617"/>
                  </a:lnTo>
                  <a:cubicBezTo>
                    <a:pt x="29539" y="4617"/>
                    <a:pt x="40616" y="4617"/>
                    <a:pt x="50770" y="2770"/>
                  </a:cubicBezTo>
                  <a:cubicBezTo>
                    <a:pt x="53539" y="2770"/>
                    <a:pt x="55385" y="1847"/>
                    <a:pt x="58155" y="923"/>
                  </a:cubicBezTo>
                  <a:lnTo>
                    <a:pt x="62770" y="7386"/>
                  </a:lnTo>
                  <a:cubicBezTo>
                    <a:pt x="58155" y="12003"/>
                    <a:pt x="50770" y="17543"/>
                    <a:pt x="36924" y="29546"/>
                  </a:cubicBezTo>
                  <a:cubicBezTo>
                    <a:pt x="60924" y="25852"/>
                    <a:pt x="63693" y="24929"/>
                    <a:pt x="72924" y="23083"/>
                  </a:cubicBezTo>
                  <a:lnTo>
                    <a:pt x="73847" y="33239"/>
                  </a:lnTo>
                  <a:close/>
                  <a:moveTo>
                    <a:pt x="176310" y="64631"/>
                  </a:moveTo>
                  <a:cubicBezTo>
                    <a:pt x="195695" y="60938"/>
                    <a:pt x="201233" y="46165"/>
                    <a:pt x="201233" y="36932"/>
                  </a:cubicBezTo>
                  <a:cubicBezTo>
                    <a:pt x="201233" y="26776"/>
                    <a:pt x="194772" y="15696"/>
                    <a:pt x="180002" y="14773"/>
                  </a:cubicBezTo>
                  <a:cubicBezTo>
                    <a:pt x="177233" y="46165"/>
                    <a:pt x="165233" y="68324"/>
                    <a:pt x="156002" y="68324"/>
                  </a:cubicBezTo>
                  <a:cubicBezTo>
                    <a:pt x="149540" y="68324"/>
                    <a:pt x="138463" y="58168"/>
                    <a:pt x="138463" y="42472"/>
                  </a:cubicBezTo>
                  <a:cubicBezTo>
                    <a:pt x="138463" y="24929"/>
                    <a:pt x="155079" y="3693"/>
                    <a:pt x="178156" y="3693"/>
                  </a:cubicBezTo>
                  <a:cubicBezTo>
                    <a:pt x="195695" y="3693"/>
                    <a:pt x="212310" y="15696"/>
                    <a:pt x="212310" y="36009"/>
                  </a:cubicBezTo>
                  <a:cubicBezTo>
                    <a:pt x="212310" y="48935"/>
                    <a:pt x="206772" y="56321"/>
                    <a:pt x="202156" y="61861"/>
                  </a:cubicBezTo>
                  <a:cubicBezTo>
                    <a:pt x="196618" y="68324"/>
                    <a:pt x="189233" y="71094"/>
                    <a:pt x="183695" y="73864"/>
                  </a:cubicBezTo>
                  <a:cubicBezTo>
                    <a:pt x="180925" y="70171"/>
                    <a:pt x="180002" y="68324"/>
                    <a:pt x="176310" y="64631"/>
                  </a:cubicBezTo>
                  <a:close/>
                  <a:moveTo>
                    <a:pt x="149540" y="42472"/>
                  </a:moveTo>
                  <a:cubicBezTo>
                    <a:pt x="149540" y="49858"/>
                    <a:pt x="153233" y="55398"/>
                    <a:pt x="156002" y="55398"/>
                  </a:cubicBezTo>
                  <a:cubicBezTo>
                    <a:pt x="158771" y="55398"/>
                    <a:pt x="160617" y="49858"/>
                    <a:pt x="162463" y="46165"/>
                  </a:cubicBezTo>
                  <a:cubicBezTo>
                    <a:pt x="168002" y="31392"/>
                    <a:pt x="168925" y="21236"/>
                    <a:pt x="168925" y="16619"/>
                  </a:cubicBezTo>
                  <a:cubicBezTo>
                    <a:pt x="156925" y="21236"/>
                    <a:pt x="149540" y="34162"/>
                    <a:pt x="149540" y="42472"/>
                  </a:cubicBezTo>
                  <a:close/>
                  <a:moveTo>
                    <a:pt x="307388" y="14773"/>
                  </a:moveTo>
                  <a:lnTo>
                    <a:pt x="307388" y="0"/>
                  </a:lnTo>
                  <a:lnTo>
                    <a:pt x="318465" y="0"/>
                  </a:lnTo>
                  <a:cubicBezTo>
                    <a:pt x="319388" y="0"/>
                    <a:pt x="320312" y="0"/>
                    <a:pt x="320312" y="923"/>
                  </a:cubicBezTo>
                  <a:cubicBezTo>
                    <a:pt x="320312" y="1847"/>
                    <a:pt x="319388" y="1847"/>
                    <a:pt x="317542" y="2770"/>
                  </a:cubicBezTo>
                  <a:lnTo>
                    <a:pt x="317542" y="14773"/>
                  </a:lnTo>
                  <a:lnTo>
                    <a:pt x="329542" y="14773"/>
                  </a:lnTo>
                  <a:cubicBezTo>
                    <a:pt x="326773" y="13850"/>
                    <a:pt x="324927" y="12926"/>
                    <a:pt x="324004" y="12003"/>
                  </a:cubicBezTo>
                  <a:cubicBezTo>
                    <a:pt x="327696" y="8310"/>
                    <a:pt x="329542" y="2770"/>
                    <a:pt x="330466" y="923"/>
                  </a:cubicBezTo>
                  <a:lnTo>
                    <a:pt x="340619" y="4617"/>
                  </a:lnTo>
                  <a:cubicBezTo>
                    <a:pt x="341543" y="4617"/>
                    <a:pt x="341543" y="5540"/>
                    <a:pt x="341543" y="5540"/>
                  </a:cubicBezTo>
                  <a:cubicBezTo>
                    <a:pt x="341543" y="6463"/>
                    <a:pt x="340619" y="6463"/>
                    <a:pt x="338773" y="6463"/>
                  </a:cubicBezTo>
                  <a:cubicBezTo>
                    <a:pt x="337850" y="10156"/>
                    <a:pt x="335081" y="12926"/>
                    <a:pt x="334158" y="14773"/>
                  </a:cubicBezTo>
                  <a:lnTo>
                    <a:pt x="349850" y="14773"/>
                  </a:lnTo>
                  <a:lnTo>
                    <a:pt x="349850" y="33239"/>
                  </a:lnTo>
                  <a:lnTo>
                    <a:pt x="339696" y="33239"/>
                  </a:lnTo>
                  <a:lnTo>
                    <a:pt x="339696" y="22159"/>
                  </a:lnTo>
                  <a:lnTo>
                    <a:pt x="287080" y="22159"/>
                  </a:lnTo>
                  <a:lnTo>
                    <a:pt x="287080" y="33239"/>
                  </a:lnTo>
                  <a:lnTo>
                    <a:pt x="276926" y="33239"/>
                  </a:lnTo>
                  <a:lnTo>
                    <a:pt x="276926" y="14773"/>
                  </a:lnTo>
                  <a:lnTo>
                    <a:pt x="291696" y="14773"/>
                  </a:lnTo>
                  <a:cubicBezTo>
                    <a:pt x="288927" y="10156"/>
                    <a:pt x="288927" y="9233"/>
                    <a:pt x="286157" y="5540"/>
                  </a:cubicBezTo>
                  <a:lnTo>
                    <a:pt x="294465" y="923"/>
                  </a:lnTo>
                  <a:cubicBezTo>
                    <a:pt x="295388" y="1847"/>
                    <a:pt x="299081" y="6463"/>
                    <a:pt x="301850" y="12003"/>
                  </a:cubicBezTo>
                  <a:cubicBezTo>
                    <a:pt x="300927" y="12926"/>
                    <a:pt x="298157" y="14773"/>
                    <a:pt x="297234" y="14773"/>
                  </a:cubicBezTo>
                  <a:lnTo>
                    <a:pt x="307388" y="14773"/>
                  </a:lnTo>
                  <a:close/>
                  <a:moveTo>
                    <a:pt x="318465" y="47088"/>
                  </a:moveTo>
                  <a:lnTo>
                    <a:pt x="342466" y="47088"/>
                  </a:lnTo>
                  <a:lnTo>
                    <a:pt x="342466" y="65554"/>
                  </a:lnTo>
                  <a:cubicBezTo>
                    <a:pt x="342466" y="68324"/>
                    <a:pt x="342466" y="71094"/>
                    <a:pt x="337850" y="72941"/>
                  </a:cubicBezTo>
                  <a:cubicBezTo>
                    <a:pt x="336927" y="72941"/>
                    <a:pt x="333235" y="74787"/>
                    <a:pt x="325850" y="74787"/>
                  </a:cubicBezTo>
                  <a:cubicBezTo>
                    <a:pt x="325850" y="72018"/>
                    <a:pt x="324004" y="67401"/>
                    <a:pt x="322158" y="64631"/>
                  </a:cubicBezTo>
                  <a:cubicBezTo>
                    <a:pt x="323081" y="64631"/>
                    <a:pt x="326773" y="65554"/>
                    <a:pt x="327696" y="65554"/>
                  </a:cubicBezTo>
                  <a:cubicBezTo>
                    <a:pt x="331389" y="65554"/>
                    <a:pt x="331389" y="64631"/>
                    <a:pt x="331389" y="56321"/>
                  </a:cubicBezTo>
                  <a:lnTo>
                    <a:pt x="318465" y="56321"/>
                  </a:lnTo>
                  <a:lnTo>
                    <a:pt x="318465" y="78481"/>
                  </a:lnTo>
                  <a:lnTo>
                    <a:pt x="308311" y="78481"/>
                  </a:lnTo>
                  <a:lnTo>
                    <a:pt x="308311" y="55398"/>
                  </a:lnTo>
                  <a:lnTo>
                    <a:pt x="295388" y="55398"/>
                  </a:lnTo>
                  <a:lnTo>
                    <a:pt x="295388" y="72941"/>
                  </a:lnTo>
                  <a:lnTo>
                    <a:pt x="285234" y="72941"/>
                  </a:lnTo>
                  <a:lnTo>
                    <a:pt x="285234" y="47088"/>
                  </a:lnTo>
                  <a:lnTo>
                    <a:pt x="308311" y="47088"/>
                  </a:lnTo>
                  <a:lnTo>
                    <a:pt x="308311" y="43395"/>
                  </a:lnTo>
                  <a:lnTo>
                    <a:pt x="291696" y="43395"/>
                  </a:lnTo>
                  <a:lnTo>
                    <a:pt x="291696" y="24929"/>
                  </a:lnTo>
                  <a:lnTo>
                    <a:pt x="335081" y="24929"/>
                  </a:lnTo>
                  <a:lnTo>
                    <a:pt x="335081" y="43395"/>
                  </a:lnTo>
                  <a:lnTo>
                    <a:pt x="318465" y="43395"/>
                  </a:lnTo>
                  <a:lnTo>
                    <a:pt x="318465" y="47088"/>
                  </a:lnTo>
                  <a:close/>
                  <a:moveTo>
                    <a:pt x="300927" y="32316"/>
                  </a:moveTo>
                  <a:lnTo>
                    <a:pt x="300927" y="37855"/>
                  </a:lnTo>
                  <a:lnTo>
                    <a:pt x="324927" y="37855"/>
                  </a:lnTo>
                  <a:lnTo>
                    <a:pt x="324927" y="32316"/>
                  </a:lnTo>
                  <a:lnTo>
                    <a:pt x="300927" y="32316"/>
                  </a:lnTo>
                  <a:close/>
                  <a:moveTo>
                    <a:pt x="444005" y="14773"/>
                  </a:moveTo>
                  <a:lnTo>
                    <a:pt x="444005" y="22159"/>
                  </a:lnTo>
                  <a:lnTo>
                    <a:pt x="417236" y="22159"/>
                  </a:lnTo>
                  <a:lnTo>
                    <a:pt x="417236" y="14773"/>
                  </a:lnTo>
                  <a:lnTo>
                    <a:pt x="444005" y="14773"/>
                  </a:lnTo>
                  <a:close/>
                  <a:moveTo>
                    <a:pt x="428313" y="73864"/>
                  </a:moveTo>
                  <a:lnTo>
                    <a:pt x="428313" y="77557"/>
                  </a:lnTo>
                  <a:lnTo>
                    <a:pt x="419082" y="77557"/>
                  </a:lnTo>
                  <a:lnTo>
                    <a:pt x="419082" y="47088"/>
                  </a:lnTo>
                  <a:lnTo>
                    <a:pt x="443082" y="47088"/>
                  </a:lnTo>
                  <a:lnTo>
                    <a:pt x="443082" y="76634"/>
                  </a:lnTo>
                  <a:lnTo>
                    <a:pt x="434774" y="76634"/>
                  </a:lnTo>
                  <a:lnTo>
                    <a:pt x="434774" y="73864"/>
                  </a:lnTo>
                  <a:lnTo>
                    <a:pt x="428313" y="73864"/>
                  </a:lnTo>
                  <a:close/>
                  <a:moveTo>
                    <a:pt x="441236" y="3693"/>
                  </a:moveTo>
                  <a:lnTo>
                    <a:pt x="441236" y="11080"/>
                  </a:lnTo>
                  <a:lnTo>
                    <a:pt x="420928" y="11080"/>
                  </a:lnTo>
                  <a:lnTo>
                    <a:pt x="420928" y="3693"/>
                  </a:lnTo>
                  <a:lnTo>
                    <a:pt x="441236" y="3693"/>
                  </a:lnTo>
                  <a:close/>
                  <a:moveTo>
                    <a:pt x="441236" y="25852"/>
                  </a:moveTo>
                  <a:lnTo>
                    <a:pt x="441236" y="33239"/>
                  </a:lnTo>
                  <a:lnTo>
                    <a:pt x="420928" y="33239"/>
                  </a:lnTo>
                  <a:lnTo>
                    <a:pt x="420928" y="25852"/>
                  </a:lnTo>
                  <a:lnTo>
                    <a:pt x="441236" y="25852"/>
                  </a:lnTo>
                  <a:close/>
                  <a:moveTo>
                    <a:pt x="441236" y="36932"/>
                  </a:moveTo>
                  <a:lnTo>
                    <a:pt x="441236" y="44319"/>
                  </a:lnTo>
                  <a:lnTo>
                    <a:pt x="420928" y="44319"/>
                  </a:lnTo>
                  <a:lnTo>
                    <a:pt x="420928" y="36932"/>
                  </a:lnTo>
                  <a:lnTo>
                    <a:pt x="441236" y="36932"/>
                  </a:lnTo>
                  <a:close/>
                  <a:moveTo>
                    <a:pt x="435698" y="65554"/>
                  </a:moveTo>
                  <a:lnTo>
                    <a:pt x="435698" y="56321"/>
                  </a:lnTo>
                  <a:lnTo>
                    <a:pt x="428313" y="56321"/>
                  </a:lnTo>
                  <a:lnTo>
                    <a:pt x="428313" y="65554"/>
                  </a:lnTo>
                  <a:lnTo>
                    <a:pt x="435698" y="65554"/>
                  </a:lnTo>
                  <a:close/>
                  <a:moveTo>
                    <a:pt x="493852" y="43395"/>
                  </a:moveTo>
                  <a:lnTo>
                    <a:pt x="493852" y="43395"/>
                  </a:lnTo>
                  <a:cubicBezTo>
                    <a:pt x="494775" y="45242"/>
                    <a:pt x="493852" y="45242"/>
                    <a:pt x="492006" y="45242"/>
                  </a:cubicBezTo>
                  <a:cubicBezTo>
                    <a:pt x="488314" y="51705"/>
                    <a:pt x="486467" y="55398"/>
                    <a:pt x="485544" y="57245"/>
                  </a:cubicBezTo>
                  <a:cubicBezTo>
                    <a:pt x="485544" y="58168"/>
                    <a:pt x="487390" y="62785"/>
                    <a:pt x="488314" y="62785"/>
                  </a:cubicBezTo>
                  <a:cubicBezTo>
                    <a:pt x="489237" y="62785"/>
                    <a:pt x="490160" y="57245"/>
                    <a:pt x="490160" y="55398"/>
                  </a:cubicBezTo>
                  <a:cubicBezTo>
                    <a:pt x="492006" y="58168"/>
                    <a:pt x="492929" y="60015"/>
                    <a:pt x="496621" y="61861"/>
                  </a:cubicBezTo>
                  <a:cubicBezTo>
                    <a:pt x="494775" y="72018"/>
                    <a:pt x="492929" y="77557"/>
                    <a:pt x="488314" y="77557"/>
                  </a:cubicBezTo>
                  <a:cubicBezTo>
                    <a:pt x="484621" y="77557"/>
                    <a:pt x="480929" y="70171"/>
                    <a:pt x="479083" y="66478"/>
                  </a:cubicBezTo>
                  <a:cubicBezTo>
                    <a:pt x="474467" y="72018"/>
                    <a:pt x="470775" y="75711"/>
                    <a:pt x="466159" y="79404"/>
                  </a:cubicBezTo>
                  <a:cubicBezTo>
                    <a:pt x="464313" y="76634"/>
                    <a:pt x="462467" y="74787"/>
                    <a:pt x="459698" y="72941"/>
                  </a:cubicBezTo>
                  <a:cubicBezTo>
                    <a:pt x="462467" y="71094"/>
                    <a:pt x="463390" y="70171"/>
                    <a:pt x="465236" y="68324"/>
                  </a:cubicBezTo>
                  <a:lnTo>
                    <a:pt x="453236" y="68324"/>
                  </a:lnTo>
                  <a:lnTo>
                    <a:pt x="453236" y="74787"/>
                  </a:lnTo>
                  <a:lnTo>
                    <a:pt x="444928" y="74787"/>
                  </a:lnTo>
                  <a:lnTo>
                    <a:pt x="444928" y="39702"/>
                  </a:lnTo>
                  <a:lnTo>
                    <a:pt x="468929" y="39702"/>
                  </a:lnTo>
                  <a:lnTo>
                    <a:pt x="468929" y="63708"/>
                  </a:lnTo>
                  <a:cubicBezTo>
                    <a:pt x="472621" y="60015"/>
                    <a:pt x="474467" y="57245"/>
                    <a:pt x="475390" y="56321"/>
                  </a:cubicBezTo>
                  <a:cubicBezTo>
                    <a:pt x="474467" y="51705"/>
                    <a:pt x="473544" y="46165"/>
                    <a:pt x="472621" y="36932"/>
                  </a:cubicBezTo>
                  <a:lnTo>
                    <a:pt x="443082" y="36932"/>
                  </a:lnTo>
                  <a:lnTo>
                    <a:pt x="443082" y="28622"/>
                  </a:lnTo>
                  <a:lnTo>
                    <a:pt x="448621" y="28622"/>
                  </a:lnTo>
                  <a:cubicBezTo>
                    <a:pt x="448621" y="25852"/>
                    <a:pt x="446775" y="23083"/>
                    <a:pt x="445851" y="19389"/>
                  </a:cubicBezTo>
                  <a:lnTo>
                    <a:pt x="451390" y="16619"/>
                  </a:lnTo>
                  <a:lnTo>
                    <a:pt x="444005" y="16619"/>
                  </a:lnTo>
                  <a:lnTo>
                    <a:pt x="444005" y="9233"/>
                  </a:lnTo>
                  <a:lnTo>
                    <a:pt x="452313" y="9233"/>
                  </a:lnTo>
                  <a:lnTo>
                    <a:pt x="452313" y="923"/>
                  </a:lnTo>
                  <a:lnTo>
                    <a:pt x="462467" y="923"/>
                  </a:lnTo>
                  <a:cubicBezTo>
                    <a:pt x="463390" y="923"/>
                    <a:pt x="464313" y="923"/>
                    <a:pt x="464313" y="1847"/>
                  </a:cubicBezTo>
                  <a:cubicBezTo>
                    <a:pt x="464313" y="1847"/>
                    <a:pt x="464313" y="2770"/>
                    <a:pt x="462467" y="3693"/>
                  </a:cubicBezTo>
                  <a:lnTo>
                    <a:pt x="462467" y="9233"/>
                  </a:lnTo>
                  <a:lnTo>
                    <a:pt x="470775" y="9233"/>
                  </a:lnTo>
                  <a:lnTo>
                    <a:pt x="470775" y="17543"/>
                  </a:lnTo>
                  <a:lnTo>
                    <a:pt x="463390" y="17543"/>
                  </a:lnTo>
                  <a:lnTo>
                    <a:pt x="468929" y="19389"/>
                  </a:lnTo>
                  <a:cubicBezTo>
                    <a:pt x="468929" y="19389"/>
                    <a:pt x="469852" y="19389"/>
                    <a:pt x="469852" y="20313"/>
                  </a:cubicBezTo>
                  <a:cubicBezTo>
                    <a:pt x="469852" y="21236"/>
                    <a:pt x="468929" y="21236"/>
                    <a:pt x="468006" y="21236"/>
                  </a:cubicBezTo>
                  <a:cubicBezTo>
                    <a:pt x="467082" y="24006"/>
                    <a:pt x="465236" y="28622"/>
                    <a:pt x="465236" y="28622"/>
                  </a:cubicBezTo>
                  <a:lnTo>
                    <a:pt x="471698" y="28622"/>
                  </a:lnTo>
                  <a:lnTo>
                    <a:pt x="471698" y="0"/>
                  </a:lnTo>
                  <a:lnTo>
                    <a:pt x="480929" y="0"/>
                  </a:lnTo>
                  <a:cubicBezTo>
                    <a:pt x="481852" y="0"/>
                    <a:pt x="482775" y="0"/>
                    <a:pt x="482775" y="923"/>
                  </a:cubicBezTo>
                  <a:cubicBezTo>
                    <a:pt x="482775" y="1847"/>
                    <a:pt x="481852" y="1847"/>
                    <a:pt x="480929" y="2770"/>
                  </a:cubicBezTo>
                  <a:lnTo>
                    <a:pt x="480929" y="28622"/>
                  </a:lnTo>
                  <a:lnTo>
                    <a:pt x="494775" y="28622"/>
                  </a:lnTo>
                  <a:lnTo>
                    <a:pt x="494775" y="36932"/>
                  </a:lnTo>
                  <a:lnTo>
                    <a:pt x="481852" y="36932"/>
                  </a:lnTo>
                  <a:cubicBezTo>
                    <a:pt x="481852" y="38779"/>
                    <a:pt x="481852" y="41549"/>
                    <a:pt x="482775" y="45242"/>
                  </a:cubicBezTo>
                  <a:cubicBezTo>
                    <a:pt x="482775" y="43395"/>
                    <a:pt x="483698" y="42472"/>
                    <a:pt x="485544" y="37855"/>
                  </a:cubicBezTo>
                  <a:lnTo>
                    <a:pt x="493852" y="43395"/>
                  </a:lnTo>
                  <a:close/>
                  <a:moveTo>
                    <a:pt x="452313" y="17543"/>
                  </a:moveTo>
                  <a:cubicBezTo>
                    <a:pt x="454159" y="23083"/>
                    <a:pt x="455082" y="25852"/>
                    <a:pt x="456005" y="27699"/>
                  </a:cubicBezTo>
                  <a:lnTo>
                    <a:pt x="451390" y="28622"/>
                  </a:lnTo>
                  <a:lnTo>
                    <a:pt x="458775" y="28622"/>
                  </a:lnTo>
                  <a:cubicBezTo>
                    <a:pt x="459698" y="25852"/>
                    <a:pt x="461544" y="22159"/>
                    <a:pt x="462467" y="16619"/>
                  </a:cubicBezTo>
                  <a:lnTo>
                    <a:pt x="452313" y="17543"/>
                  </a:lnTo>
                  <a:lnTo>
                    <a:pt x="452313" y="17543"/>
                  </a:lnTo>
                  <a:close/>
                  <a:moveTo>
                    <a:pt x="461544" y="50782"/>
                  </a:moveTo>
                  <a:lnTo>
                    <a:pt x="461544" y="46165"/>
                  </a:lnTo>
                  <a:lnTo>
                    <a:pt x="454159" y="46165"/>
                  </a:lnTo>
                  <a:lnTo>
                    <a:pt x="454159" y="50782"/>
                  </a:lnTo>
                  <a:lnTo>
                    <a:pt x="461544" y="50782"/>
                  </a:lnTo>
                  <a:close/>
                  <a:moveTo>
                    <a:pt x="454159" y="56321"/>
                  </a:moveTo>
                  <a:lnTo>
                    <a:pt x="454159" y="60938"/>
                  </a:lnTo>
                  <a:lnTo>
                    <a:pt x="461544" y="60938"/>
                  </a:lnTo>
                  <a:lnTo>
                    <a:pt x="461544" y="56321"/>
                  </a:lnTo>
                  <a:lnTo>
                    <a:pt x="454159" y="56321"/>
                  </a:lnTo>
                  <a:close/>
                  <a:moveTo>
                    <a:pt x="489237" y="6463"/>
                  </a:moveTo>
                  <a:cubicBezTo>
                    <a:pt x="491083" y="11080"/>
                    <a:pt x="492929" y="14773"/>
                    <a:pt x="494775" y="21236"/>
                  </a:cubicBezTo>
                  <a:cubicBezTo>
                    <a:pt x="491083" y="22159"/>
                    <a:pt x="490160" y="22159"/>
                    <a:pt x="486467" y="24006"/>
                  </a:cubicBezTo>
                  <a:cubicBezTo>
                    <a:pt x="485544" y="21236"/>
                    <a:pt x="484621" y="14773"/>
                    <a:pt x="481852" y="10156"/>
                  </a:cubicBezTo>
                  <a:lnTo>
                    <a:pt x="489237" y="6463"/>
                  </a:lnTo>
                  <a:close/>
                  <a:moveTo>
                    <a:pt x="534468" y="53552"/>
                  </a:moveTo>
                  <a:cubicBezTo>
                    <a:pt x="542776" y="59091"/>
                    <a:pt x="550160" y="65554"/>
                    <a:pt x="552930" y="68324"/>
                  </a:cubicBezTo>
                  <a:lnTo>
                    <a:pt x="544622" y="76634"/>
                  </a:lnTo>
                  <a:cubicBezTo>
                    <a:pt x="540007" y="70171"/>
                    <a:pt x="534468" y="65554"/>
                    <a:pt x="528006" y="61861"/>
                  </a:cubicBezTo>
                  <a:lnTo>
                    <a:pt x="534468" y="53552"/>
                  </a:lnTo>
                  <a:close/>
                  <a:moveTo>
                    <a:pt x="633238" y="36932"/>
                  </a:moveTo>
                  <a:lnTo>
                    <a:pt x="633238" y="36932"/>
                  </a:lnTo>
                  <a:cubicBezTo>
                    <a:pt x="634161" y="38779"/>
                    <a:pt x="632315" y="38779"/>
                    <a:pt x="631392" y="38779"/>
                  </a:cubicBezTo>
                  <a:lnTo>
                    <a:pt x="630469" y="39702"/>
                  </a:lnTo>
                  <a:lnTo>
                    <a:pt x="655393" y="39702"/>
                  </a:lnTo>
                  <a:lnTo>
                    <a:pt x="659085" y="44319"/>
                  </a:lnTo>
                  <a:cubicBezTo>
                    <a:pt x="654469" y="51705"/>
                    <a:pt x="648931" y="56321"/>
                    <a:pt x="644315" y="60938"/>
                  </a:cubicBezTo>
                  <a:cubicBezTo>
                    <a:pt x="648008" y="62785"/>
                    <a:pt x="660931" y="68324"/>
                    <a:pt x="674777" y="67401"/>
                  </a:cubicBezTo>
                  <a:cubicBezTo>
                    <a:pt x="671085" y="71094"/>
                    <a:pt x="670162" y="72941"/>
                    <a:pt x="668316" y="77557"/>
                  </a:cubicBezTo>
                  <a:cubicBezTo>
                    <a:pt x="664623" y="77557"/>
                    <a:pt x="649854" y="75711"/>
                    <a:pt x="636008" y="66478"/>
                  </a:cubicBezTo>
                  <a:cubicBezTo>
                    <a:pt x="627700" y="71094"/>
                    <a:pt x="621238" y="73864"/>
                    <a:pt x="604623" y="77557"/>
                  </a:cubicBezTo>
                  <a:cubicBezTo>
                    <a:pt x="602776" y="73864"/>
                    <a:pt x="601853" y="72018"/>
                    <a:pt x="598161" y="68324"/>
                  </a:cubicBezTo>
                  <a:cubicBezTo>
                    <a:pt x="606469" y="68324"/>
                    <a:pt x="617546" y="65554"/>
                    <a:pt x="627700" y="60015"/>
                  </a:cubicBezTo>
                  <a:cubicBezTo>
                    <a:pt x="623084" y="56321"/>
                    <a:pt x="621238" y="52628"/>
                    <a:pt x="620315" y="50782"/>
                  </a:cubicBezTo>
                  <a:cubicBezTo>
                    <a:pt x="613854" y="56321"/>
                    <a:pt x="609238" y="59091"/>
                    <a:pt x="605546" y="60938"/>
                  </a:cubicBezTo>
                  <a:cubicBezTo>
                    <a:pt x="602776" y="57245"/>
                    <a:pt x="601853" y="56321"/>
                    <a:pt x="598161" y="53552"/>
                  </a:cubicBezTo>
                  <a:cubicBezTo>
                    <a:pt x="603700" y="50782"/>
                    <a:pt x="614777" y="47088"/>
                    <a:pt x="624007" y="33239"/>
                  </a:cubicBezTo>
                  <a:cubicBezTo>
                    <a:pt x="620315" y="36009"/>
                    <a:pt x="617546" y="37855"/>
                    <a:pt x="612930" y="38779"/>
                  </a:cubicBezTo>
                  <a:cubicBezTo>
                    <a:pt x="611084" y="39702"/>
                    <a:pt x="610161" y="37855"/>
                    <a:pt x="605546" y="33239"/>
                  </a:cubicBezTo>
                  <a:cubicBezTo>
                    <a:pt x="614777" y="30469"/>
                    <a:pt x="621238" y="27699"/>
                    <a:pt x="622161" y="15696"/>
                  </a:cubicBezTo>
                  <a:lnTo>
                    <a:pt x="609238" y="15696"/>
                  </a:lnTo>
                  <a:lnTo>
                    <a:pt x="615700" y="20313"/>
                  </a:lnTo>
                  <a:cubicBezTo>
                    <a:pt x="616623" y="20313"/>
                    <a:pt x="616623" y="21236"/>
                    <a:pt x="616623" y="21236"/>
                  </a:cubicBezTo>
                  <a:lnTo>
                    <a:pt x="615700" y="22159"/>
                  </a:lnTo>
                  <a:lnTo>
                    <a:pt x="613854" y="22159"/>
                  </a:lnTo>
                  <a:cubicBezTo>
                    <a:pt x="609238" y="27699"/>
                    <a:pt x="607392" y="29546"/>
                    <a:pt x="600930" y="34162"/>
                  </a:cubicBezTo>
                  <a:cubicBezTo>
                    <a:pt x="598161" y="30469"/>
                    <a:pt x="594469" y="28622"/>
                    <a:pt x="593545" y="27699"/>
                  </a:cubicBezTo>
                  <a:cubicBezTo>
                    <a:pt x="597238" y="25852"/>
                    <a:pt x="601853" y="22159"/>
                    <a:pt x="607392" y="15696"/>
                  </a:cubicBezTo>
                  <a:lnTo>
                    <a:pt x="595392" y="15696"/>
                  </a:lnTo>
                  <a:lnTo>
                    <a:pt x="595392" y="7386"/>
                  </a:lnTo>
                  <a:lnTo>
                    <a:pt x="628623" y="7386"/>
                  </a:lnTo>
                  <a:lnTo>
                    <a:pt x="628623" y="0"/>
                  </a:lnTo>
                  <a:lnTo>
                    <a:pt x="639700" y="0"/>
                  </a:lnTo>
                  <a:cubicBezTo>
                    <a:pt x="640623" y="0"/>
                    <a:pt x="641546" y="0"/>
                    <a:pt x="641546" y="923"/>
                  </a:cubicBezTo>
                  <a:cubicBezTo>
                    <a:pt x="641546" y="1847"/>
                    <a:pt x="640623" y="1847"/>
                    <a:pt x="639700" y="2770"/>
                  </a:cubicBezTo>
                  <a:lnTo>
                    <a:pt x="639700" y="7386"/>
                  </a:lnTo>
                  <a:lnTo>
                    <a:pt x="672931" y="7386"/>
                  </a:lnTo>
                  <a:lnTo>
                    <a:pt x="672931" y="15696"/>
                  </a:lnTo>
                  <a:lnTo>
                    <a:pt x="648931" y="15696"/>
                  </a:lnTo>
                  <a:lnTo>
                    <a:pt x="648931" y="32316"/>
                  </a:lnTo>
                  <a:cubicBezTo>
                    <a:pt x="648931" y="36009"/>
                    <a:pt x="648008" y="38779"/>
                    <a:pt x="636008" y="39702"/>
                  </a:cubicBezTo>
                  <a:cubicBezTo>
                    <a:pt x="635084" y="35085"/>
                    <a:pt x="632315" y="31392"/>
                    <a:pt x="631392" y="30469"/>
                  </a:cubicBezTo>
                  <a:cubicBezTo>
                    <a:pt x="633238" y="30469"/>
                    <a:pt x="635084" y="31392"/>
                    <a:pt x="636931" y="31392"/>
                  </a:cubicBezTo>
                  <a:cubicBezTo>
                    <a:pt x="637854" y="31392"/>
                    <a:pt x="639700" y="31392"/>
                    <a:pt x="639700" y="29546"/>
                  </a:cubicBezTo>
                  <a:lnTo>
                    <a:pt x="639700" y="15696"/>
                  </a:lnTo>
                  <a:lnTo>
                    <a:pt x="632315" y="15696"/>
                  </a:lnTo>
                  <a:cubicBezTo>
                    <a:pt x="632315" y="19389"/>
                    <a:pt x="631392" y="27699"/>
                    <a:pt x="624931" y="34162"/>
                  </a:cubicBezTo>
                  <a:lnTo>
                    <a:pt x="633238" y="36932"/>
                  </a:lnTo>
                  <a:lnTo>
                    <a:pt x="633238" y="36932"/>
                  </a:lnTo>
                  <a:close/>
                  <a:moveTo>
                    <a:pt x="627700" y="48935"/>
                  </a:moveTo>
                  <a:cubicBezTo>
                    <a:pt x="629546" y="50782"/>
                    <a:pt x="631392" y="53552"/>
                    <a:pt x="635084" y="56321"/>
                  </a:cubicBezTo>
                  <a:cubicBezTo>
                    <a:pt x="639700" y="52628"/>
                    <a:pt x="641546" y="50782"/>
                    <a:pt x="642469" y="48935"/>
                  </a:cubicBezTo>
                  <a:lnTo>
                    <a:pt x="627700" y="48935"/>
                  </a:lnTo>
                  <a:close/>
                  <a:moveTo>
                    <a:pt x="658162" y="15696"/>
                  </a:moveTo>
                  <a:cubicBezTo>
                    <a:pt x="662777" y="19389"/>
                    <a:pt x="666470" y="23083"/>
                    <a:pt x="671085" y="29546"/>
                  </a:cubicBezTo>
                  <a:cubicBezTo>
                    <a:pt x="670162" y="30469"/>
                    <a:pt x="667393" y="31392"/>
                    <a:pt x="662777" y="35085"/>
                  </a:cubicBezTo>
                  <a:cubicBezTo>
                    <a:pt x="658162" y="28622"/>
                    <a:pt x="655393" y="25852"/>
                    <a:pt x="650777" y="21236"/>
                  </a:cubicBezTo>
                  <a:lnTo>
                    <a:pt x="658162" y="15696"/>
                  </a:lnTo>
                  <a:close/>
                  <a:moveTo>
                    <a:pt x="783702" y="24006"/>
                  </a:moveTo>
                  <a:cubicBezTo>
                    <a:pt x="781856" y="25852"/>
                    <a:pt x="770778" y="35085"/>
                    <a:pt x="764317" y="43395"/>
                  </a:cubicBezTo>
                  <a:lnTo>
                    <a:pt x="766163" y="43395"/>
                  </a:lnTo>
                  <a:cubicBezTo>
                    <a:pt x="769855" y="43395"/>
                    <a:pt x="772625" y="46165"/>
                    <a:pt x="772625" y="48935"/>
                  </a:cubicBezTo>
                  <a:cubicBezTo>
                    <a:pt x="772625" y="50782"/>
                    <a:pt x="771701" y="59091"/>
                    <a:pt x="771701" y="60015"/>
                  </a:cubicBezTo>
                  <a:cubicBezTo>
                    <a:pt x="771701" y="64631"/>
                    <a:pt x="773548" y="65554"/>
                    <a:pt x="778163" y="65554"/>
                  </a:cubicBezTo>
                  <a:cubicBezTo>
                    <a:pt x="780009" y="65554"/>
                    <a:pt x="788317" y="65554"/>
                    <a:pt x="796625" y="62785"/>
                  </a:cubicBezTo>
                  <a:lnTo>
                    <a:pt x="796625" y="74787"/>
                  </a:lnTo>
                  <a:cubicBezTo>
                    <a:pt x="788317" y="76634"/>
                    <a:pt x="780009" y="76634"/>
                    <a:pt x="776317" y="76634"/>
                  </a:cubicBezTo>
                  <a:cubicBezTo>
                    <a:pt x="759701" y="76634"/>
                    <a:pt x="759701" y="69248"/>
                    <a:pt x="759701" y="65554"/>
                  </a:cubicBezTo>
                  <a:cubicBezTo>
                    <a:pt x="759701" y="63708"/>
                    <a:pt x="760624" y="58168"/>
                    <a:pt x="760624" y="57245"/>
                  </a:cubicBezTo>
                  <a:cubicBezTo>
                    <a:pt x="760624" y="56321"/>
                    <a:pt x="760624" y="53552"/>
                    <a:pt x="757855" y="53552"/>
                  </a:cubicBezTo>
                  <a:cubicBezTo>
                    <a:pt x="756009" y="53552"/>
                    <a:pt x="754163" y="55398"/>
                    <a:pt x="750470" y="59091"/>
                  </a:cubicBezTo>
                  <a:cubicBezTo>
                    <a:pt x="746778" y="62785"/>
                    <a:pt x="742163" y="68324"/>
                    <a:pt x="733855" y="77557"/>
                  </a:cubicBezTo>
                  <a:lnTo>
                    <a:pt x="724624" y="69248"/>
                  </a:lnTo>
                  <a:cubicBezTo>
                    <a:pt x="741240" y="54475"/>
                    <a:pt x="755086" y="37855"/>
                    <a:pt x="760624" y="31392"/>
                  </a:cubicBezTo>
                  <a:cubicBezTo>
                    <a:pt x="752317" y="34162"/>
                    <a:pt x="740317" y="36009"/>
                    <a:pt x="732932" y="36009"/>
                  </a:cubicBezTo>
                  <a:lnTo>
                    <a:pt x="731086" y="24929"/>
                  </a:lnTo>
                  <a:cubicBezTo>
                    <a:pt x="750470" y="25852"/>
                    <a:pt x="768009" y="21236"/>
                    <a:pt x="776317" y="17543"/>
                  </a:cubicBezTo>
                  <a:lnTo>
                    <a:pt x="783702" y="24006"/>
                  </a:lnTo>
                  <a:close/>
                  <a:moveTo>
                    <a:pt x="745855" y="1847"/>
                  </a:moveTo>
                  <a:cubicBezTo>
                    <a:pt x="753240" y="3693"/>
                    <a:pt x="761548" y="4617"/>
                    <a:pt x="768932" y="4617"/>
                  </a:cubicBezTo>
                  <a:lnTo>
                    <a:pt x="774471" y="4617"/>
                  </a:lnTo>
                  <a:cubicBezTo>
                    <a:pt x="773548" y="8310"/>
                    <a:pt x="773548" y="12003"/>
                    <a:pt x="773548" y="14773"/>
                  </a:cubicBezTo>
                  <a:lnTo>
                    <a:pt x="769855" y="14773"/>
                  </a:lnTo>
                  <a:cubicBezTo>
                    <a:pt x="768009" y="14773"/>
                    <a:pt x="756932" y="14773"/>
                    <a:pt x="744932" y="12003"/>
                  </a:cubicBezTo>
                  <a:lnTo>
                    <a:pt x="745855" y="1847"/>
                  </a:lnTo>
                  <a:close/>
                  <a:moveTo>
                    <a:pt x="921242" y="14773"/>
                  </a:moveTo>
                  <a:cubicBezTo>
                    <a:pt x="900011" y="14773"/>
                    <a:pt x="881549" y="32316"/>
                    <a:pt x="881549" y="47088"/>
                  </a:cubicBezTo>
                  <a:cubicBezTo>
                    <a:pt x="881549" y="57245"/>
                    <a:pt x="888011" y="63708"/>
                    <a:pt x="906472" y="64631"/>
                  </a:cubicBezTo>
                  <a:cubicBezTo>
                    <a:pt x="902780" y="71094"/>
                    <a:pt x="901857" y="74787"/>
                    <a:pt x="900934" y="77557"/>
                  </a:cubicBezTo>
                  <a:cubicBezTo>
                    <a:pt x="888011" y="74787"/>
                    <a:pt x="870472" y="67401"/>
                    <a:pt x="870472" y="48012"/>
                  </a:cubicBezTo>
                  <a:cubicBezTo>
                    <a:pt x="870472" y="36932"/>
                    <a:pt x="876934" y="26776"/>
                    <a:pt x="888011" y="18466"/>
                  </a:cubicBezTo>
                  <a:cubicBezTo>
                    <a:pt x="882472" y="18466"/>
                    <a:pt x="857549" y="21236"/>
                    <a:pt x="850164" y="24006"/>
                  </a:cubicBezTo>
                  <a:lnTo>
                    <a:pt x="848318" y="10156"/>
                  </a:lnTo>
                  <a:lnTo>
                    <a:pt x="853856" y="10156"/>
                  </a:lnTo>
                  <a:cubicBezTo>
                    <a:pt x="859395" y="10156"/>
                    <a:pt x="894472" y="8310"/>
                    <a:pt x="919396" y="1847"/>
                  </a:cubicBezTo>
                  <a:lnTo>
                    <a:pt x="921242" y="14773"/>
                  </a:lnTo>
                  <a:close/>
                  <a:moveTo>
                    <a:pt x="1034782" y="24929"/>
                  </a:moveTo>
                  <a:cubicBezTo>
                    <a:pt x="1035705" y="24929"/>
                    <a:pt x="1035705" y="24929"/>
                    <a:pt x="1034782" y="24929"/>
                  </a:cubicBezTo>
                  <a:cubicBezTo>
                    <a:pt x="1035705" y="26776"/>
                    <a:pt x="1034782" y="26776"/>
                    <a:pt x="1033859" y="26776"/>
                  </a:cubicBezTo>
                  <a:cubicBezTo>
                    <a:pt x="1032935" y="31392"/>
                    <a:pt x="1032935" y="35085"/>
                    <a:pt x="1030166" y="43395"/>
                  </a:cubicBezTo>
                  <a:cubicBezTo>
                    <a:pt x="1033859" y="45242"/>
                    <a:pt x="1039397" y="48935"/>
                    <a:pt x="1043089" y="52628"/>
                  </a:cubicBezTo>
                  <a:cubicBezTo>
                    <a:pt x="1039397" y="57245"/>
                    <a:pt x="1039397" y="58168"/>
                    <a:pt x="1036628" y="62785"/>
                  </a:cubicBezTo>
                  <a:cubicBezTo>
                    <a:pt x="1034782" y="60938"/>
                    <a:pt x="1032012" y="58168"/>
                    <a:pt x="1026474" y="54475"/>
                  </a:cubicBezTo>
                  <a:cubicBezTo>
                    <a:pt x="1023705" y="59091"/>
                    <a:pt x="1017243" y="70171"/>
                    <a:pt x="1007089" y="76634"/>
                  </a:cubicBezTo>
                  <a:cubicBezTo>
                    <a:pt x="1004320" y="72941"/>
                    <a:pt x="1002473" y="72018"/>
                    <a:pt x="997858" y="69248"/>
                  </a:cubicBezTo>
                  <a:cubicBezTo>
                    <a:pt x="1006166" y="65554"/>
                    <a:pt x="1013550" y="56321"/>
                    <a:pt x="1016320" y="48935"/>
                  </a:cubicBezTo>
                  <a:cubicBezTo>
                    <a:pt x="1010781" y="46165"/>
                    <a:pt x="1007089" y="45242"/>
                    <a:pt x="998781" y="43395"/>
                  </a:cubicBezTo>
                  <a:cubicBezTo>
                    <a:pt x="989550" y="61861"/>
                    <a:pt x="985858" y="69248"/>
                    <a:pt x="978473" y="69248"/>
                  </a:cubicBezTo>
                  <a:cubicBezTo>
                    <a:pt x="972012" y="69248"/>
                    <a:pt x="966473" y="63708"/>
                    <a:pt x="966473" y="56321"/>
                  </a:cubicBezTo>
                  <a:cubicBezTo>
                    <a:pt x="966473" y="46165"/>
                    <a:pt x="975704" y="33239"/>
                    <a:pt x="993243" y="33239"/>
                  </a:cubicBezTo>
                  <a:cubicBezTo>
                    <a:pt x="994166" y="30469"/>
                    <a:pt x="998781" y="18466"/>
                    <a:pt x="999704" y="16619"/>
                  </a:cubicBezTo>
                  <a:cubicBezTo>
                    <a:pt x="991396" y="18466"/>
                    <a:pt x="984012" y="19389"/>
                    <a:pt x="980319" y="20313"/>
                  </a:cubicBezTo>
                  <a:lnTo>
                    <a:pt x="977550" y="8310"/>
                  </a:lnTo>
                  <a:cubicBezTo>
                    <a:pt x="990473" y="8310"/>
                    <a:pt x="1002473" y="5540"/>
                    <a:pt x="1008012" y="2770"/>
                  </a:cubicBezTo>
                  <a:lnTo>
                    <a:pt x="1015397" y="9233"/>
                  </a:lnTo>
                  <a:cubicBezTo>
                    <a:pt x="1009858" y="16619"/>
                    <a:pt x="1004320" y="30469"/>
                    <a:pt x="1002473" y="34162"/>
                  </a:cubicBezTo>
                  <a:cubicBezTo>
                    <a:pt x="1009858" y="35085"/>
                    <a:pt x="1016320" y="37855"/>
                    <a:pt x="1019089" y="39702"/>
                  </a:cubicBezTo>
                  <a:cubicBezTo>
                    <a:pt x="1021858" y="30469"/>
                    <a:pt x="1021858" y="24006"/>
                    <a:pt x="1021858" y="21236"/>
                  </a:cubicBezTo>
                  <a:lnTo>
                    <a:pt x="1034782" y="24929"/>
                  </a:lnTo>
                  <a:lnTo>
                    <a:pt x="1034782" y="24929"/>
                  </a:lnTo>
                  <a:close/>
                  <a:moveTo>
                    <a:pt x="976627" y="55398"/>
                  </a:moveTo>
                  <a:cubicBezTo>
                    <a:pt x="976627" y="58168"/>
                    <a:pt x="978473" y="58168"/>
                    <a:pt x="978473" y="58168"/>
                  </a:cubicBezTo>
                  <a:cubicBezTo>
                    <a:pt x="981242" y="58168"/>
                    <a:pt x="986781" y="46165"/>
                    <a:pt x="988627" y="42472"/>
                  </a:cubicBezTo>
                  <a:cubicBezTo>
                    <a:pt x="983089" y="43395"/>
                    <a:pt x="976627" y="48012"/>
                    <a:pt x="976627" y="55398"/>
                  </a:cubicBezTo>
                  <a:close/>
                  <a:moveTo>
                    <a:pt x="1146475" y="3693"/>
                  </a:moveTo>
                  <a:cubicBezTo>
                    <a:pt x="1147398" y="3693"/>
                    <a:pt x="1148321" y="3693"/>
                    <a:pt x="1148321" y="4617"/>
                  </a:cubicBezTo>
                  <a:cubicBezTo>
                    <a:pt x="1148321" y="5540"/>
                    <a:pt x="1147398" y="5540"/>
                    <a:pt x="1146475" y="5540"/>
                  </a:cubicBezTo>
                  <a:lnTo>
                    <a:pt x="1146475" y="20313"/>
                  </a:lnTo>
                  <a:cubicBezTo>
                    <a:pt x="1155706" y="19389"/>
                    <a:pt x="1156629" y="18466"/>
                    <a:pt x="1163091" y="18466"/>
                  </a:cubicBezTo>
                  <a:lnTo>
                    <a:pt x="1163091" y="30469"/>
                  </a:lnTo>
                  <a:lnTo>
                    <a:pt x="1159398" y="30469"/>
                  </a:lnTo>
                  <a:cubicBezTo>
                    <a:pt x="1155706" y="30469"/>
                    <a:pt x="1150168" y="31392"/>
                    <a:pt x="1147398" y="31392"/>
                  </a:cubicBezTo>
                  <a:cubicBezTo>
                    <a:pt x="1147398" y="53552"/>
                    <a:pt x="1144629" y="55398"/>
                    <a:pt x="1128014" y="55398"/>
                  </a:cubicBezTo>
                  <a:cubicBezTo>
                    <a:pt x="1127090" y="51705"/>
                    <a:pt x="1125244" y="46165"/>
                    <a:pt x="1125244" y="45242"/>
                  </a:cubicBezTo>
                  <a:lnTo>
                    <a:pt x="1130783" y="45242"/>
                  </a:lnTo>
                  <a:cubicBezTo>
                    <a:pt x="1136321" y="45242"/>
                    <a:pt x="1136321" y="44319"/>
                    <a:pt x="1137244" y="33239"/>
                  </a:cubicBezTo>
                  <a:cubicBezTo>
                    <a:pt x="1130783" y="34162"/>
                    <a:pt x="1124321" y="35085"/>
                    <a:pt x="1117859" y="36932"/>
                  </a:cubicBezTo>
                  <a:cubicBezTo>
                    <a:pt x="1117859" y="40625"/>
                    <a:pt x="1117859" y="55398"/>
                    <a:pt x="1118783" y="59091"/>
                  </a:cubicBezTo>
                  <a:cubicBezTo>
                    <a:pt x="1120629" y="63708"/>
                    <a:pt x="1126167" y="64631"/>
                    <a:pt x="1131706" y="64631"/>
                  </a:cubicBezTo>
                  <a:cubicBezTo>
                    <a:pt x="1134475" y="64631"/>
                    <a:pt x="1145552" y="64631"/>
                    <a:pt x="1158475" y="60938"/>
                  </a:cubicBezTo>
                  <a:cubicBezTo>
                    <a:pt x="1157552" y="64631"/>
                    <a:pt x="1157552" y="67401"/>
                    <a:pt x="1156629" y="72941"/>
                  </a:cubicBezTo>
                  <a:cubicBezTo>
                    <a:pt x="1145552" y="74787"/>
                    <a:pt x="1128937" y="74787"/>
                    <a:pt x="1128937" y="74787"/>
                  </a:cubicBezTo>
                  <a:cubicBezTo>
                    <a:pt x="1118783" y="74787"/>
                    <a:pt x="1110475" y="72941"/>
                    <a:pt x="1107706" y="62785"/>
                  </a:cubicBezTo>
                  <a:cubicBezTo>
                    <a:pt x="1106782" y="58168"/>
                    <a:pt x="1106782" y="51705"/>
                    <a:pt x="1106782" y="38779"/>
                  </a:cubicBezTo>
                  <a:cubicBezTo>
                    <a:pt x="1096628" y="40625"/>
                    <a:pt x="1095705" y="41549"/>
                    <a:pt x="1090167" y="42472"/>
                  </a:cubicBezTo>
                  <a:lnTo>
                    <a:pt x="1089244" y="29546"/>
                  </a:lnTo>
                  <a:cubicBezTo>
                    <a:pt x="1093859" y="29546"/>
                    <a:pt x="1102167" y="28622"/>
                    <a:pt x="1106782" y="26776"/>
                  </a:cubicBezTo>
                  <a:cubicBezTo>
                    <a:pt x="1106782" y="22159"/>
                    <a:pt x="1106782" y="11080"/>
                    <a:pt x="1105859" y="6463"/>
                  </a:cubicBezTo>
                  <a:lnTo>
                    <a:pt x="1117859" y="8310"/>
                  </a:lnTo>
                  <a:cubicBezTo>
                    <a:pt x="1118783" y="8310"/>
                    <a:pt x="1119706" y="8310"/>
                    <a:pt x="1119706" y="9233"/>
                  </a:cubicBezTo>
                  <a:cubicBezTo>
                    <a:pt x="1119706" y="10156"/>
                    <a:pt x="1118783" y="10156"/>
                    <a:pt x="1117859" y="10156"/>
                  </a:cubicBezTo>
                  <a:cubicBezTo>
                    <a:pt x="1117859" y="12003"/>
                    <a:pt x="1116936" y="22159"/>
                    <a:pt x="1116936" y="24006"/>
                  </a:cubicBezTo>
                  <a:cubicBezTo>
                    <a:pt x="1121552" y="23083"/>
                    <a:pt x="1127090" y="22159"/>
                    <a:pt x="1135398" y="21236"/>
                  </a:cubicBezTo>
                  <a:cubicBezTo>
                    <a:pt x="1135398" y="14773"/>
                    <a:pt x="1135398" y="7386"/>
                    <a:pt x="1133552" y="923"/>
                  </a:cubicBezTo>
                  <a:lnTo>
                    <a:pt x="1146475" y="3693"/>
                  </a:lnTo>
                  <a:lnTo>
                    <a:pt x="1146475" y="3693"/>
                  </a:lnTo>
                  <a:close/>
                  <a:moveTo>
                    <a:pt x="1262784" y="10156"/>
                  </a:moveTo>
                  <a:cubicBezTo>
                    <a:pt x="1257246" y="13850"/>
                    <a:pt x="1243399" y="26776"/>
                    <a:pt x="1240630" y="30469"/>
                  </a:cubicBezTo>
                  <a:cubicBezTo>
                    <a:pt x="1242476" y="29546"/>
                    <a:pt x="1246169" y="28622"/>
                    <a:pt x="1251707" y="28622"/>
                  </a:cubicBezTo>
                  <a:cubicBezTo>
                    <a:pt x="1263707" y="28622"/>
                    <a:pt x="1275708" y="36009"/>
                    <a:pt x="1275708" y="50782"/>
                  </a:cubicBezTo>
                  <a:cubicBezTo>
                    <a:pt x="1275708" y="69248"/>
                    <a:pt x="1258169" y="76634"/>
                    <a:pt x="1244322" y="76634"/>
                  </a:cubicBezTo>
                  <a:cubicBezTo>
                    <a:pt x="1231399" y="76634"/>
                    <a:pt x="1224015" y="70171"/>
                    <a:pt x="1224015" y="62785"/>
                  </a:cubicBezTo>
                  <a:cubicBezTo>
                    <a:pt x="1224015" y="55398"/>
                    <a:pt x="1230476" y="49858"/>
                    <a:pt x="1239707" y="49858"/>
                  </a:cubicBezTo>
                  <a:cubicBezTo>
                    <a:pt x="1246169" y="49858"/>
                    <a:pt x="1255400" y="53552"/>
                    <a:pt x="1257246" y="62785"/>
                  </a:cubicBezTo>
                  <a:cubicBezTo>
                    <a:pt x="1264631" y="59091"/>
                    <a:pt x="1264631" y="52628"/>
                    <a:pt x="1264631" y="50782"/>
                  </a:cubicBezTo>
                  <a:cubicBezTo>
                    <a:pt x="1264631" y="46165"/>
                    <a:pt x="1261861" y="37855"/>
                    <a:pt x="1249861" y="37855"/>
                  </a:cubicBezTo>
                  <a:cubicBezTo>
                    <a:pt x="1235092" y="37855"/>
                    <a:pt x="1226784" y="47088"/>
                    <a:pt x="1214784" y="59091"/>
                  </a:cubicBezTo>
                  <a:lnTo>
                    <a:pt x="1205553" y="50782"/>
                  </a:lnTo>
                  <a:cubicBezTo>
                    <a:pt x="1214784" y="44319"/>
                    <a:pt x="1236938" y="22159"/>
                    <a:pt x="1242476" y="15696"/>
                  </a:cubicBezTo>
                  <a:cubicBezTo>
                    <a:pt x="1235092" y="17543"/>
                    <a:pt x="1222168" y="18466"/>
                    <a:pt x="1216630" y="18466"/>
                  </a:cubicBezTo>
                  <a:lnTo>
                    <a:pt x="1214784" y="7386"/>
                  </a:lnTo>
                  <a:cubicBezTo>
                    <a:pt x="1221245" y="7386"/>
                    <a:pt x="1244322" y="7386"/>
                    <a:pt x="1257246" y="1847"/>
                  </a:cubicBezTo>
                  <a:lnTo>
                    <a:pt x="1262784" y="10156"/>
                  </a:lnTo>
                  <a:lnTo>
                    <a:pt x="1262784" y="10156"/>
                  </a:lnTo>
                  <a:close/>
                  <a:moveTo>
                    <a:pt x="1237861" y="59091"/>
                  </a:moveTo>
                  <a:cubicBezTo>
                    <a:pt x="1235092" y="59091"/>
                    <a:pt x="1233245" y="60938"/>
                    <a:pt x="1233245" y="62785"/>
                  </a:cubicBezTo>
                  <a:cubicBezTo>
                    <a:pt x="1233245" y="66478"/>
                    <a:pt x="1237861" y="68324"/>
                    <a:pt x="1241553" y="68324"/>
                  </a:cubicBezTo>
                  <a:cubicBezTo>
                    <a:pt x="1243399" y="68324"/>
                    <a:pt x="1245246" y="68324"/>
                    <a:pt x="1246169" y="67401"/>
                  </a:cubicBezTo>
                  <a:cubicBezTo>
                    <a:pt x="1246169" y="61861"/>
                    <a:pt x="1242476" y="59091"/>
                    <a:pt x="1237861" y="59091"/>
                  </a:cubicBezTo>
                  <a:close/>
                </a:path>
              </a:pathLst>
            </a:custGeom>
            <a:solidFill>
              <a:srgbClr val="3E3A39"/>
            </a:solidFill>
            <a:ln w="9231" cap="flat">
              <a:noFill/>
              <a:prstDash val="solid"/>
              <a:miter/>
            </a:ln>
          </p:spPr>
          <p:txBody>
            <a:bodyPr rtlCol="0" anchor="ctr"/>
            <a:lstStyle/>
            <a:p>
              <a:endParaRPr lang="ja-JP" altLang="en-US" b="0" i="0">
                <a:latin typeface="Arial" panose="020B0604020202020204" pitchFamily="34" charset="0"/>
              </a:endParaRPr>
            </a:p>
          </p:txBody>
        </p:sp>
        <p:sp>
          <p:nvSpPr>
            <p:cNvPr id="8" name="フリーフォーム 7">
              <a:extLst>
                <a:ext uri="{FF2B5EF4-FFF2-40B4-BE49-F238E27FC236}">
                  <a16:creationId xmlns:a16="http://schemas.microsoft.com/office/drawing/2014/main" id="{98C7CDC0-7288-A7ED-E065-CE2D58EF9BA4}"/>
                </a:ext>
              </a:extLst>
            </p:cNvPr>
            <p:cNvSpPr/>
            <p:nvPr/>
          </p:nvSpPr>
          <p:spPr>
            <a:xfrm>
              <a:off x="4142101" y="-4761261"/>
              <a:ext cx="22154" cy="22260"/>
            </a:xfrm>
            <a:custGeom>
              <a:avLst/>
              <a:gdLst>
                <a:gd name="connsiteX0" fmla="*/ 22154 w 22154"/>
                <a:gd name="connsiteY0" fmla="*/ 11181 h 22260"/>
                <a:gd name="connsiteX1" fmla="*/ 11077 w 22154"/>
                <a:gd name="connsiteY1" fmla="*/ 22260 h 22260"/>
                <a:gd name="connsiteX2" fmla="*/ 0 w 22154"/>
                <a:gd name="connsiteY2" fmla="*/ 11181 h 22260"/>
                <a:gd name="connsiteX3" fmla="*/ 11077 w 22154"/>
                <a:gd name="connsiteY3" fmla="*/ 101 h 22260"/>
                <a:gd name="connsiteX4" fmla="*/ 22154 w 22154"/>
                <a:gd name="connsiteY4" fmla="*/ 11181 h 22260"/>
                <a:gd name="connsiteX5" fmla="*/ 3692 w 22154"/>
                <a:gd name="connsiteY5" fmla="*/ 11181 h 22260"/>
                <a:gd name="connsiteX6" fmla="*/ 10154 w 22154"/>
                <a:gd name="connsiteY6" fmla="*/ 17644 h 22260"/>
                <a:gd name="connsiteX7" fmla="*/ 16616 w 22154"/>
                <a:gd name="connsiteY7" fmla="*/ 11181 h 22260"/>
                <a:gd name="connsiteX8" fmla="*/ 10154 w 22154"/>
                <a:gd name="connsiteY8" fmla="*/ 4718 h 22260"/>
                <a:gd name="connsiteX9" fmla="*/ 3692 w 22154"/>
                <a:gd name="connsiteY9" fmla="*/ 11181 h 22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54" h="22260">
                  <a:moveTo>
                    <a:pt x="22154" y="11181"/>
                  </a:moveTo>
                  <a:cubicBezTo>
                    <a:pt x="22154" y="17644"/>
                    <a:pt x="16616" y="22260"/>
                    <a:pt x="11077" y="22260"/>
                  </a:cubicBezTo>
                  <a:cubicBezTo>
                    <a:pt x="4615" y="22260"/>
                    <a:pt x="0" y="17644"/>
                    <a:pt x="0" y="11181"/>
                  </a:cubicBezTo>
                  <a:cubicBezTo>
                    <a:pt x="0" y="4718"/>
                    <a:pt x="4615" y="101"/>
                    <a:pt x="11077" y="101"/>
                  </a:cubicBezTo>
                  <a:cubicBezTo>
                    <a:pt x="16616" y="-822"/>
                    <a:pt x="22154" y="4718"/>
                    <a:pt x="22154" y="11181"/>
                  </a:cubicBezTo>
                  <a:close/>
                  <a:moveTo>
                    <a:pt x="3692" y="11181"/>
                  </a:moveTo>
                  <a:cubicBezTo>
                    <a:pt x="3692" y="14874"/>
                    <a:pt x="6462" y="17644"/>
                    <a:pt x="10154" y="17644"/>
                  </a:cubicBezTo>
                  <a:cubicBezTo>
                    <a:pt x="13846" y="17644"/>
                    <a:pt x="16616" y="14874"/>
                    <a:pt x="16616" y="11181"/>
                  </a:cubicBezTo>
                  <a:cubicBezTo>
                    <a:pt x="16616" y="7487"/>
                    <a:pt x="13846" y="4718"/>
                    <a:pt x="10154" y="4718"/>
                  </a:cubicBezTo>
                  <a:cubicBezTo>
                    <a:pt x="6462" y="3794"/>
                    <a:pt x="3692" y="7487"/>
                    <a:pt x="3692" y="11181"/>
                  </a:cubicBezTo>
                  <a:close/>
                </a:path>
              </a:pathLst>
            </a:custGeom>
            <a:solidFill>
              <a:srgbClr val="3E3A39"/>
            </a:solidFill>
            <a:ln w="9231" cap="flat">
              <a:noFill/>
              <a:prstDash val="solid"/>
              <a:miter/>
            </a:ln>
          </p:spPr>
          <p:txBody>
            <a:bodyPr rtlCol="0" anchor="ctr"/>
            <a:lstStyle/>
            <a:p>
              <a:endParaRPr lang="ja-JP" altLang="en-US" b="0" i="0">
                <a:latin typeface="Arial" panose="020B0604020202020204" pitchFamily="34" charset="0"/>
              </a:endParaRPr>
            </a:p>
          </p:txBody>
        </p:sp>
      </p:grpSp>
      <p:sp>
        <p:nvSpPr>
          <p:cNvPr id="3" name="日付プレースホルダー 3">
            <a:extLst>
              <a:ext uri="{FF2B5EF4-FFF2-40B4-BE49-F238E27FC236}">
                <a16:creationId xmlns:a16="http://schemas.microsoft.com/office/drawing/2014/main" id="{47778458-1D82-42BE-2843-8101EF64E7B1}"/>
              </a:ext>
            </a:extLst>
          </p:cNvPr>
          <p:cNvSpPr txBox="1">
            <a:spLocks/>
          </p:cNvSpPr>
          <p:nvPr userDrawn="1"/>
        </p:nvSpPr>
        <p:spPr>
          <a:xfrm>
            <a:off x="466921" y="6469666"/>
            <a:ext cx="1172098" cy="263644"/>
          </a:xfrm>
          <a:prstGeom prst="rect">
            <a:avLst/>
          </a:prstGeom>
          <a:noFill/>
          <a:ln w="19050">
            <a:solidFill>
              <a:schemeClr val="accent1"/>
            </a:solidFill>
            <a:miter lim="800000"/>
            <a:headEnd/>
            <a:tailEnd/>
          </a:ln>
        </p:spPr>
        <p:txBody>
          <a:bodyPr vert="horz" lIns="0" tIns="45720" rIns="0" bIns="45720" rtlCol="0" anchor="ctr"/>
          <a:lstStyle>
            <a:defPPr>
              <a:defRPr lang="ja-JP"/>
            </a:defPPr>
            <a:lvl1pPr marL="0" algn="l" defTabSz="914400" rtl="0" eaLnBrk="1" latinLnBrk="0" hangingPunct="1">
              <a:defRPr kumimoji="1" sz="700" kern="1200" baseline="0">
                <a:solidFill>
                  <a:schemeClr val="tx1">
                    <a:tint val="75000"/>
                  </a:schemeClr>
                </a:solidFill>
                <a:latin typeface="Arial" panose="020B0604020202020204" pitchFamily="34" charset="0"/>
                <a:ea typeface="メイリオ" panose="020B0604030504040204" pitchFamily="34"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 altLang="ja-JP" sz="1100" b="1" i="1">
                <a:solidFill>
                  <a:schemeClr val="accent1"/>
                </a:solidFill>
              </a:rPr>
              <a:t>CONFIDENTIAL</a:t>
            </a:r>
          </a:p>
        </p:txBody>
      </p:sp>
      <p:sp>
        <p:nvSpPr>
          <p:cNvPr id="9" name="日付プレースホルダー 3">
            <a:extLst>
              <a:ext uri="{FF2B5EF4-FFF2-40B4-BE49-F238E27FC236}">
                <a16:creationId xmlns:a16="http://schemas.microsoft.com/office/drawing/2014/main" id="{6589304C-D2EE-1716-10AF-67441DF94928}"/>
              </a:ext>
            </a:extLst>
          </p:cNvPr>
          <p:cNvSpPr txBox="1">
            <a:spLocks/>
          </p:cNvSpPr>
          <p:nvPr userDrawn="1"/>
        </p:nvSpPr>
        <p:spPr>
          <a:xfrm>
            <a:off x="1752817" y="6428399"/>
            <a:ext cx="2013232" cy="365125"/>
          </a:xfrm>
          <a:prstGeom prst="rect">
            <a:avLst/>
          </a:prstGeom>
          <a:noFill/>
          <a:ln w="9525">
            <a:noFill/>
            <a:miter lim="800000"/>
            <a:headEnd/>
            <a:tailEnd/>
          </a:ln>
        </p:spPr>
        <p:txBody>
          <a:bodyPr vert="horz" lIns="0" tIns="45720" rIns="0" bIns="45720" rtlCol="0" anchor="ctr"/>
          <a:lstStyle>
            <a:defPPr>
              <a:defRPr lang="ja-JP"/>
            </a:defPPr>
            <a:lvl1pPr marL="0" algn="l" defTabSz="914400" rtl="0" eaLnBrk="1" latinLnBrk="0" hangingPunct="1">
              <a:defRPr kumimoji="1" sz="700" kern="1200" baseline="0">
                <a:solidFill>
                  <a:schemeClr val="tx1">
                    <a:tint val="75000"/>
                  </a:schemeClr>
                </a:solidFill>
                <a:latin typeface="Arial" panose="020B0604020202020204" pitchFamily="34" charset="0"/>
                <a:ea typeface="メイリオ" panose="020B0604030504040204" pitchFamily="34"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 altLang="ja-JP">
                <a:solidFill>
                  <a:schemeClr val="tx2"/>
                </a:solidFill>
              </a:rPr>
              <a:t>Copyright SHIFT Inc., All Rights Reserved.</a:t>
            </a:r>
          </a:p>
        </p:txBody>
      </p:sp>
    </p:spTree>
    <p:extLst>
      <p:ext uri="{BB962C8B-B14F-4D97-AF65-F5344CB8AC3E}">
        <p14:creationId xmlns:p14="http://schemas.microsoft.com/office/powerpoint/2010/main" val="38418988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469">
          <p15:clr>
            <a:srgbClr val="FBAE40"/>
          </p15:clr>
        </p15:guide>
        <p15:guide id="4" pos="2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f.有_コンテンツ">
    <p:spTree>
      <p:nvGrpSpPr>
        <p:cNvPr id="1" name=""/>
        <p:cNvGrpSpPr/>
        <p:nvPr/>
      </p:nvGrpSpPr>
      <p:grpSpPr>
        <a:xfrm>
          <a:off x="0" y="0"/>
          <a:ext cx="0" cy="0"/>
          <a:chOff x="0" y="0"/>
          <a:chExt cx="0" cy="0"/>
        </a:xfrm>
      </p:grpSpPr>
      <p:grpSp>
        <p:nvGrpSpPr>
          <p:cNvPr id="5" name="グラフィックス 19">
            <a:extLst>
              <a:ext uri="{FF2B5EF4-FFF2-40B4-BE49-F238E27FC236}">
                <a16:creationId xmlns:a16="http://schemas.microsoft.com/office/drawing/2014/main" id="{376FBB38-2DD0-97EE-A91C-6572A49478D0}"/>
              </a:ext>
            </a:extLst>
          </p:cNvPr>
          <p:cNvGrpSpPr>
            <a:grpSpLocks noChangeAspect="1"/>
          </p:cNvGrpSpPr>
          <p:nvPr userDrawn="1"/>
        </p:nvGrpSpPr>
        <p:grpSpPr>
          <a:xfrm>
            <a:off x="10864089" y="155983"/>
            <a:ext cx="981743" cy="288000"/>
            <a:chOff x="2798085" y="-4814712"/>
            <a:chExt cx="1375400" cy="403482"/>
          </a:xfrm>
        </p:grpSpPr>
        <p:sp>
          <p:nvSpPr>
            <p:cNvPr id="6" name="フリーフォーム 5">
              <a:extLst>
                <a:ext uri="{FF2B5EF4-FFF2-40B4-BE49-F238E27FC236}">
                  <a16:creationId xmlns:a16="http://schemas.microsoft.com/office/drawing/2014/main" id="{6D256ED3-CB2B-E2FE-D7FC-216864678497}"/>
                </a:ext>
              </a:extLst>
            </p:cNvPr>
            <p:cNvSpPr/>
            <p:nvPr/>
          </p:nvSpPr>
          <p:spPr>
            <a:xfrm>
              <a:off x="2798085" y="-4633745"/>
              <a:ext cx="1375400" cy="222515"/>
            </a:xfrm>
            <a:custGeom>
              <a:avLst/>
              <a:gdLst>
                <a:gd name="connsiteX0" fmla="*/ 587084 w 1375400"/>
                <a:gd name="connsiteY0" fmla="*/ 923 h 222515"/>
                <a:gd name="connsiteX1" fmla="*/ 557545 w 1375400"/>
                <a:gd name="connsiteY1" fmla="*/ 93253 h 222515"/>
                <a:gd name="connsiteX2" fmla="*/ 426467 w 1375400"/>
                <a:gd name="connsiteY2" fmla="*/ 93253 h 222515"/>
                <a:gd name="connsiteX3" fmla="*/ 456005 w 1375400"/>
                <a:gd name="connsiteY3" fmla="*/ 923 h 222515"/>
                <a:gd name="connsiteX4" fmla="*/ 174464 w 1375400"/>
                <a:gd name="connsiteY4" fmla="*/ 923 h 222515"/>
                <a:gd name="connsiteX5" fmla="*/ 40616 w 1375400"/>
                <a:gd name="connsiteY5" fmla="*/ 69248 h 222515"/>
                <a:gd name="connsiteX6" fmla="*/ 130155 w 1375400"/>
                <a:gd name="connsiteY6" fmla="*/ 131109 h 222515"/>
                <a:gd name="connsiteX7" fmla="*/ 169848 w 1375400"/>
                <a:gd name="connsiteY7" fmla="*/ 131109 h 222515"/>
                <a:gd name="connsiteX8" fmla="*/ 213233 w 1375400"/>
                <a:gd name="connsiteY8" fmla="*/ 158808 h 222515"/>
                <a:gd name="connsiteX9" fmla="*/ 155079 w 1375400"/>
                <a:gd name="connsiteY9" fmla="*/ 184660 h 222515"/>
                <a:gd name="connsiteX10" fmla="*/ 12000 w 1375400"/>
                <a:gd name="connsiteY10" fmla="*/ 184660 h 222515"/>
                <a:gd name="connsiteX11" fmla="*/ 0 w 1375400"/>
                <a:gd name="connsiteY11" fmla="*/ 222516 h 222515"/>
                <a:gd name="connsiteX12" fmla="*/ 167079 w 1375400"/>
                <a:gd name="connsiteY12" fmla="*/ 222516 h 222515"/>
                <a:gd name="connsiteX13" fmla="*/ 300927 w 1375400"/>
                <a:gd name="connsiteY13" fmla="*/ 155115 h 222515"/>
                <a:gd name="connsiteX14" fmla="*/ 210464 w 1375400"/>
                <a:gd name="connsiteY14" fmla="*/ 92330 h 222515"/>
                <a:gd name="connsiteX15" fmla="*/ 172617 w 1375400"/>
                <a:gd name="connsiteY15" fmla="*/ 92330 h 222515"/>
                <a:gd name="connsiteX16" fmla="*/ 129232 w 1375400"/>
                <a:gd name="connsiteY16" fmla="*/ 64631 h 222515"/>
                <a:gd name="connsiteX17" fmla="*/ 187387 w 1375400"/>
                <a:gd name="connsiteY17" fmla="*/ 39702 h 222515"/>
                <a:gd name="connsiteX18" fmla="*/ 365543 w 1375400"/>
                <a:gd name="connsiteY18" fmla="*/ 39702 h 222515"/>
                <a:gd name="connsiteX19" fmla="*/ 307388 w 1375400"/>
                <a:gd name="connsiteY19" fmla="*/ 222516 h 222515"/>
                <a:gd name="connsiteX20" fmla="*/ 385851 w 1375400"/>
                <a:gd name="connsiteY20" fmla="*/ 222516 h 222515"/>
                <a:gd name="connsiteX21" fmla="*/ 415390 w 1375400"/>
                <a:gd name="connsiteY21" fmla="*/ 131109 h 222515"/>
                <a:gd name="connsiteX22" fmla="*/ 544622 w 1375400"/>
                <a:gd name="connsiteY22" fmla="*/ 131109 h 222515"/>
                <a:gd name="connsiteX23" fmla="*/ 516006 w 1375400"/>
                <a:gd name="connsiteY23" fmla="*/ 221592 h 222515"/>
                <a:gd name="connsiteX24" fmla="*/ 594469 w 1375400"/>
                <a:gd name="connsiteY24" fmla="*/ 221592 h 222515"/>
                <a:gd name="connsiteX25" fmla="*/ 665546 w 1375400"/>
                <a:gd name="connsiteY25" fmla="*/ 0 h 222515"/>
                <a:gd name="connsiteX26" fmla="*/ 587084 w 1375400"/>
                <a:gd name="connsiteY26" fmla="*/ 923 h 222515"/>
                <a:gd name="connsiteX27" fmla="*/ 701547 w 1375400"/>
                <a:gd name="connsiteY27" fmla="*/ 923 h 222515"/>
                <a:gd name="connsiteX28" fmla="*/ 630469 w 1375400"/>
                <a:gd name="connsiteY28" fmla="*/ 222516 h 222515"/>
                <a:gd name="connsiteX29" fmla="*/ 708932 w 1375400"/>
                <a:gd name="connsiteY29" fmla="*/ 222516 h 222515"/>
                <a:gd name="connsiteX30" fmla="*/ 780009 w 1375400"/>
                <a:gd name="connsiteY30" fmla="*/ 923 h 222515"/>
                <a:gd name="connsiteX31" fmla="*/ 701547 w 1375400"/>
                <a:gd name="connsiteY31" fmla="*/ 923 h 222515"/>
                <a:gd name="connsiteX32" fmla="*/ 959088 w 1375400"/>
                <a:gd name="connsiteY32" fmla="*/ 923 h 222515"/>
                <a:gd name="connsiteX33" fmla="*/ 780009 w 1375400"/>
                <a:gd name="connsiteY33" fmla="*/ 114489 h 222515"/>
                <a:gd name="connsiteX34" fmla="*/ 745855 w 1375400"/>
                <a:gd name="connsiteY34" fmla="*/ 222516 h 222515"/>
                <a:gd name="connsiteX35" fmla="*/ 825241 w 1375400"/>
                <a:gd name="connsiteY35" fmla="*/ 222516 h 222515"/>
                <a:gd name="connsiteX36" fmla="*/ 854779 w 1375400"/>
                <a:gd name="connsiteY36" fmla="*/ 131109 h 222515"/>
                <a:gd name="connsiteX37" fmla="*/ 1049551 w 1375400"/>
                <a:gd name="connsiteY37" fmla="*/ 131109 h 222515"/>
                <a:gd name="connsiteX38" fmla="*/ 1061551 w 1375400"/>
                <a:gd name="connsiteY38" fmla="*/ 92330 h 222515"/>
                <a:gd name="connsiteX39" fmla="*/ 869549 w 1375400"/>
                <a:gd name="connsiteY39" fmla="*/ 92330 h 222515"/>
                <a:gd name="connsiteX40" fmla="*/ 952627 w 1375400"/>
                <a:gd name="connsiteY40" fmla="*/ 39702 h 222515"/>
                <a:gd name="connsiteX41" fmla="*/ 1181553 w 1375400"/>
                <a:gd name="connsiteY41" fmla="*/ 39702 h 222515"/>
                <a:gd name="connsiteX42" fmla="*/ 1123398 w 1375400"/>
                <a:gd name="connsiteY42" fmla="*/ 222516 h 222515"/>
                <a:gd name="connsiteX43" fmla="*/ 1201860 w 1375400"/>
                <a:gd name="connsiteY43" fmla="*/ 222516 h 222515"/>
                <a:gd name="connsiteX44" fmla="*/ 1260015 w 1375400"/>
                <a:gd name="connsiteY44" fmla="*/ 39702 h 222515"/>
                <a:gd name="connsiteX45" fmla="*/ 1363401 w 1375400"/>
                <a:gd name="connsiteY45" fmla="*/ 39702 h 222515"/>
                <a:gd name="connsiteX46" fmla="*/ 1375401 w 1375400"/>
                <a:gd name="connsiteY46" fmla="*/ 923 h 222515"/>
                <a:gd name="connsiteX47" fmla="*/ 959088 w 1375400"/>
                <a:gd name="connsiteY47" fmla="*/ 923 h 222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375400" h="222515">
                  <a:moveTo>
                    <a:pt x="587084" y="923"/>
                  </a:moveTo>
                  <a:lnTo>
                    <a:pt x="557545" y="93253"/>
                  </a:lnTo>
                  <a:lnTo>
                    <a:pt x="426467" y="93253"/>
                  </a:lnTo>
                  <a:lnTo>
                    <a:pt x="456005" y="923"/>
                  </a:lnTo>
                  <a:lnTo>
                    <a:pt x="174464" y="923"/>
                  </a:lnTo>
                  <a:cubicBezTo>
                    <a:pt x="173541" y="923"/>
                    <a:pt x="60924" y="5540"/>
                    <a:pt x="40616" y="69248"/>
                  </a:cubicBezTo>
                  <a:cubicBezTo>
                    <a:pt x="24000" y="121876"/>
                    <a:pt x="99694" y="131109"/>
                    <a:pt x="130155" y="131109"/>
                  </a:cubicBezTo>
                  <a:lnTo>
                    <a:pt x="169848" y="131109"/>
                  </a:lnTo>
                  <a:cubicBezTo>
                    <a:pt x="182771" y="131109"/>
                    <a:pt x="221541" y="134802"/>
                    <a:pt x="213233" y="158808"/>
                  </a:cubicBezTo>
                  <a:cubicBezTo>
                    <a:pt x="204926" y="182814"/>
                    <a:pt x="159694" y="184660"/>
                    <a:pt x="155079" y="184660"/>
                  </a:cubicBezTo>
                  <a:lnTo>
                    <a:pt x="12000" y="184660"/>
                  </a:lnTo>
                  <a:lnTo>
                    <a:pt x="0" y="222516"/>
                  </a:lnTo>
                  <a:lnTo>
                    <a:pt x="167079" y="222516"/>
                  </a:lnTo>
                  <a:cubicBezTo>
                    <a:pt x="168002" y="222516"/>
                    <a:pt x="280619" y="217899"/>
                    <a:pt x="300927" y="155115"/>
                  </a:cubicBezTo>
                  <a:cubicBezTo>
                    <a:pt x="317542" y="102486"/>
                    <a:pt x="241849" y="92330"/>
                    <a:pt x="210464" y="92330"/>
                  </a:cubicBezTo>
                  <a:lnTo>
                    <a:pt x="172617" y="92330"/>
                  </a:lnTo>
                  <a:cubicBezTo>
                    <a:pt x="158771" y="92330"/>
                    <a:pt x="120925" y="88637"/>
                    <a:pt x="129232" y="64631"/>
                  </a:cubicBezTo>
                  <a:cubicBezTo>
                    <a:pt x="137540" y="40625"/>
                    <a:pt x="182771" y="39702"/>
                    <a:pt x="187387" y="39702"/>
                  </a:cubicBezTo>
                  <a:lnTo>
                    <a:pt x="365543" y="39702"/>
                  </a:lnTo>
                  <a:lnTo>
                    <a:pt x="307388" y="222516"/>
                  </a:lnTo>
                  <a:lnTo>
                    <a:pt x="385851" y="222516"/>
                  </a:lnTo>
                  <a:lnTo>
                    <a:pt x="415390" y="131109"/>
                  </a:lnTo>
                  <a:lnTo>
                    <a:pt x="544622" y="131109"/>
                  </a:lnTo>
                  <a:lnTo>
                    <a:pt x="516006" y="221592"/>
                  </a:lnTo>
                  <a:lnTo>
                    <a:pt x="594469" y="221592"/>
                  </a:lnTo>
                  <a:lnTo>
                    <a:pt x="665546" y="0"/>
                  </a:lnTo>
                  <a:lnTo>
                    <a:pt x="587084" y="923"/>
                  </a:lnTo>
                  <a:close/>
                  <a:moveTo>
                    <a:pt x="701547" y="923"/>
                  </a:moveTo>
                  <a:lnTo>
                    <a:pt x="630469" y="222516"/>
                  </a:lnTo>
                  <a:lnTo>
                    <a:pt x="708932" y="222516"/>
                  </a:lnTo>
                  <a:lnTo>
                    <a:pt x="780009" y="923"/>
                  </a:lnTo>
                  <a:lnTo>
                    <a:pt x="701547" y="923"/>
                  </a:lnTo>
                  <a:close/>
                  <a:moveTo>
                    <a:pt x="959088" y="923"/>
                  </a:moveTo>
                  <a:cubicBezTo>
                    <a:pt x="958165" y="923"/>
                    <a:pt x="816010" y="2770"/>
                    <a:pt x="780009" y="114489"/>
                  </a:cubicBezTo>
                  <a:cubicBezTo>
                    <a:pt x="780009" y="114489"/>
                    <a:pt x="753240" y="199433"/>
                    <a:pt x="745855" y="222516"/>
                  </a:cubicBezTo>
                  <a:lnTo>
                    <a:pt x="825241" y="222516"/>
                  </a:lnTo>
                  <a:lnTo>
                    <a:pt x="854779" y="131109"/>
                  </a:lnTo>
                  <a:lnTo>
                    <a:pt x="1049551" y="131109"/>
                  </a:lnTo>
                  <a:lnTo>
                    <a:pt x="1061551" y="92330"/>
                  </a:lnTo>
                  <a:lnTo>
                    <a:pt x="869549" y="92330"/>
                  </a:lnTo>
                  <a:cubicBezTo>
                    <a:pt x="888934" y="60938"/>
                    <a:pt x="917549" y="39702"/>
                    <a:pt x="952627" y="39702"/>
                  </a:cubicBezTo>
                  <a:lnTo>
                    <a:pt x="1181553" y="39702"/>
                  </a:lnTo>
                  <a:lnTo>
                    <a:pt x="1123398" y="222516"/>
                  </a:lnTo>
                  <a:lnTo>
                    <a:pt x="1201860" y="222516"/>
                  </a:lnTo>
                  <a:lnTo>
                    <a:pt x="1260015" y="39702"/>
                  </a:lnTo>
                  <a:lnTo>
                    <a:pt x="1363401" y="39702"/>
                  </a:lnTo>
                  <a:lnTo>
                    <a:pt x="1375401" y="923"/>
                  </a:lnTo>
                  <a:lnTo>
                    <a:pt x="959088" y="923"/>
                  </a:lnTo>
                  <a:close/>
                </a:path>
              </a:pathLst>
            </a:custGeom>
            <a:solidFill>
              <a:srgbClr val="D70027"/>
            </a:solidFill>
            <a:ln w="9231" cap="flat">
              <a:noFill/>
              <a:prstDash val="solid"/>
              <a:miter/>
            </a:ln>
          </p:spPr>
          <p:txBody>
            <a:bodyPr rtlCol="0" anchor="ctr"/>
            <a:lstStyle/>
            <a:p>
              <a:endParaRPr lang="ja-JP" altLang="en-US" b="0" i="0">
                <a:latin typeface="Arial" panose="020B0604020202020204" pitchFamily="34" charset="0"/>
              </a:endParaRPr>
            </a:p>
          </p:txBody>
        </p:sp>
        <p:sp>
          <p:nvSpPr>
            <p:cNvPr id="7" name="フリーフォーム 6">
              <a:extLst>
                <a:ext uri="{FF2B5EF4-FFF2-40B4-BE49-F238E27FC236}">
                  <a16:creationId xmlns:a16="http://schemas.microsoft.com/office/drawing/2014/main" id="{AF410820-43D3-5435-1018-3A4A05972891}"/>
                </a:ext>
              </a:extLst>
            </p:cNvPr>
            <p:cNvSpPr/>
            <p:nvPr/>
          </p:nvSpPr>
          <p:spPr>
            <a:xfrm>
              <a:off x="2829470" y="-4814712"/>
              <a:ext cx="1275707" cy="79404"/>
            </a:xfrm>
            <a:custGeom>
              <a:avLst/>
              <a:gdLst>
                <a:gd name="connsiteX0" fmla="*/ 73847 w 1275707"/>
                <a:gd name="connsiteY0" fmla="*/ 33239 h 79404"/>
                <a:gd name="connsiteX1" fmla="*/ 36924 w 1275707"/>
                <a:gd name="connsiteY1" fmla="*/ 57245 h 79404"/>
                <a:gd name="connsiteX2" fmla="*/ 60924 w 1275707"/>
                <a:gd name="connsiteY2" fmla="*/ 67401 h 79404"/>
                <a:gd name="connsiteX3" fmla="*/ 57231 w 1275707"/>
                <a:gd name="connsiteY3" fmla="*/ 77557 h 79404"/>
                <a:gd name="connsiteX4" fmla="*/ 24923 w 1275707"/>
                <a:gd name="connsiteY4" fmla="*/ 58168 h 79404"/>
                <a:gd name="connsiteX5" fmla="*/ 36000 w 1275707"/>
                <a:gd name="connsiteY5" fmla="*/ 38779 h 79404"/>
                <a:gd name="connsiteX6" fmla="*/ 2769 w 1275707"/>
                <a:gd name="connsiteY6" fmla="*/ 46165 h 79404"/>
                <a:gd name="connsiteX7" fmla="*/ 0 w 1275707"/>
                <a:gd name="connsiteY7" fmla="*/ 33239 h 79404"/>
                <a:gd name="connsiteX8" fmla="*/ 20308 w 1275707"/>
                <a:gd name="connsiteY8" fmla="*/ 31392 h 79404"/>
                <a:gd name="connsiteX9" fmla="*/ 35077 w 1275707"/>
                <a:gd name="connsiteY9" fmla="*/ 18466 h 79404"/>
                <a:gd name="connsiteX10" fmla="*/ 38770 w 1275707"/>
                <a:gd name="connsiteY10" fmla="*/ 14773 h 79404"/>
                <a:gd name="connsiteX11" fmla="*/ 15693 w 1275707"/>
                <a:gd name="connsiteY11" fmla="*/ 16619 h 79404"/>
                <a:gd name="connsiteX12" fmla="*/ 14769 w 1275707"/>
                <a:gd name="connsiteY12" fmla="*/ 4617 h 79404"/>
                <a:gd name="connsiteX13" fmla="*/ 24000 w 1275707"/>
                <a:gd name="connsiteY13" fmla="*/ 4617 h 79404"/>
                <a:gd name="connsiteX14" fmla="*/ 50770 w 1275707"/>
                <a:gd name="connsiteY14" fmla="*/ 2770 h 79404"/>
                <a:gd name="connsiteX15" fmla="*/ 58155 w 1275707"/>
                <a:gd name="connsiteY15" fmla="*/ 923 h 79404"/>
                <a:gd name="connsiteX16" fmla="*/ 62770 w 1275707"/>
                <a:gd name="connsiteY16" fmla="*/ 7386 h 79404"/>
                <a:gd name="connsiteX17" fmla="*/ 36924 w 1275707"/>
                <a:gd name="connsiteY17" fmla="*/ 29546 h 79404"/>
                <a:gd name="connsiteX18" fmla="*/ 72924 w 1275707"/>
                <a:gd name="connsiteY18" fmla="*/ 23083 h 79404"/>
                <a:gd name="connsiteX19" fmla="*/ 73847 w 1275707"/>
                <a:gd name="connsiteY19" fmla="*/ 33239 h 79404"/>
                <a:gd name="connsiteX20" fmla="*/ 176310 w 1275707"/>
                <a:gd name="connsiteY20" fmla="*/ 64631 h 79404"/>
                <a:gd name="connsiteX21" fmla="*/ 201233 w 1275707"/>
                <a:gd name="connsiteY21" fmla="*/ 36932 h 79404"/>
                <a:gd name="connsiteX22" fmla="*/ 180002 w 1275707"/>
                <a:gd name="connsiteY22" fmla="*/ 14773 h 79404"/>
                <a:gd name="connsiteX23" fmla="*/ 156002 w 1275707"/>
                <a:gd name="connsiteY23" fmla="*/ 68324 h 79404"/>
                <a:gd name="connsiteX24" fmla="*/ 138463 w 1275707"/>
                <a:gd name="connsiteY24" fmla="*/ 42472 h 79404"/>
                <a:gd name="connsiteX25" fmla="*/ 178156 w 1275707"/>
                <a:gd name="connsiteY25" fmla="*/ 3693 h 79404"/>
                <a:gd name="connsiteX26" fmla="*/ 212310 w 1275707"/>
                <a:gd name="connsiteY26" fmla="*/ 36009 h 79404"/>
                <a:gd name="connsiteX27" fmla="*/ 202156 w 1275707"/>
                <a:gd name="connsiteY27" fmla="*/ 61861 h 79404"/>
                <a:gd name="connsiteX28" fmla="*/ 183695 w 1275707"/>
                <a:gd name="connsiteY28" fmla="*/ 73864 h 79404"/>
                <a:gd name="connsiteX29" fmla="*/ 176310 w 1275707"/>
                <a:gd name="connsiteY29" fmla="*/ 64631 h 79404"/>
                <a:gd name="connsiteX30" fmla="*/ 149540 w 1275707"/>
                <a:gd name="connsiteY30" fmla="*/ 42472 h 79404"/>
                <a:gd name="connsiteX31" fmla="*/ 156002 w 1275707"/>
                <a:gd name="connsiteY31" fmla="*/ 55398 h 79404"/>
                <a:gd name="connsiteX32" fmla="*/ 162463 w 1275707"/>
                <a:gd name="connsiteY32" fmla="*/ 46165 h 79404"/>
                <a:gd name="connsiteX33" fmla="*/ 168925 w 1275707"/>
                <a:gd name="connsiteY33" fmla="*/ 16619 h 79404"/>
                <a:gd name="connsiteX34" fmla="*/ 149540 w 1275707"/>
                <a:gd name="connsiteY34" fmla="*/ 42472 h 79404"/>
                <a:gd name="connsiteX35" fmla="*/ 307388 w 1275707"/>
                <a:gd name="connsiteY35" fmla="*/ 14773 h 79404"/>
                <a:gd name="connsiteX36" fmla="*/ 307388 w 1275707"/>
                <a:gd name="connsiteY36" fmla="*/ 0 h 79404"/>
                <a:gd name="connsiteX37" fmla="*/ 318465 w 1275707"/>
                <a:gd name="connsiteY37" fmla="*/ 0 h 79404"/>
                <a:gd name="connsiteX38" fmla="*/ 320312 w 1275707"/>
                <a:gd name="connsiteY38" fmla="*/ 923 h 79404"/>
                <a:gd name="connsiteX39" fmla="*/ 317542 w 1275707"/>
                <a:gd name="connsiteY39" fmla="*/ 2770 h 79404"/>
                <a:gd name="connsiteX40" fmla="*/ 317542 w 1275707"/>
                <a:gd name="connsiteY40" fmla="*/ 14773 h 79404"/>
                <a:gd name="connsiteX41" fmla="*/ 329542 w 1275707"/>
                <a:gd name="connsiteY41" fmla="*/ 14773 h 79404"/>
                <a:gd name="connsiteX42" fmla="*/ 324004 w 1275707"/>
                <a:gd name="connsiteY42" fmla="*/ 12003 h 79404"/>
                <a:gd name="connsiteX43" fmla="*/ 330466 w 1275707"/>
                <a:gd name="connsiteY43" fmla="*/ 923 h 79404"/>
                <a:gd name="connsiteX44" fmla="*/ 340619 w 1275707"/>
                <a:gd name="connsiteY44" fmla="*/ 4617 h 79404"/>
                <a:gd name="connsiteX45" fmla="*/ 341543 w 1275707"/>
                <a:gd name="connsiteY45" fmla="*/ 5540 h 79404"/>
                <a:gd name="connsiteX46" fmla="*/ 338773 w 1275707"/>
                <a:gd name="connsiteY46" fmla="*/ 6463 h 79404"/>
                <a:gd name="connsiteX47" fmla="*/ 334158 w 1275707"/>
                <a:gd name="connsiteY47" fmla="*/ 14773 h 79404"/>
                <a:gd name="connsiteX48" fmla="*/ 349850 w 1275707"/>
                <a:gd name="connsiteY48" fmla="*/ 14773 h 79404"/>
                <a:gd name="connsiteX49" fmla="*/ 349850 w 1275707"/>
                <a:gd name="connsiteY49" fmla="*/ 33239 h 79404"/>
                <a:gd name="connsiteX50" fmla="*/ 339696 w 1275707"/>
                <a:gd name="connsiteY50" fmla="*/ 33239 h 79404"/>
                <a:gd name="connsiteX51" fmla="*/ 339696 w 1275707"/>
                <a:gd name="connsiteY51" fmla="*/ 22159 h 79404"/>
                <a:gd name="connsiteX52" fmla="*/ 287080 w 1275707"/>
                <a:gd name="connsiteY52" fmla="*/ 22159 h 79404"/>
                <a:gd name="connsiteX53" fmla="*/ 287080 w 1275707"/>
                <a:gd name="connsiteY53" fmla="*/ 33239 h 79404"/>
                <a:gd name="connsiteX54" fmla="*/ 276926 w 1275707"/>
                <a:gd name="connsiteY54" fmla="*/ 33239 h 79404"/>
                <a:gd name="connsiteX55" fmla="*/ 276926 w 1275707"/>
                <a:gd name="connsiteY55" fmla="*/ 14773 h 79404"/>
                <a:gd name="connsiteX56" fmla="*/ 291696 w 1275707"/>
                <a:gd name="connsiteY56" fmla="*/ 14773 h 79404"/>
                <a:gd name="connsiteX57" fmla="*/ 286157 w 1275707"/>
                <a:gd name="connsiteY57" fmla="*/ 5540 h 79404"/>
                <a:gd name="connsiteX58" fmla="*/ 294465 w 1275707"/>
                <a:gd name="connsiteY58" fmla="*/ 923 h 79404"/>
                <a:gd name="connsiteX59" fmla="*/ 301850 w 1275707"/>
                <a:gd name="connsiteY59" fmla="*/ 12003 h 79404"/>
                <a:gd name="connsiteX60" fmla="*/ 297234 w 1275707"/>
                <a:gd name="connsiteY60" fmla="*/ 14773 h 79404"/>
                <a:gd name="connsiteX61" fmla="*/ 307388 w 1275707"/>
                <a:gd name="connsiteY61" fmla="*/ 14773 h 79404"/>
                <a:gd name="connsiteX62" fmla="*/ 318465 w 1275707"/>
                <a:gd name="connsiteY62" fmla="*/ 47088 h 79404"/>
                <a:gd name="connsiteX63" fmla="*/ 342466 w 1275707"/>
                <a:gd name="connsiteY63" fmla="*/ 47088 h 79404"/>
                <a:gd name="connsiteX64" fmla="*/ 342466 w 1275707"/>
                <a:gd name="connsiteY64" fmla="*/ 65554 h 79404"/>
                <a:gd name="connsiteX65" fmla="*/ 337850 w 1275707"/>
                <a:gd name="connsiteY65" fmla="*/ 72941 h 79404"/>
                <a:gd name="connsiteX66" fmla="*/ 325850 w 1275707"/>
                <a:gd name="connsiteY66" fmla="*/ 74787 h 79404"/>
                <a:gd name="connsiteX67" fmla="*/ 322158 w 1275707"/>
                <a:gd name="connsiteY67" fmla="*/ 64631 h 79404"/>
                <a:gd name="connsiteX68" fmla="*/ 327696 w 1275707"/>
                <a:gd name="connsiteY68" fmla="*/ 65554 h 79404"/>
                <a:gd name="connsiteX69" fmla="*/ 331389 w 1275707"/>
                <a:gd name="connsiteY69" fmla="*/ 56321 h 79404"/>
                <a:gd name="connsiteX70" fmla="*/ 318465 w 1275707"/>
                <a:gd name="connsiteY70" fmla="*/ 56321 h 79404"/>
                <a:gd name="connsiteX71" fmla="*/ 318465 w 1275707"/>
                <a:gd name="connsiteY71" fmla="*/ 78481 h 79404"/>
                <a:gd name="connsiteX72" fmla="*/ 308311 w 1275707"/>
                <a:gd name="connsiteY72" fmla="*/ 78481 h 79404"/>
                <a:gd name="connsiteX73" fmla="*/ 308311 w 1275707"/>
                <a:gd name="connsiteY73" fmla="*/ 55398 h 79404"/>
                <a:gd name="connsiteX74" fmla="*/ 295388 w 1275707"/>
                <a:gd name="connsiteY74" fmla="*/ 55398 h 79404"/>
                <a:gd name="connsiteX75" fmla="*/ 295388 w 1275707"/>
                <a:gd name="connsiteY75" fmla="*/ 72941 h 79404"/>
                <a:gd name="connsiteX76" fmla="*/ 285234 w 1275707"/>
                <a:gd name="connsiteY76" fmla="*/ 72941 h 79404"/>
                <a:gd name="connsiteX77" fmla="*/ 285234 w 1275707"/>
                <a:gd name="connsiteY77" fmla="*/ 47088 h 79404"/>
                <a:gd name="connsiteX78" fmla="*/ 308311 w 1275707"/>
                <a:gd name="connsiteY78" fmla="*/ 47088 h 79404"/>
                <a:gd name="connsiteX79" fmla="*/ 308311 w 1275707"/>
                <a:gd name="connsiteY79" fmla="*/ 43395 h 79404"/>
                <a:gd name="connsiteX80" fmla="*/ 291696 w 1275707"/>
                <a:gd name="connsiteY80" fmla="*/ 43395 h 79404"/>
                <a:gd name="connsiteX81" fmla="*/ 291696 w 1275707"/>
                <a:gd name="connsiteY81" fmla="*/ 24929 h 79404"/>
                <a:gd name="connsiteX82" fmla="*/ 335081 w 1275707"/>
                <a:gd name="connsiteY82" fmla="*/ 24929 h 79404"/>
                <a:gd name="connsiteX83" fmla="*/ 335081 w 1275707"/>
                <a:gd name="connsiteY83" fmla="*/ 43395 h 79404"/>
                <a:gd name="connsiteX84" fmla="*/ 318465 w 1275707"/>
                <a:gd name="connsiteY84" fmla="*/ 43395 h 79404"/>
                <a:gd name="connsiteX85" fmla="*/ 318465 w 1275707"/>
                <a:gd name="connsiteY85" fmla="*/ 47088 h 79404"/>
                <a:gd name="connsiteX86" fmla="*/ 300927 w 1275707"/>
                <a:gd name="connsiteY86" fmla="*/ 32316 h 79404"/>
                <a:gd name="connsiteX87" fmla="*/ 300927 w 1275707"/>
                <a:gd name="connsiteY87" fmla="*/ 37855 h 79404"/>
                <a:gd name="connsiteX88" fmla="*/ 324927 w 1275707"/>
                <a:gd name="connsiteY88" fmla="*/ 37855 h 79404"/>
                <a:gd name="connsiteX89" fmla="*/ 324927 w 1275707"/>
                <a:gd name="connsiteY89" fmla="*/ 32316 h 79404"/>
                <a:gd name="connsiteX90" fmla="*/ 300927 w 1275707"/>
                <a:gd name="connsiteY90" fmla="*/ 32316 h 79404"/>
                <a:gd name="connsiteX91" fmla="*/ 444005 w 1275707"/>
                <a:gd name="connsiteY91" fmla="*/ 14773 h 79404"/>
                <a:gd name="connsiteX92" fmla="*/ 444005 w 1275707"/>
                <a:gd name="connsiteY92" fmla="*/ 22159 h 79404"/>
                <a:gd name="connsiteX93" fmla="*/ 417236 w 1275707"/>
                <a:gd name="connsiteY93" fmla="*/ 22159 h 79404"/>
                <a:gd name="connsiteX94" fmla="*/ 417236 w 1275707"/>
                <a:gd name="connsiteY94" fmla="*/ 14773 h 79404"/>
                <a:gd name="connsiteX95" fmla="*/ 444005 w 1275707"/>
                <a:gd name="connsiteY95" fmla="*/ 14773 h 79404"/>
                <a:gd name="connsiteX96" fmla="*/ 428313 w 1275707"/>
                <a:gd name="connsiteY96" fmla="*/ 73864 h 79404"/>
                <a:gd name="connsiteX97" fmla="*/ 428313 w 1275707"/>
                <a:gd name="connsiteY97" fmla="*/ 77557 h 79404"/>
                <a:gd name="connsiteX98" fmla="*/ 419082 w 1275707"/>
                <a:gd name="connsiteY98" fmla="*/ 77557 h 79404"/>
                <a:gd name="connsiteX99" fmla="*/ 419082 w 1275707"/>
                <a:gd name="connsiteY99" fmla="*/ 47088 h 79404"/>
                <a:gd name="connsiteX100" fmla="*/ 443082 w 1275707"/>
                <a:gd name="connsiteY100" fmla="*/ 47088 h 79404"/>
                <a:gd name="connsiteX101" fmla="*/ 443082 w 1275707"/>
                <a:gd name="connsiteY101" fmla="*/ 76634 h 79404"/>
                <a:gd name="connsiteX102" fmla="*/ 434774 w 1275707"/>
                <a:gd name="connsiteY102" fmla="*/ 76634 h 79404"/>
                <a:gd name="connsiteX103" fmla="*/ 434774 w 1275707"/>
                <a:gd name="connsiteY103" fmla="*/ 73864 h 79404"/>
                <a:gd name="connsiteX104" fmla="*/ 428313 w 1275707"/>
                <a:gd name="connsiteY104" fmla="*/ 73864 h 79404"/>
                <a:gd name="connsiteX105" fmla="*/ 441236 w 1275707"/>
                <a:gd name="connsiteY105" fmla="*/ 3693 h 79404"/>
                <a:gd name="connsiteX106" fmla="*/ 441236 w 1275707"/>
                <a:gd name="connsiteY106" fmla="*/ 11080 h 79404"/>
                <a:gd name="connsiteX107" fmla="*/ 420928 w 1275707"/>
                <a:gd name="connsiteY107" fmla="*/ 11080 h 79404"/>
                <a:gd name="connsiteX108" fmla="*/ 420928 w 1275707"/>
                <a:gd name="connsiteY108" fmla="*/ 3693 h 79404"/>
                <a:gd name="connsiteX109" fmla="*/ 441236 w 1275707"/>
                <a:gd name="connsiteY109" fmla="*/ 3693 h 79404"/>
                <a:gd name="connsiteX110" fmla="*/ 441236 w 1275707"/>
                <a:gd name="connsiteY110" fmla="*/ 25852 h 79404"/>
                <a:gd name="connsiteX111" fmla="*/ 441236 w 1275707"/>
                <a:gd name="connsiteY111" fmla="*/ 33239 h 79404"/>
                <a:gd name="connsiteX112" fmla="*/ 420928 w 1275707"/>
                <a:gd name="connsiteY112" fmla="*/ 33239 h 79404"/>
                <a:gd name="connsiteX113" fmla="*/ 420928 w 1275707"/>
                <a:gd name="connsiteY113" fmla="*/ 25852 h 79404"/>
                <a:gd name="connsiteX114" fmla="*/ 441236 w 1275707"/>
                <a:gd name="connsiteY114" fmla="*/ 25852 h 79404"/>
                <a:gd name="connsiteX115" fmla="*/ 441236 w 1275707"/>
                <a:gd name="connsiteY115" fmla="*/ 36932 h 79404"/>
                <a:gd name="connsiteX116" fmla="*/ 441236 w 1275707"/>
                <a:gd name="connsiteY116" fmla="*/ 44319 h 79404"/>
                <a:gd name="connsiteX117" fmla="*/ 420928 w 1275707"/>
                <a:gd name="connsiteY117" fmla="*/ 44319 h 79404"/>
                <a:gd name="connsiteX118" fmla="*/ 420928 w 1275707"/>
                <a:gd name="connsiteY118" fmla="*/ 36932 h 79404"/>
                <a:gd name="connsiteX119" fmla="*/ 441236 w 1275707"/>
                <a:gd name="connsiteY119" fmla="*/ 36932 h 79404"/>
                <a:gd name="connsiteX120" fmla="*/ 435698 w 1275707"/>
                <a:gd name="connsiteY120" fmla="*/ 65554 h 79404"/>
                <a:gd name="connsiteX121" fmla="*/ 435698 w 1275707"/>
                <a:gd name="connsiteY121" fmla="*/ 56321 h 79404"/>
                <a:gd name="connsiteX122" fmla="*/ 428313 w 1275707"/>
                <a:gd name="connsiteY122" fmla="*/ 56321 h 79404"/>
                <a:gd name="connsiteX123" fmla="*/ 428313 w 1275707"/>
                <a:gd name="connsiteY123" fmla="*/ 65554 h 79404"/>
                <a:gd name="connsiteX124" fmla="*/ 435698 w 1275707"/>
                <a:gd name="connsiteY124" fmla="*/ 65554 h 79404"/>
                <a:gd name="connsiteX125" fmla="*/ 493852 w 1275707"/>
                <a:gd name="connsiteY125" fmla="*/ 43395 h 79404"/>
                <a:gd name="connsiteX126" fmla="*/ 493852 w 1275707"/>
                <a:gd name="connsiteY126" fmla="*/ 43395 h 79404"/>
                <a:gd name="connsiteX127" fmla="*/ 492006 w 1275707"/>
                <a:gd name="connsiteY127" fmla="*/ 45242 h 79404"/>
                <a:gd name="connsiteX128" fmla="*/ 485544 w 1275707"/>
                <a:gd name="connsiteY128" fmla="*/ 57245 h 79404"/>
                <a:gd name="connsiteX129" fmla="*/ 488314 w 1275707"/>
                <a:gd name="connsiteY129" fmla="*/ 62785 h 79404"/>
                <a:gd name="connsiteX130" fmla="*/ 490160 w 1275707"/>
                <a:gd name="connsiteY130" fmla="*/ 55398 h 79404"/>
                <a:gd name="connsiteX131" fmla="*/ 496621 w 1275707"/>
                <a:gd name="connsiteY131" fmla="*/ 61861 h 79404"/>
                <a:gd name="connsiteX132" fmla="*/ 488314 w 1275707"/>
                <a:gd name="connsiteY132" fmla="*/ 77557 h 79404"/>
                <a:gd name="connsiteX133" fmla="*/ 479083 w 1275707"/>
                <a:gd name="connsiteY133" fmla="*/ 66478 h 79404"/>
                <a:gd name="connsiteX134" fmla="*/ 466159 w 1275707"/>
                <a:gd name="connsiteY134" fmla="*/ 79404 h 79404"/>
                <a:gd name="connsiteX135" fmla="*/ 459698 w 1275707"/>
                <a:gd name="connsiteY135" fmla="*/ 72941 h 79404"/>
                <a:gd name="connsiteX136" fmla="*/ 465236 w 1275707"/>
                <a:gd name="connsiteY136" fmla="*/ 68324 h 79404"/>
                <a:gd name="connsiteX137" fmla="*/ 453236 w 1275707"/>
                <a:gd name="connsiteY137" fmla="*/ 68324 h 79404"/>
                <a:gd name="connsiteX138" fmla="*/ 453236 w 1275707"/>
                <a:gd name="connsiteY138" fmla="*/ 74787 h 79404"/>
                <a:gd name="connsiteX139" fmla="*/ 444928 w 1275707"/>
                <a:gd name="connsiteY139" fmla="*/ 74787 h 79404"/>
                <a:gd name="connsiteX140" fmla="*/ 444928 w 1275707"/>
                <a:gd name="connsiteY140" fmla="*/ 39702 h 79404"/>
                <a:gd name="connsiteX141" fmla="*/ 468929 w 1275707"/>
                <a:gd name="connsiteY141" fmla="*/ 39702 h 79404"/>
                <a:gd name="connsiteX142" fmla="*/ 468929 w 1275707"/>
                <a:gd name="connsiteY142" fmla="*/ 63708 h 79404"/>
                <a:gd name="connsiteX143" fmla="*/ 475390 w 1275707"/>
                <a:gd name="connsiteY143" fmla="*/ 56321 h 79404"/>
                <a:gd name="connsiteX144" fmla="*/ 472621 w 1275707"/>
                <a:gd name="connsiteY144" fmla="*/ 36932 h 79404"/>
                <a:gd name="connsiteX145" fmla="*/ 443082 w 1275707"/>
                <a:gd name="connsiteY145" fmla="*/ 36932 h 79404"/>
                <a:gd name="connsiteX146" fmla="*/ 443082 w 1275707"/>
                <a:gd name="connsiteY146" fmla="*/ 28622 h 79404"/>
                <a:gd name="connsiteX147" fmla="*/ 448621 w 1275707"/>
                <a:gd name="connsiteY147" fmla="*/ 28622 h 79404"/>
                <a:gd name="connsiteX148" fmla="*/ 445851 w 1275707"/>
                <a:gd name="connsiteY148" fmla="*/ 19389 h 79404"/>
                <a:gd name="connsiteX149" fmla="*/ 451390 w 1275707"/>
                <a:gd name="connsiteY149" fmla="*/ 16619 h 79404"/>
                <a:gd name="connsiteX150" fmla="*/ 444005 w 1275707"/>
                <a:gd name="connsiteY150" fmla="*/ 16619 h 79404"/>
                <a:gd name="connsiteX151" fmla="*/ 444005 w 1275707"/>
                <a:gd name="connsiteY151" fmla="*/ 9233 h 79404"/>
                <a:gd name="connsiteX152" fmla="*/ 452313 w 1275707"/>
                <a:gd name="connsiteY152" fmla="*/ 9233 h 79404"/>
                <a:gd name="connsiteX153" fmla="*/ 452313 w 1275707"/>
                <a:gd name="connsiteY153" fmla="*/ 923 h 79404"/>
                <a:gd name="connsiteX154" fmla="*/ 462467 w 1275707"/>
                <a:gd name="connsiteY154" fmla="*/ 923 h 79404"/>
                <a:gd name="connsiteX155" fmla="*/ 464313 w 1275707"/>
                <a:gd name="connsiteY155" fmla="*/ 1847 h 79404"/>
                <a:gd name="connsiteX156" fmla="*/ 462467 w 1275707"/>
                <a:gd name="connsiteY156" fmla="*/ 3693 h 79404"/>
                <a:gd name="connsiteX157" fmla="*/ 462467 w 1275707"/>
                <a:gd name="connsiteY157" fmla="*/ 9233 h 79404"/>
                <a:gd name="connsiteX158" fmla="*/ 470775 w 1275707"/>
                <a:gd name="connsiteY158" fmla="*/ 9233 h 79404"/>
                <a:gd name="connsiteX159" fmla="*/ 470775 w 1275707"/>
                <a:gd name="connsiteY159" fmla="*/ 17543 h 79404"/>
                <a:gd name="connsiteX160" fmla="*/ 463390 w 1275707"/>
                <a:gd name="connsiteY160" fmla="*/ 17543 h 79404"/>
                <a:gd name="connsiteX161" fmla="*/ 468929 w 1275707"/>
                <a:gd name="connsiteY161" fmla="*/ 19389 h 79404"/>
                <a:gd name="connsiteX162" fmla="*/ 469852 w 1275707"/>
                <a:gd name="connsiteY162" fmla="*/ 20313 h 79404"/>
                <a:gd name="connsiteX163" fmla="*/ 468006 w 1275707"/>
                <a:gd name="connsiteY163" fmla="*/ 21236 h 79404"/>
                <a:gd name="connsiteX164" fmla="*/ 465236 w 1275707"/>
                <a:gd name="connsiteY164" fmla="*/ 28622 h 79404"/>
                <a:gd name="connsiteX165" fmla="*/ 471698 w 1275707"/>
                <a:gd name="connsiteY165" fmla="*/ 28622 h 79404"/>
                <a:gd name="connsiteX166" fmla="*/ 471698 w 1275707"/>
                <a:gd name="connsiteY166" fmla="*/ 0 h 79404"/>
                <a:gd name="connsiteX167" fmla="*/ 480929 w 1275707"/>
                <a:gd name="connsiteY167" fmla="*/ 0 h 79404"/>
                <a:gd name="connsiteX168" fmla="*/ 482775 w 1275707"/>
                <a:gd name="connsiteY168" fmla="*/ 923 h 79404"/>
                <a:gd name="connsiteX169" fmla="*/ 480929 w 1275707"/>
                <a:gd name="connsiteY169" fmla="*/ 2770 h 79404"/>
                <a:gd name="connsiteX170" fmla="*/ 480929 w 1275707"/>
                <a:gd name="connsiteY170" fmla="*/ 28622 h 79404"/>
                <a:gd name="connsiteX171" fmla="*/ 494775 w 1275707"/>
                <a:gd name="connsiteY171" fmla="*/ 28622 h 79404"/>
                <a:gd name="connsiteX172" fmla="*/ 494775 w 1275707"/>
                <a:gd name="connsiteY172" fmla="*/ 36932 h 79404"/>
                <a:gd name="connsiteX173" fmla="*/ 481852 w 1275707"/>
                <a:gd name="connsiteY173" fmla="*/ 36932 h 79404"/>
                <a:gd name="connsiteX174" fmla="*/ 482775 w 1275707"/>
                <a:gd name="connsiteY174" fmla="*/ 45242 h 79404"/>
                <a:gd name="connsiteX175" fmla="*/ 485544 w 1275707"/>
                <a:gd name="connsiteY175" fmla="*/ 37855 h 79404"/>
                <a:gd name="connsiteX176" fmla="*/ 493852 w 1275707"/>
                <a:gd name="connsiteY176" fmla="*/ 43395 h 79404"/>
                <a:gd name="connsiteX177" fmla="*/ 452313 w 1275707"/>
                <a:gd name="connsiteY177" fmla="*/ 17543 h 79404"/>
                <a:gd name="connsiteX178" fmla="*/ 456005 w 1275707"/>
                <a:gd name="connsiteY178" fmla="*/ 27699 h 79404"/>
                <a:gd name="connsiteX179" fmla="*/ 451390 w 1275707"/>
                <a:gd name="connsiteY179" fmla="*/ 28622 h 79404"/>
                <a:gd name="connsiteX180" fmla="*/ 458775 w 1275707"/>
                <a:gd name="connsiteY180" fmla="*/ 28622 h 79404"/>
                <a:gd name="connsiteX181" fmla="*/ 462467 w 1275707"/>
                <a:gd name="connsiteY181" fmla="*/ 16619 h 79404"/>
                <a:gd name="connsiteX182" fmla="*/ 452313 w 1275707"/>
                <a:gd name="connsiteY182" fmla="*/ 17543 h 79404"/>
                <a:gd name="connsiteX183" fmla="*/ 452313 w 1275707"/>
                <a:gd name="connsiteY183" fmla="*/ 17543 h 79404"/>
                <a:gd name="connsiteX184" fmla="*/ 461544 w 1275707"/>
                <a:gd name="connsiteY184" fmla="*/ 50782 h 79404"/>
                <a:gd name="connsiteX185" fmla="*/ 461544 w 1275707"/>
                <a:gd name="connsiteY185" fmla="*/ 46165 h 79404"/>
                <a:gd name="connsiteX186" fmla="*/ 454159 w 1275707"/>
                <a:gd name="connsiteY186" fmla="*/ 46165 h 79404"/>
                <a:gd name="connsiteX187" fmla="*/ 454159 w 1275707"/>
                <a:gd name="connsiteY187" fmla="*/ 50782 h 79404"/>
                <a:gd name="connsiteX188" fmla="*/ 461544 w 1275707"/>
                <a:gd name="connsiteY188" fmla="*/ 50782 h 79404"/>
                <a:gd name="connsiteX189" fmla="*/ 454159 w 1275707"/>
                <a:gd name="connsiteY189" fmla="*/ 56321 h 79404"/>
                <a:gd name="connsiteX190" fmla="*/ 454159 w 1275707"/>
                <a:gd name="connsiteY190" fmla="*/ 60938 h 79404"/>
                <a:gd name="connsiteX191" fmla="*/ 461544 w 1275707"/>
                <a:gd name="connsiteY191" fmla="*/ 60938 h 79404"/>
                <a:gd name="connsiteX192" fmla="*/ 461544 w 1275707"/>
                <a:gd name="connsiteY192" fmla="*/ 56321 h 79404"/>
                <a:gd name="connsiteX193" fmla="*/ 454159 w 1275707"/>
                <a:gd name="connsiteY193" fmla="*/ 56321 h 79404"/>
                <a:gd name="connsiteX194" fmla="*/ 489237 w 1275707"/>
                <a:gd name="connsiteY194" fmla="*/ 6463 h 79404"/>
                <a:gd name="connsiteX195" fmla="*/ 494775 w 1275707"/>
                <a:gd name="connsiteY195" fmla="*/ 21236 h 79404"/>
                <a:gd name="connsiteX196" fmla="*/ 486467 w 1275707"/>
                <a:gd name="connsiteY196" fmla="*/ 24006 h 79404"/>
                <a:gd name="connsiteX197" fmla="*/ 481852 w 1275707"/>
                <a:gd name="connsiteY197" fmla="*/ 10156 h 79404"/>
                <a:gd name="connsiteX198" fmla="*/ 489237 w 1275707"/>
                <a:gd name="connsiteY198" fmla="*/ 6463 h 79404"/>
                <a:gd name="connsiteX199" fmla="*/ 534468 w 1275707"/>
                <a:gd name="connsiteY199" fmla="*/ 53552 h 79404"/>
                <a:gd name="connsiteX200" fmla="*/ 552930 w 1275707"/>
                <a:gd name="connsiteY200" fmla="*/ 68324 h 79404"/>
                <a:gd name="connsiteX201" fmla="*/ 544622 w 1275707"/>
                <a:gd name="connsiteY201" fmla="*/ 76634 h 79404"/>
                <a:gd name="connsiteX202" fmla="*/ 528006 w 1275707"/>
                <a:gd name="connsiteY202" fmla="*/ 61861 h 79404"/>
                <a:gd name="connsiteX203" fmla="*/ 534468 w 1275707"/>
                <a:gd name="connsiteY203" fmla="*/ 53552 h 79404"/>
                <a:gd name="connsiteX204" fmla="*/ 633238 w 1275707"/>
                <a:gd name="connsiteY204" fmla="*/ 36932 h 79404"/>
                <a:gd name="connsiteX205" fmla="*/ 633238 w 1275707"/>
                <a:gd name="connsiteY205" fmla="*/ 36932 h 79404"/>
                <a:gd name="connsiteX206" fmla="*/ 631392 w 1275707"/>
                <a:gd name="connsiteY206" fmla="*/ 38779 h 79404"/>
                <a:gd name="connsiteX207" fmla="*/ 630469 w 1275707"/>
                <a:gd name="connsiteY207" fmla="*/ 39702 h 79404"/>
                <a:gd name="connsiteX208" fmla="*/ 655393 w 1275707"/>
                <a:gd name="connsiteY208" fmla="*/ 39702 h 79404"/>
                <a:gd name="connsiteX209" fmla="*/ 659085 w 1275707"/>
                <a:gd name="connsiteY209" fmla="*/ 44319 h 79404"/>
                <a:gd name="connsiteX210" fmla="*/ 644315 w 1275707"/>
                <a:gd name="connsiteY210" fmla="*/ 60938 h 79404"/>
                <a:gd name="connsiteX211" fmla="*/ 674777 w 1275707"/>
                <a:gd name="connsiteY211" fmla="*/ 67401 h 79404"/>
                <a:gd name="connsiteX212" fmla="*/ 668316 w 1275707"/>
                <a:gd name="connsiteY212" fmla="*/ 77557 h 79404"/>
                <a:gd name="connsiteX213" fmla="*/ 636008 w 1275707"/>
                <a:gd name="connsiteY213" fmla="*/ 66478 h 79404"/>
                <a:gd name="connsiteX214" fmla="*/ 604623 w 1275707"/>
                <a:gd name="connsiteY214" fmla="*/ 77557 h 79404"/>
                <a:gd name="connsiteX215" fmla="*/ 598161 w 1275707"/>
                <a:gd name="connsiteY215" fmla="*/ 68324 h 79404"/>
                <a:gd name="connsiteX216" fmla="*/ 627700 w 1275707"/>
                <a:gd name="connsiteY216" fmla="*/ 60015 h 79404"/>
                <a:gd name="connsiteX217" fmla="*/ 620315 w 1275707"/>
                <a:gd name="connsiteY217" fmla="*/ 50782 h 79404"/>
                <a:gd name="connsiteX218" fmla="*/ 605546 w 1275707"/>
                <a:gd name="connsiteY218" fmla="*/ 60938 h 79404"/>
                <a:gd name="connsiteX219" fmla="*/ 598161 w 1275707"/>
                <a:gd name="connsiteY219" fmla="*/ 53552 h 79404"/>
                <a:gd name="connsiteX220" fmla="*/ 624007 w 1275707"/>
                <a:gd name="connsiteY220" fmla="*/ 33239 h 79404"/>
                <a:gd name="connsiteX221" fmla="*/ 612930 w 1275707"/>
                <a:gd name="connsiteY221" fmla="*/ 38779 h 79404"/>
                <a:gd name="connsiteX222" fmla="*/ 605546 w 1275707"/>
                <a:gd name="connsiteY222" fmla="*/ 33239 h 79404"/>
                <a:gd name="connsiteX223" fmla="*/ 622161 w 1275707"/>
                <a:gd name="connsiteY223" fmla="*/ 15696 h 79404"/>
                <a:gd name="connsiteX224" fmla="*/ 609238 w 1275707"/>
                <a:gd name="connsiteY224" fmla="*/ 15696 h 79404"/>
                <a:gd name="connsiteX225" fmla="*/ 615700 w 1275707"/>
                <a:gd name="connsiteY225" fmla="*/ 20313 h 79404"/>
                <a:gd name="connsiteX226" fmla="*/ 616623 w 1275707"/>
                <a:gd name="connsiteY226" fmla="*/ 21236 h 79404"/>
                <a:gd name="connsiteX227" fmla="*/ 615700 w 1275707"/>
                <a:gd name="connsiteY227" fmla="*/ 22159 h 79404"/>
                <a:gd name="connsiteX228" fmla="*/ 613854 w 1275707"/>
                <a:gd name="connsiteY228" fmla="*/ 22159 h 79404"/>
                <a:gd name="connsiteX229" fmla="*/ 600930 w 1275707"/>
                <a:gd name="connsiteY229" fmla="*/ 34162 h 79404"/>
                <a:gd name="connsiteX230" fmla="*/ 593545 w 1275707"/>
                <a:gd name="connsiteY230" fmla="*/ 27699 h 79404"/>
                <a:gd name="connsiteX231" fmla="*/ 607392 w 1275707"/>
                <a:gd name="connsiteY231" fmla="*/ 15696 h 79404"/>
                <a:gd name="connsiteX232" fmla="*/ 595392 w 1275707"/>
                <a:gd name="connsiteY232" fmla="*/ 15696 h 79404"/>
                <a:gd name="connsiteX233" fmla="*/ 595392 w 1275707"/>
                <a:gd name="connsiteY233" fmla="*/ 7386 h 79404"/>
                <a:gd name="connsiteX234" fmla="*/ 628623 w 1275707"/>
                <a:gd name="connsiteY234" fmla="*/ 7386 h 79404"/>
                <a:gd name="connsiteX235" fmla="*/ 628623 w 1275707"/>
                <a:gd name="connsiteY235" fmla="*/ 0 h 79404"/>
                <a:gd name="connsiteX236" fmla="*/ 639700 w 1275707"/>
                <a:gd name="connsiteY236" fmla="*/ 0 h 79404"/>
                <a:gd name="connsiteX237" fmla="*/ 641546 w 1275707"/>
                <a:gd name="connsiteY237" fmla="*/ 923 h 79404"/>
                <a:gd name="connsiteX238" fmla="*/ 639700 w 1275707"/>
                <a:gd name="connsiteY238" fmla="*/ 2770 h 79404"/>
                <a:gd name="connsiteX239" fmla="*/ 639700 w 1275707"/>
                <a:gd name="connsiteY239" fmla="*/ 7386 h 79404"/>
                <a:gd name="connsiteX240" fmla="*/ 672931 w 1275707"/>
                <a:gd name="connsiteY240" fmla="*/ 7386 h 79404"/>
                <a:gd name="connsiteX241" fmla="*/ 672931 w 1275707"/>
                <a:gd name="connsiteY241" fmla="*/ 15696 h 79404"/>
                <a:gd name="connsiteX242" fmla="*/ 648931 w 1275707"/>
                <a:gd name="connsiteY242" fmla="*/ 15696 h 79404"/>
                <a:gd name="connsiteX243" fmla="*/ 648931 w 1275707"/>
                <a:gd name="connsiteY243" fmla="*/ 32316 h 79404"/>
                <a:gd name="connsiteX244" fmla="*/ 636008 w 1275707"/>
                <a:gd name="connsiteY244" fmla="*/ 39702 h 79404"/>
                <a:gd name="connsiteX245" fmla="*/ 631392 w 1275707"/>
                <a:gd name="connsiteY245" fmla="*/ 30469 h 79404"/>
                <a:gd name="connsiteX246" fmla="*/ 636931 w 1275707"/>
                <a:gd name="connsiteY246" fmla="*/ 31392 h 79404"/>
                <a:gd name="connsiteX247" fmla="*/ 639700 w 1275707"/>
                <a:gd name="connsiteY247" fmla="*/ 29546 h 79404"/>
                <a:gd name="connsiteX248" fmla="*/ 639700 w 1275707"/>
                <a:gd name="connsiteY248" fmla="*/ 15696 h 79404"/>
                <a:gd name="connsiteX249" fmla="*/ 632315 w 1275707"/>
                <a:gd name="connsiteY249" fmla="*/ 15696 h 79404"/>
                <a:gd name="connsiteX250" fmla="*/ 624931 w 1275707"/>
                <a:gd name="connsiteY250" fmla="*/ 34162 h 79404"/>
                <a:gd name="connsiteX251" fmla="*/ 633238 w 1275707"/>
                <a:gd name="connsiteY251" fmla="*/ 36932 h 79404"/>
                <a:gd name="connsiteX252" fmla="*/ 633238 w 1275707"/>
                <a:gd name="connsiteY252" fmla="*/ 36932 h 79404"/>
                <a:gd name="connsiteX253" fmla="*/ 627700 w 1275707"/>
                <a:gd name="connsiteY253" fmla="*/ 48935 h 79404"/>
                <a:gd name="connsiteX254" fmla="*/ 635084 w 1275707"/>
                <a:gd name="connsiteY254" fmla="*/ 56321 h 79404"/>
                <a:gd name="connsiteX255" fmla="*/ 642469 w 1275707"/>
                <a:gd name="connsiteY255" fmla="*/ 48935 h 79404"/>
                <a:gd name="connsiteX256" fmla="*/ 627700 w 1275707"/>
                <a:gd name="connsiteY256" fmla="*/ 48935 h 79404"/>
                <a:gd name="connsiteX257" fmla="*/ 658162 w 1275707"/>
                <a:gd name="connsiteY257" fmla="*/ 15696 h 79404"/>
                <a:gd name="connsiteX258" fmla="*/ 671085 w 1275707"/>
                <a:gd name="connsiteY258" fmla="*/ 29546 h 79404"/>
                <a:gd name="connsiteX259" fmla="*/ 662777 w 1275707"/>
                <a:gd name="connsiteY259" fmla="*/ 35085 h 79404"/>
                <a:gd name="connsiteX260" fmla="*/ 650777 w 1275707"/>
                <a:gd name="connsiteY260" fmla="*/ 21236 h 79404"/>
                <a:gd name="connsiteX261" fmla="*/ 658162 w 1275707"/>
                <a:gd name="connsiteY261" fmla="*/ 15696 h 79404"/>
                <a:gd name="connsiteX262" fmla="*/ 783702 w 1275707"/>
                <a:gd name="connsiteY262" fmla="*/ 24006 h 79404"/>
                <a:gd name="connsiteX263" fmla="*/ 764317 w 1275707"/>
                <a:gd name="connsiteY263" fmla="*/ 43395 h 79404"/>
                <a:gd name="connsiteX264" fmla="*/ 766163 w 1275707"/>
                <a:gd name="connsiteY264" fmla="*/ 43395 h 79404"/>
                <a:gd name="connsiteX265" fmla="*/ 772625 w 1275707"/>
                <a:gd name="connsiteY265" fmla="*/ 48935 h 79404"/>
                <a:gd name="connsiteX266" fmla="*/ 771701 w 1275707"/>
                <a:gd name="connsiteY266" fmla="*/ 60015 h 79404"/>
                <a:gd name="connsiteX267" fmla="*/ 778163 w 1275707"/>
                <a:gd name="connsiteY267" fmla="*/ 65554 h 79404"/>
                <a:gd name="connsiteX268" fmla="*/ 796625 w 1275707"/>
                <a:gd name="connsiteY268" fmla="*/ 62785 h 79404"/>
                <a:gd name="connsiteX269" fmla="*/ 796625 w 1275707"/>
                <a:gd name="connsiteY269" fmla="*/ 74787 h 79404"/>
                <a:gd name="connsiteX270" fmla="*/ 776317 w 1275707"/>
                <a:gd name="connsiteY270" fmla="*/ 76634 h 79404"/>
                <a:gd name="connsiteX271" fmla="*/ 759701 w 1275707"/>
                <a:gd name="connsiteY271" fmla="*/ 65554 h 79404"/>
                <a:gd name="connsiteX272" fmla="*/ 760624 w 1275707"/>
                <a:gd name="connsiteY272" fmla="*/ 57245 h 79404"/>
                <a:gd name="connsiteX273" fmla="*/ 757855 w 1275707"/>
                <a:gd name="connsiteY273" fmla="*/ 53552 h 79404"/>
                <a:gd name="connsiteX274" fmla="*/ 750470 w 1275707"/>
                <a:gd name="connsiteY274" fmla="*/ 59091 h 79404"/>
                <a:gd name="connsiteX275" fmla="*/ 733855 w 1275707"/>
                <a:gd name="connsiteY275" fmla="*/ 77557 h 79404"/>
                <a:gd name="connsiteX276" fmla="*/ 724624 w 1275707"/>
                <a:gd name="connsiteY276" fmla="*/ 69248 h 79404"/>
                <a:gd name="connsiteX277" fmla="*/ 760624 w 1275707"/>
                <a:gd name="connsiteY277" fmla="*/ 31392 h 79404"/>
                <a:gd name="connsiteX278" fmla="*/ 732932 w 1275707"/>
                <a:gd name="connsiteY278" fmla="*/ 36009 h 79404"/>
                <a:gd name="connsiteX279" fmla="*/ 731086 w 1275707"/>
                <a:gd name="connsiteY279" fmla="*/ 24929 h 79404"/>
                <a:gd name="connsiteX280" fmla="*/ 776317 w 1275707"/>
                <a:gd name="connsiteY280" fmla="*/ 17543 h 79404"/>
                <a:gd name="connsiteX281" fmla="*/ 783702 w 1275707"/>
                <a:gd name="connsiteY281" fmla="*/ 24006 h 79404"/>
                <a:gd name="connsiteX282" fmla="*/ 745855 w 1275707"/>
                <a:gd name="connsiteY282" fmla="*/ 1847 h 79404"/>
                <a:gd name="connsiteX283" fmla="*/ 768932 w 1275707"/>
                <a:gd name="connsiteY283" fmla="*/ 4617 h 79404"/>
                <a:gd name="connsiteX284" fmla="*/ 774471 w 1275707"/>
                <a:gd name="connsiteY284" fmla="*/ 4617 h 79404"/>
                <a:gd name="connsiteX285" fmla="*/ 773548 w 1275707"/>
                <a:gd name="connsiteY285" fmla="*/ 14773 h 79404"/>
                <a:gd name="connsiteX286" fmla="*/ 769855 w 1275707"/>
                <a:gd name="connsiteY286" fmla="*/ 14773 h 79404"/>
                <a:gd name="connsiteX287" fmla="*/ 744932 w 1275707"/>
                <a:gd name="connsiteY287" fmla="*/ 12003 h 79404"/>
                <a:gd name="connsiteX288" fmla="*/ 745855 w 1275707"/>
                <a:gd name="connsiteY288" fmla="*/ 1847 h 79404"/>
                <a:gd name="connsiteX289" fmla="*/ 921242 w 1275707"/>
                <a:gd name="connsiteY289" fmla="*/ 14773 h 79404"/>
                <a:gd name="connsiteX290" fmla="*/ 881549 w 1275707"/>
                <a:gd name="connsiteY290" fmla="*/ 47088 h 79404"/>
                <a:gd name="connsiteX291" fmla="*/ 906472 w 1275707"/>
                <a:gd name="connsiteY291" fmla="*/ 64631 h 79404"/>
                <a:gd name="connsiteX292" fmla="*/ 900934 w 1275707"/>
                <a:gd name="connsiteY292" fmla="*/ 77557 h 79404"/>
                <a:gd name="connsiteX293" fmla="*/ 870472 w 1275707"/>
                <a:gd name="connsiteY293" fmla="*/ 48012 h 79404"/>
                <a:gd name="connsiteX294" fmla="*/ 888011 w 1275707"/>
                <a:gd name="connsiteY294" fmla="*/ 18466 h 79404"/>
                <a:gd name="connsiteX295" fmla="*/ 850164 w 1275707"/>
                <a:gd name="connsiteY295" fmla="*/ 24006 h 79404"/>
                <a:gd name="connsiteX296" fmla="*/ 848318 w 1275707"/>
                <a:gd name="connsiteY296" fmla="*/ 10156 h 79404"/>
                <a:gd name="connsiteX297" fmla="*/ 853856 w 1275707"/>
                <a:gd name="connsiteY297" fmla="*/ 10156 h 79404"/>
                <a:gd name="connsiteX298" fmla="*/ 919396 w 1275707"/>
                <a:gd name="connsiteY298" fmla="*/ 1847 h 79404"/>
                <a:gd name="connsiteX299" fmla="*/ 921242 w 1275707"/>
                <a:gd name="connsiteY299" fmla="*/ 14773 h 79404"/>
                <a:gd name="connsiteX300" fmla="*/ 1034782 w 1275707"/>
                <a:gd name="connsiteY300" fmla="*/ 24929 h 79404"/>
                <a:gd name="connsiteX301" fmla="*/ 1034782 w 1275707"/>
                <a:gd name="connsiteY301" fmla="*/ 24929 h 79404"/>
                <a:gd name="connsiteX302" fmla="*/ 1033859 w 1275707"/>
                <a:gd name="connsiteY302" fmla="*/ 26776 h 79404"/>
                <a:gd name="connsiteX303" fmla="*/ 1030166 w 1275707"/>
                <a:gd name="connsiteY303" fmla="*/ 43395 h 79404"/>
                <a:gd name="connsiteX304" fmla="*/ 1043089 w 1275707"/>
                <a:gd name="connsiteY304" fmla="*/ 52628 h 79404"/>
                <a:gd name="connsiteX305" fmla="*/ 1036628 w 1275707"/>
                <a:gd name="connsiteY305" fmla="*/ 62785 h 79404"/>
                <a:gd name="connsiteX306" fmla="*/ 1026474 w 1275707"/>
                <a:gd name="connsiteY306" fmla="*/ 54475 h 79404"/>
                <a:gd name="connsiteX307" fmla="*/ 1007089 w 1275707"/>
                <a:gd name="connsiteY307" fmla="*/ 76634 h 79404"/>
                <a:gd name="connsiteX308" fmla="*/ 997858 w 1275707"/>
                <a:gd name="connsiteY308" fmla="*/ 69248 h 79404"/>
                <a:gd name="connsiteX309" fmla="*/ 1016320 w 1275707"/>
                <a:gd name="connsiteY309" fmla="*/ 48935 h 79404"/>
                <a:gd name="connsiteX310" fmla="*/ 998781 w 1275707"/>
                <a:gd name="connsiteY310" fmla="*/ 43395 h 79404"/>
                <a:gd name="connsiteX311" fmla="*/ 978473 w 1275707"/>
                <a:gd name="connsiteY311" fmla="*/ 69248 h 79404"/>
                <a:gd name="connsiteX312" fmla="*/ 966473 w 1275707"/>
                <a:gd name="connsiteY312" fmla="*/ 56321 h 79404"/>
                <a:gd name="connsiteX313" fmla="*/ 993243 w 1275707"/>
                <a:gd name="connsiteY313" fmla="*/ 33239 h 79404"/>
                <a:gd name="connsiteX314" fmla="*/ 999704 w 1275707"/>
                <a:gd name="connsiteY314" fmla="*/ 16619 h 79404"/>
                <a:gd name="connsiteX315" fmla="*/ 980319 w 1275707"/>
                <a:gd name="connsiteY315" fmla="*/ 20313 h 79404"/>
                <a:gd name="connsiteX316" fmla="*/ 977550 w 1275707"/>
                <a:gd name="connsiteY316" fmla="*/ 8310 h 79404"/>
                <a:gd name="connsiteX317" fmla="*/ 1008012 w 1275707"/>
                <a:gd name="connsiteY317" fmla="*/ 2770 h 79404"/>
                <a:gd name="connsiteX318" fmla="*/ 1015397 w 1275707"/>
                <a:gd name="connsiteY318" fmla="*/ 9233 h 79404"/>
                <a:gd name="connsiteX319" fmla="*/ 1002473 w 1275707"/>
                <a:gd name="connsiteY319" fmla="*/ 34162 h 79404"/>
                <a:gd name="connsiteX320" fmla="*/ 1019089 w 1275707"/>
                <a:gd name="connsiteY320" fmla="*/ 39702 h 79404"/>
                <a:gd name="connsiteX321" fmla="*/ 1021858 w 1275707"/>
                <a:gd name="connsiteY321" fmla="*/ 21236 h 79404"/>
                <a:gd name="connsiteX322" fmla="*/ 1034782 w 1275707"/>
                <a:gd name="connsiteY322" fmla="*/ 24929 h 79404"/>
                <a:gd name="connsiteX323" fmla="*/ 1034782 w 1275707"/>
                <a:gd name="connsiteY323" fmla="*/ 24929 h 79404"/>
                <a:gd name="connsiteX324" fmla="*/ 976627 w 1275707"/>
                <a:gd name="connsiteY324" fmla="*/ 55398 h 79404"/>
                <a:gd name="connsiteX325" fmla="*/ 978473 w 1275707"/>
                <a:gd name="connsiteY325" fmla="*/ 58168 h 79404"/>
                <a:gd name="connsiteX326" fmla="*/ 988627 w 1275707"/>
                <a:gd name="connsiteY326" fmla="*/ 42472 h 79404"/>
                <a:gd name="connsiteX327" fmla="*/ 976627 w 1275707"/>
                <a:gd name="connsiteY327" fmla="*/ 55398 h 79404"/>
                <a:gd name="connsiteX328" fmla="*/ 1146475 w 1275707"/>
                <a:gd name="connsiteY328" fmla="*/ 3693 h 79404"/>
                <a:gd name="connsiteX329" fmla="*/ 1148321 w 1275707"/>
                <a:gd name="connsiteY329" fmla="*/ 4617 h 79404"/>
                <a:gd name="connsiteX330" fmla="*/ 1146475 w 1275707"/>
                <a:gd name="connsiteY330" fmla="*/ 5540 h 79404"/>
                <a:gd name="connsiteX331" fmla="*/ 1146475 w 1275707"/>
                <a:gd name="connsiteY331" fmla="*/ 20313 h 79404"/>
                <a:gd name="connsiteX332" fmla="*/ 1163091 w 1275707"/>
                <a:gd name="connsiteY332" fmla="*/ 18466 h 79404"/>
                <a:gd name="connsiteX333" fmla="*/ 1163091 w 1275707"/>
                <a:gd name="connsiteY333" fmla="*/ 30469 h 79404"/>
                <a:gd name="connsiteX334" fmla="*/ 1159398 w 1275707"/>
                <a:gd name="connsiteY334" fmla="*/ 30469 h 79404"/>
                <a:gd name="connsiteX335" fmla="*/ 1147398 w 1275707"/>
                <a:gd name="connsiteY335" fmla="*/ 31392 h 79404"/>
                <a:gd name="connsiteX336" fmla="*/ 1128014 w 1275707"/>
                <a:gd name="connsiteY336" fmla="*/ 55398 h 79404"/>
                <a:gd name="connsiteX337" fmla="*/ 1125244 w 1275707"/>
                <a:gd name="connsiteY337" fmla="*/ 45242 h 79404"/>
                <a:gd name="connsiteX338" fmla="*/ 1130783 w 1275707"/>
                <a:gd name="connsiteY338" fmla="*/ 45242 h 79404"/>
                <a:gd name="connsiteX339" fmla="*/ 1137244 w 1275707"/>
                <a:gd name="connsiteY339" fmla="*/ 33239 h 79404"/>
                <a:gd name="connsiteX340" fmla="*/ 1117859 w 1275707"/>
                <a:gd name="connsiteY340" fmla="*/ 36932 h 79404"/>
                <a:gd name="connsiteX341" fmla="*/ 1118783 w 1275707"/>
                <a:gd name="connsiteY341" fmla="*/ 59091 h 79404"/>
                <a:gd name="connsiteX342" fmla="*/ 1131706 w 1275707"/>
                <a:gd name="connsiteY342" fmla="*/ 64631 h 79404"/>
                <a:gd name="connsiteX343" fmla="*/ 1158475 w 1275707"/>
                <a:gd name="connsiteY343" fmla="*/ 60938 h 79404"/>
                <a:gd name="connsiteX344" fmla="*/ 1156629 w 1275707"/>
                <a:gd name="connsiteY344" fmla="*/ 72941 h 79404"/>
                <a:gd name="connsiteX345" fmla="*/ 1128937 w 1275707"/>
                <a:gd name="connsiteY345" fmla="*/ 74787 h 79404"/>
                <a:gd name="connsiteX346" fmla="*/ 1107706 w 1275707"/>
                <a:gd name="connsiteY346" fmla="*/ 62785 h 79404"/>
                <a:gd name="connsiteX347" fmla="*/ 1106782 w 1275707"/>
                <a:gd name="connsiteY347" fmla="*/ 38779 h 79404"/>
                <a:gd name="connsiteX348" fmla="*/ 1090167 w 1275707"/>
                <a:gd name="connsiteY348" fmla="*/ 42472 h 79404"/>
                <a:gd name="connsiteX349" fmla="*/ 1089244 w 1275707"/>
                <a:gd name="connsiteY349" fmla="*/ 29546 h 79404"/>
                <a:gd name="connsiteX350" fmla="*/ 1106782 w 1275707"/>
                <a:gd name="connsiteY350" fmla="*/ 26776 h 79404"/>
                <a:gd name="connsiteX351" fmla="*/ 1105859 w 1275707"/>
                <a:gd name="connsiteY351" fmla="*/ 6463 h 79404"/>
                <a:gd name="connsiteX352" fmla="*/ 1117859 w 1275707"/>
                <a:gd name="connsiteY352" fmla="*/ 8310 h 79404"/>
                <a:gd name="connsiteX353" fmla="*/ 1119706 w 1275707"/>
                <a:gd name="connsiteY353" fmla="*/ 9233 h 79404"/>
                <a:gd name="connsiteX354" fmla="*/ 1117859 w 1275707"/>
                <a:gd name="connsiteY354" fmla="*/ 10156 h 79404"/>
                <a:gd name="connsiteX355" fmla="*/ 1116936 w 1275707"/>
                <a:gd name="connsiteY355" fmla="*/ 24006 h 79404"/>
                <a:gd name="connsiteX356" fmla="*/ 1135398 w 1275707"/>
                <a:gd name="connsiteY356" fmla="*/ 21236 h 79404"/>
                <a:gd name="connsiteX357" fmla="*/ 1133552 w 1275707"/>
                <a:gd name="connsiteY357" fmla="*/ 923 h 79404"/>
                <a:gd name="connsiteX358" fmla="*/ 1146475 w 1275707"/>
                <a:gd name="connsiteY358" fmla="*/ 3693 h 79404"/>
                <a:gd name="connsiteX359" fmla="*/ 1146475 w 1275707"/>
                <a:gd name="connsiteY359" fmla="*/ 3693 h 79404"/>
                <a:gd name="connsiteX360" fmla="*/ 1262784 w 1275707"/>
                <a:gd name="connsiteY360" fmla="*/ 10156 h 79404"/>
                <a:gd name="connsiteX361" fmla="*/ 1240630 w 1275707"/>
                <a:gd name="connsiteY361" fmla="*/ 30469 h 79404"/>
                <a:gd name="connsiteX362" fmla="*/ 1251707 w 1275707"/>
                <a:gd name="connsiteY362" fmla="*/ 28622 h 79404"/>
                <a:gd name="connsiteX363" fmla="*/ 1275708 w 1275707"/>
                <a:gd name="connsiteY363" fmla="*/ 50782 h 79404"/>
                <a:gd name="connsiteX364" fmla="*/ 1244322 w 1275707"/>
                <a:gd name="connsiteY364" fmla="*/ 76634 h 79404"/>
                <a:gd name="connsiteX365" fmla="*/ 1224015 w 1275707"/>
                <a:gd name="connsiteY365" fmla="*/ 62785 h 79404"/>
                <a:gd name="connsiteX366" fmla="*/ 1239707 w 1275707"/>
                <a:gd name="connsiteY366" fmla="*/ 49858 h 79404"/>
                <a:gd name="connsiteX367" fmla="*/ 1257246 w 1275707"/>
                <a:gd name="connsiteY367" fmla="*/ 62785 h 79404"/>
                <a:gd name="connsiteX368" fmla="*/ 1264631 w 1275707"/>
                <a:gd name="connsiteY368" fmla="*/ 50782 h 79404"/>
                <a:gd name="connsiteX369" fmla="*/ 1249861 w 1275707"/>
                <a:gd name="connsiteY369" fmla="*/ 37855 h 79404"/>
                <a:gd name="connsiteX370" fmla="*/ 1214784 w 1275707"/>
                <a:gd name="connsiteY370" fmla="*/ 59091 h 79404"/>
                <a:gd name="connsiteX371" fmla="*/ 1205553 w 1275707"/>
                <a:gd name="connsiteY371" fmla="*/ 50782 h 79404"/>
                <a:gd name="connsiteX372" fmla="*/ 1242476 w 1275707"/>
                <a:gd name="connsiteY372" fmla="*/ 15696 h 79404"/>
                <a:gd name="connsiteX373" fmla="*/ 1216630 w 1275707"/>
                <a:gd name="connsiteY373" fmla="*/ 18466 h 79404"/>
                <a:gd name="connsiteX374" fmla="*/ 1214784 w 1275707"/>
                <a:gd name="connsiteY374" fmla="*/ 7386 h 79404"/>
                <a:gd name="connsiteX375" fmla="*/ 1257246 w 1275707"/>
                <a:gd name="connsiteY375" fmla="*/ 1847 h 79404"/>
                <a:gd name="connsiteX376" fmla="*/ 1262784 w 1275707"/>
                <a:gd name="connsiteY376" fmla="*/ 10156 h 79404"/>
                <a:gd name="connsiteX377" fmla="*/ 1262784 w 1275707"/>
                <a:gd name="connsiteY377" fmla="*/ 10156 h 79404"/>
                <a:gd name="connsiteX378" fmla="*/ 1237861 w 1275707"/>
                <a:gd name="connsiteY378" fmla="*/ 59091 h 79404"/>
                <a:gd name="connsiteX379" fmla="*/ 1233245 w 1275707"/>
                <a:gd name="connsiteY379" fmla="*/ 62785 h 79404"/>
                <a:gd name="connsiteX380" fmla="*/ 1241553 w 1275707"/>
                <a:gd name="connsiteY380" fmla="*/ 68324 h 79404"/>
                <a:gd name="connsiteX381" fmla="*/ 1246169 w 1275707"/>
                <a:gd name="connsiteY381" fmla="*/ 67401 h 79404"/>
                <a:gd name="connsiteX382" fmla="*/ 1237861 w 1275707"/>
                <a:gd name="connsiteY382" fmla="*/ 59091 h 79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Lst>
              <a:rect l="l" t="t" r="r" b="b"/>
              <a:pathLst>
                <a:path w="1275707" h="79404">
                  <a:moveTo>
                    <a:pt x="73847" y="33239"/>
                  </a:moveTo>
                  <a:cubicBezTo>
                    <a:pt x="52616" y="33239"/>
                    <a:pt x="36924" y="45242"/>
                    <a:pt x="36924" y="57245"/>
                  </a:cubicBezTo>
                  <a:cubicBezTo>
                    <a:pt x="36924" y="62785"/>
                    <a:pt x="39693" y="67401"/>
                    <a:pt x="60924" y="67401"/>
                  </a:cubicBezTo>
                  <a:cubicBezTo>
                    <a:pt x="59078" y="72018"/>
                    <a:pt x="58155" y="74787"/>
                    <a:pt x="57231" y="77557"/>
                  </a:cubicBezTo>
                  <a:cubicBezTo>
                    <a:pt x="44308" y="76634"/>
                    <a:pt x="24923" y="75711"/>
                    <a:pt x="24923" y="58168"/>
                  </a:cubicBezTo>
                  <a:cubicBezTo>
                    <a:pt x="24923" y="48012"/>
                    <a:pt x="32308" y="41549"/>
                    <a:pt x="36000" y="38779"/>
                  </a:cubicBezTo>
                  <a:cubicBezTo>
                    <a:pt x="24000" y="39702"/>
                    <a:pt x="11077" y="43395"/>
                    <a:pt x="2769" y="46165"/>
                  </a:cubicBezTo>
                  <a:lnTo>
                    <a:pt x="0" y="33239"/>
                  </a:lnTo>
                  <a:cubicBezTo>
                    <a:pt x="3692" y="33239"/>
                    <a:pt x="9231" y="33239"/>
                    <a:pt x="20308" y="31392"/>
                  </a:cubicBezTo>
                  <a:cubicBezTo>
                    <a:pt x="23077" y="29546"/>
                    <a:pt x="28616" y="24006"/>
                    <a:pt x="35077" y="18466"/>
                  </a:cubicBezTo>
                  <a:lnTo>
                    <a:pt x="38770" y="14773"/>
                  </a:lnTo>
                  <a:cubicBezTo>
                    <a:pt x="23077" y="15696"/>
                    <a:pt x="20308" y="16619"/>
                    <a:pt x="15693" y="16619"/>
                  </a:cubicBezTo>
                  <a:lnTo>
                    <a:pt x="14769" y="4617"/>
                  </a:lnTo>
                  <a:lnTo>
                    <a:pt x="24000" y="4617"/>
                  </a:lnTo>
                  <a:cubicBezTo>
                    <a:pt x="29539" y="4617"/>
                    <a:pt x="40616" y="4617"/>
                    <a:pt x="50770" y="2770"/>
                  </a:cubicBezTo>
                  <a:cubicBezTo>
                    <a:pt x="53539" y="2770"/>
                    <a:pt x="55385" y="1847"/>
                    <a:pt x="58155" y="923"/>
                  </a:cubicBezTo>
                  <a:lnTo>
                    <a:pt x="62770" y="7386"/>
                  </a:lnTo>
                  <a:cubicBezTo>
                    <a:pt x="58155" y="12003"/>
                    <a:pt x="50770" y="17543"/>
                    <a:pt x="36924" y="29546"/>
                  </a:cubicBezTo>
                  <a:cubicBezTo>
                    <a:pt x="60924" y="25852"/>
                    <a:pt x="63693" y="24929"/>
                    <a:pt x="72924" y="23083"/>
                  </a:cubicBezTo>
                  <a:lnTo>
                    <a:pt x="73847" y="33239"/>
                  </a:lnTo>
                  <a:close/>
                  <a:moveTo>
                    <a:pt x="176310" y="64631"/>
                  </a:moveTo>
                  <a:cubicBezTo>
                    <a:pt x="195695" y="60938"/>
                    <a:pt x="201233" y="46165"/>
                    <a:pt x="201233" y="36932"/>
                  </a:cubicBezTo>
                  <a:cubicBezTo>
                    <a:pt x="201233" y="26776"/>
                    <a:pt x="194772" y="15696"/>
                    <a:pt x="180002" y="14773"/>
                  </a:cubicBezTo>
                  <a:cubicBezTo>
                    <a:pt x="177233" y="46165"/>
                    <a:pt x="165233" y="68324"/>
                    <a:pt x="156002" y="68324"/>
                  </a:cubicBezTo>
                  <a:cubicBezTo>
                    <a:pt x="149540" y="68324"/>
                    <a:pt x="138463" y="58168"/>
                    <a:pt x="138463" y="42472"/>
                  </a:cubicBezTo>
                  <a:cubicBezTo>
                    <a:pt x="138463" y="24929"/>
                    <a:pt x="155079" y="3693"/>
                    <a:pt x="178156" y="3693"/>
                  </a:cubicBezTo>
                  <a:cubicBezTo>
                    <a:pt x="195695" y="3693"/>
                    <a:pt x="212310" y="15696"/>
                    <a:pt x="212310" y="36009"/>
                  </a:cubicBezTo>
                  <a:cubicBezTo>
                    <a:pt x="212310" y="48935"/>
                    <a:pt x="206772" y="56321"/>
                    <a:pt x="202156" y="61861"/>
                  </a:cubicBezTo>
                  <a:cubicBezTo>
                    <a:pt x="196618" y="68324"/>
                    <a:pt x="189233" y="71094"/>
                    <a:pt x="183695" y="73864"/>
                  </a:cubicBezTo>
                  <a:cubicBezTo>
                    <a:pt x="180925" y="70171"/>
                    <a:pt x="180002" y="68324"/>
                    <a:pt x="176310" y="64631"/>
                  </a:cubicBezTo>
                  <a:close/>
                  <a:moveTo>
                    <a:pt x="149540" y="42472"/>
                  </a:moveTo>
                  <a:cubicBezTo>
                    <a:pt x="149540" y="49858"/>
                    <a:pt x="153233" y="55398"/>
                    <a:pt x="156002" y="55398"/>
                  </a:cubicBezTo>
                  <a:cubicBezTo>
                    <a:pt x="158771" y="55398"/>
                    <a:pt x="160617" y="49858"/>
                    <a:pt x="162463" y="46165"/>
                  </a:cubicBezTo>
                  <a:cubicBezTo>
                    <a:pt x="168002" y="31392"/>
                    <a:pt x="168925" y="21236"/>
                    <a:pt x="168925" y="16619"/>
                  </a:cubicBezTo>
                  <a:cubicBezTo>
                    <a:pt x="156925" y="21236"/>
                    <a:pt x="149540" y="34162"/>
                    <a:pt x="149540" y="42472"/>
                  </a:cubicBezTo>
                  <a:close/>
                  <a:moveTo>
                    <a:pt x="307388" y="14773"/>
                  </a:moveTo>
                  <a:lnTo>
                    <a:pt x="307388" y="0"/>
                  </a:lnTo>
                  <a:lnTo>
                    <a:pt x="318465" y="0"/>
                  </a:lnTo>
                  <a:cubicBezTo>
                    <a:pt x="319388" y="0"/>
                    <a:pt x="320312" y="0"/>
                    <a:pt x="320312" y="923"/>
                  </a:cubicBezTo>
                  <a:cubicBezTo>
                    <a:pt x="320312" y="1847"/>
                    <a:pt x="319388" y="1847"/>
                    <a:pt x="317542" y="2770"/>
                  </a:cubicBezTo>
                  <a:lnTo>
                    <a:pt x="317542" y="14773"/>
                  </a:lnTo>
                  <a:lnTo>
                    <a:pt x="329542" y="14773"/>
                  </a:lnTo>
                  <a:cubicBezTo>
                    <a:pt x="326773" y="13850"/>
                    <a:pt x="324927" y="12926"/>
                    <a:pt x="324004" y="12003"/>
                  </a:cubicBezTo>
                  <a:cubicBezTo>
                    <a:pt x="327696" y="8310"/>
                    <a:pt x="329542" y="2770"/>
                    <a:pt x="330466" y="923"/>
                  </a:cubicBezTo>
                  <a:lnTo>
                    <a:pt x="340619" y="4617"/>
                  </a:lnTo>
                  <a:cubicBezTo>
                    <a:pt x="341543" y="4617"/>
                    <a:pt x="341543" y="5540"/>
                    <a:pt x="341543" y="5540"/>
                  </a:cubicBezTo>
                  <a:cubicBezTo>
                    <a:pt x="341543" y="6463"/>
                    <a:pt x="340619" y="6463"/>
                    <a:pt x="338773" y="6463"/>
                  </a:cubicBezTo>
                  <a:cubicBezTo>
                    <a:pt x="337850" y="10156"/>
                    <a:pt x="335081" y="12926"/>
                    <a:pt x="334158" y="14773"/>
                  </a:cubicBezTo>
                  <a:lnTo>
                    <a:pt x="349850" y="14773"/>
                  </a:lnTo>
                  <a:lnTo>
                    <a:pt x="349850" y="33239"/>
                  </a:lnTo>
                  <a:lnTo>
                    <a:pt x="339696" y="33239"/>
                  </a:lnTo>
                  <a:lnTo>
                    <a:pt x="339696" y="22159"/>
                  </a:lnTo>
                  <a:lnTo>
                    <a:pt x="287080" y="22159"/>
                  </a:lnTo>
                  <a:lnTo>
                    <a:pt x="287080" y="33239"/>
                  </a:lnTo>
                  <a:lnTo>
                    <a:pt x="276926" y="33239"/>
                  </a:lnTo>
                  <a:lnTo>
                    <a:pt x="276926" y="14773"/>
                  </a:lnTo>
                  <a:lnTo>
                    <a:pt x="291696" y="14773"/>
                  </a:lnTo>
                  <a:cubicBezTo>
                    <a:pt x="288927" y="10156"/>
                    <a:pt x="288927" y="9233"/>
                    <a:pt x="286157" y="5540"/>
                  </a:cubicBezTo>
                  <a:lnTo>
                    <a:pt x="294465" y="923"/>
                  </a:lnTo>
                  <a:cubicBezTo>
                    <a:pt x="295388" y="1847"/>
                    <a:pt x="299081" y="6463"/>
                    <a:pt x="301850" y="12003"/>
                  </a:cubicBezTo>
                  <a:cubicBezTo>
                    <a:pt x="300927" y="12926"/>
                    <a:pt x="298157" y="14773"/>
                    <a:pt x="297234" y="14773"/>
                  </a:cubicBezTo>
                  <a:lnTo>
                    <a:pt x="307388" y="14773"/>
                  </a:lnTo>
                  <a:close/>
                  <a:moveTo>
                    <a:pt x="318465" y="47088"/>
                  </a:moveTo>
                  <a:lnTo>
                    <a:pt x="342466" y="47088"/>
                  </a:lnTo>
                  <a:lnTo>
                    <a:pt x="342466" y="65554"/>
                  </a:lnTo>
                  <a:cubicBezTo>
                    <a:pt x="342466" y="68324"/>
                    <a:pt x="342466" y="71094"/>
                    <a:pt x="337850" y="72941"/>
                  </a:cubicBezTo>
                  <a:cubicBezTo>
                    <a:pt x="336927" y="72941"/>
                    <a:pt x="333235" y="74787"/>
                    <a:pt x="325850" y="74787"/>
                  </a:cubicBezTo>
                  <a:cubicBezTo>
                    <a:pt x="325850" y="72018"/>
                    <a:pt x="324004" y="67401"/>
                    <a:pt x="322158" y="64631"/>
                  </a:cubicBezTo>
                  <a:cubicBezTo>
                    <a:pt x="323081" y="64631"/>
                    <a:pt x="326773" y="65554"/>
                    <a:pt x="327696" y="65554"/>
                  </a:cubicBezTo>
                  <a:cubicBezTo>
                    <a:pt x="331389" y="65554"/>
                    <a:pt x="331389" y="64631"/>
                    <a:pt x="331389" y="56321"/>
                  </a:cubicBezTo>
                  <a:lnTo>
                    <a:pt x="318465" y="56321"/>
                  </a:lnTo>
                  <a:lnTo>
                    <a:pt x="318465" y="78481"/>
                  </a:lnTo>
                  <a:lnTo>
                    <a:pt x="308311" y="78481"/>
                  </a:lnTo>
                  <a:lnTo>
                    <a:pt x="308311" y="55398"/>
                  </a:lnTo>
                  <a:lnTo>
                    <a:pt x="295388" y="55398"/>
                  </a:lnTo>
                  <a:lnTo>
                    <a:pt x="295388" y="72941"/>
                  </a:lnTo>
                  <a:lnTo>
                    <a:pt x="285234" y="72941"/>
                  </a:lnTo>
                  <a:lnTo>
                    <a:pt x="285234" y="47088"/>
                  </a:lnTo>
                  <a:lnTo>
                    <a:pt x="308311" y="47088"/>
                  </a:lnTo>
                  <a:lnTo>
                    <a:pt x="308311" y="43395"/>
                  </a:lnTo>
                  <a:lnTo>
                    <a:pt x="291696" y="43395"/>
                  </a:lnTo>
                  <a:lnTo>
                    <a:pt x="291696" y="24929"/>
                  </a:lnTo>
                  <a:lnTo>
                    <a:pt x="335081" y="24929"/>
                  </a:lnTo>
                  <a:lnTo>
                    <a:pt x="335081" y="43395"/>
                  </a:lnTo>
                  <a:lnTo>
                    <a:pt x="318465" y="43395"/>
                  </a:lnTo>
                  <a:lnTo>
                    <a:pt x="318465" y="47088"/>
                  </a:lnTo>
                  <a:close/>
                  <a:moveTo>
                    <a:pt x="300927" y="32316"/>
                  </a:moveTo>
                  <a:lnTo>
                    <a:pt x="300927" y="37855"/>
                  </a:lnTo>
                  <a:lnTo>
                    <a:pt x="324927" y="37855"/>
                  </a:lnTo>
                  <a:lnTo>
                    <a:pt x="324927" y="32316"/>
                  </a:lnTo>
                  <a:lnTo>
                    <a:pt x="300927" y="32316"/>
                  </a:lnTo>
                  <a:close/>
                  <a:moveTo>
                    <a:pt x="444005" y="14773"/>
                  </a:moveTo>
                  <a:lnTo>
                    <a:pt x="444005" y="22159"/>
                  </a:lnTo>
                  <a:lnTo>
                    <a:pt x="417236" y="22159"/>
                  </a:lnTo>
                  <a:lnTo>
                    <a:pt x="417236" y="14773"/>
                  </a:lnTo>
                  <a:lnTo>
                    <a:pt x="444005" y="14773"/>
                  </a:lnTo>
                  <a:close/>
                  <a:moveTo>
                    <a:pt x="428313" y="73864"/>
                  </a:moveTo>
                  <a:lnTo>
                    <a:pt x="428313" y="77557"/>
                  </a:lnTo>
                  <a:lnTo>
                    <a:pt x="419082" y="77557"/>
                  </a:lnTo>
                  <a:lnTo>
                    <a:pt x="419082" y="47088"/>
                  </a:lnTo>
                  <a:lnTo>
                    <a:pt x="443082" y="47088"/>
                  </a:lnTo>
                  <a:lnTo>
                    <a:pt x="443082" y="76634"/>
                  </a:lnTo>
                  <a:lnTo>
                    <a:pt x="434774" y="76634"/>
                  </a:lnTo>
                  <a:lnTo>
                    <a:pt x="434774" y="73864"/>
                  </a:lnTo>
                  <a:lnTo>
                    <a:pt x="428313" y="73864"/>
                  </a:lnTo>
                  <a:close/>
                  <a:moveTo>
                    <a:pt x="441236" y="3693"/>
                  </a:moveTo>
                  <a:lnTo>
                    <a:pt x="441236" y="11080"/>
                  </a:lnTo>
                  <a:lnTo>
                    <a:pt x="420928" y="11080"/>
                  </a:lnTo>
                  <a:lnTo>
                    <a:pt x="420928" y="3693"/>
                  </a:lnTo>
                  <a:lnTo>
                    <a:pt x="441236" y="3693"/>
                  </a:lnTo>
                  <a:close/>
                  <a:moveTo>
                    <a:pt x="441236" y="25852"/>
                  </a:moveTo>
                  <a:lnTo>
                    <a:pt x="441236" y="33239"/>
                  </a:lnTo>
                  <a:lnTo>
                    <a:pt x="420928" y="33239"/>
                  </a:lnTo>
                  <a:lnTo>
                    <a:pt x="420928" y="25852"/>
                  </a:lnTo>
                  <a:lnTo>
                    <a:pt x="441236" y="25852"/>
                  </a:lnTo>
                  <a:close/>
                  <a:moveTo>
                    <a:pt x="441236" y="36932"/>
                  </a:moveTo>
                  <a:lnTo>
                    <a:pt x="441236" y="44319"/>
                  </a:lnTo>
                  <a:lnTo>
                    <a:pt x="420928" y="44319"/>
                  </a:lnTo>
                  <a:lnTo>
                    <a:pt x="420928" y="36932"/>
                  </a:lnTo>
                  <a:lnTo>
                    <a:pt x="441236" y="36932"/>
                  </a:lnTo>
                  <a:close/>
                  <a:moveTo>
                    <a:pt x="435698" y="65554"/>
                  </a:moveTo>
                  <a:lnTo>
                    <a:pt x="435698" y="56321"/>
                  </a:lnTo>
                  <a:lnTo>
                    <a:pt x="428313" y="56321"/>
                  </a:lnTo>
                  <a:lnTo>
                    <a:pt x="428313" y="65554"/>
                  </a:lnTo>
                  <a:lnTo>
                    <a:pt x="435698" y="65554"/>
                  </a:lnTo>
                  <a:close/>
                  <a:moveTo>
                    <a:pt x="493852" y="43395"/>
                  </a:moveTo>
                  <a:lnTo>
                    <a:pt x="493852" y="43395"/>
                  </a:lnTo>
                  <a:cubicBezTo>
                    <a:pt x="494775" y="45242"/>
                    <a:pt x="493852" y="45242"/>
                    <a:pt x="492006" y="45242"/>
                  </a:cubicBezTo>
                  <a:cubicBezTo>
                    <a:pt x="488314" y="51705"/>
                    <a:pt x="486467" y="55398"/>
                    <a:pt x="485544" y="57245"/>
                  </a:cubicBezTo>
                  <a:cubicBezTo>
                    <a:pt x="485544" y="58168"/>
                    <a:pt x="487390" y="62785"/>
                    <a:pt x="488314" y="62785"/>
                  </a:cubicBezTo>
                  <a:cubicBezTo>
                    <a:pt x="489237" y="62785"/>
                    <a:pt x="490160" y="57245"/>
                    <a:pt x="490160" y="55398"/>
                  </a:cubicBezTo>
                  <a:cubicBezTo>
                    <a:pt x="492006" y="58168"/>
                    <a:pt x="492929" y="60015"/>
                    <a:pt x="496621" y="61861"/>
                  </a:cubicBezTo>
                  <a:cubicBezTo>
                    <a:pt x="494775" y="72018"/>
                    <a:pt x="492929" y="77557"/>
                    <a:pt x="488314" y="77557"/>
                  </a:cubicBezTo>
                  <a:cubicBezTo>
                    <a:pt x="484621" y="77557"/>
                    <a:pt x="480929" y="70171"/>
                    <a:pt x="479083" y="66478"/>
                  </a:cubicBezTo>
                  <a:cubicBezTo>
                    <a:pt x="474467" y="72018"/>
                    <a:pt x="470775" y="75711"/>
                    <a:pt x="466159" y="79404"/>
                  </a:cubicBezTo>
                  <a:cubicBezTo>
                    <a:pt x="464313" y="76634"/>
                    <a:pt x="462467" y="74787"/>
                    <a:pt x="459698" y="72941"/>
                  </a:cubicBezTo>
                  <a:cubicBezTo>
                    <a:pt x="462467" y="71094"/>
                    <a:pt x="463390" y="70171"/>
                    <a:pt x="465236" y="68324"/>
                  </a:cubicBezTo>
                  <a:lnTo>
                    <a:pt x="453236" y="68324"/>
                  </a:lnTo>
                  <a:lnTo>
                    <a:pt x="453236" y="74787"/>
                  </a:lnTo>
                  <a:lnTo>
                    <a:pt x="444928" y="74787"/>
                  </a:lnTo>
                  <a:lnTo>
                    <a:pt x="444928" y="39702"/>
                  </a:lnTo>
                  <a:lnTo>
                    <a:pt x="468929" y="39702"/>
                  </a:lnTo>
                  <a:lnTo>
                    <a:pt x="468929" y="63708"/>
                  </a:lnTo>
                  <a:cubicBezTo>
                    <a:pt x="472621" y="60015"/>
                    <a:pt x="474467" y="57245"/>
                    <a:pt x="475390" y="56321"/>
                  </a:cubicBezTo>
                  <a:cubicBezTo>
                    <a:pt x="474467" y="51705"/>
                    <a:pt x="473544" y="46165"/>
                    <a:pt x="472621" y="36932"/>
                  </a:cubicBezTo>
                  <a:lnTo>
                    <a:pt x="443082" y="36932"/>
                  </a:lnTo>
                  <a:lnTo>
                    <a:pt x="443082" y="28622"/>
                  </a:lnTo>
                  <a:lnTo>
                    <a:pt x="448621" y="28622"/>
                  </a:lnTo>
                  <a:cubicBezTo>
                    <a:pt x="448621" y="25852"/>
                    <a:pt x="446775" y="23083"/>
                    <a:pt x="445851" y="19389"/>
                  </a:cubicBezTo>
                  <a:lnTo>
                    <a:pt x="451390" y="16619"/>
                  </a:lnTo>
                  <a:lnTo>
                    <a:pt x="444005" y="16619"/>
                  </a:lnTo>
                  <a:lnTo>
                    <a:pt x="444005" y="9233"/>
                  </a:lnTo>
                  <a:lnTo>
                    <a:pt x="452313" y="9233"/>
                  </a:lnTo>
                  <a:lnTo>
                    <a:pt x="452313" y="923"/>
                  </a:lnTo>
                  <a:lnTo>
                    <a:pt x="462467" y="923"/>
                  </a:lnTo>
                  <a:cubicBezTo>
                    <a:pt x="463390" y="923"/>
                    <a:pt x="464313" y="923"/>
                    <a:pt x="464313" y="1847"/>
                  </a:cubicBezTo>
                  <a:cubicBezTo>
                    <a:pt x="464313" y="1847"/>
                    <a:pt x="464313" y="2770"/>
                    <a:pt x="462467" y="3693"/>
                  </a:cubicBezTo>
                  <a:lnTo>
                    <a:pt x="462467" y="9233"/>
                  </a:lnTo>
                  <a:lnTo>
                    <a:pt x="470775" y="9233"/>
                  </a:lnTo>
                  <a:lnTo>
                    <a:pt x="470775" y="17543"/>
                  </a:lnTo>
                  <a:lnTo>
                    <a:pt x="463390" y="17543"/>
                  </a:lnTo>
                  <a:lnTo>
                    <a:pt x="468929" y="19389"/>
                  </a:lnTo>
                  <a:cubicBezTo>
                    <a:pt x="468929" y="19389"/>
                    <a:pt x="469852" y="19389"/>
                    <a:pt x="469852" y="20313"/>
                  </a:cubicBezTo>
                  <a:cubicBezTo>
                    <a:pt x="469852" y="21236"/>
                    <a:pt x="468929" y="21236"/>
                    <a:pt x="468006" y="21236"/>
                  </a:cubicBezTo>
                  <a:cubicBezTo>
                    <a:pt x="467082" y="24006"/>
                    <a:pt x="465236" y="28622"/>
                    <a:pt x="465236" y="28622"/>
                  </a:cubicBezTo>
                  <a:lnTo>
                    <a:pt x="471698" y="28622"/>
                  </a:lnTo>
                  <a:lnTo>
                    <a:pt x="471698" y="0"/>
                  </a:lnTo>
                  <a:lnTo>
                    <a:pt x="480929" y="0"/>
                  </a:lnTo>
                  <a:cubicBezTo>
                    <a:pt x="481852" y="0"/>
                    <a:pt x="482775" y="0"/>
                    <a:pt x="482775" y="923"/>
                  </a:cubicBezTo>
                  <a:cubicBezTo>
                    <a:pt x="482775" y="1847"/>
                    <a:pt x="481852" y="1847"/>
                    <a:pt x="480929" y="2770"/>
                  </a:cubicBezTo>
                  <a:lnTo>
                    <a:pt x="480929" y="28622"/>
                  </a:lnTo>
                  <a:lnTo>
                    <a:pt x="494775" y="28622"/>
                  </a:lnTo>
                  <a:lnTo>
                    <a:pt x="494775" y="36932"/>
                  </a:lnTo>
                  <a:lnTo>
                    <a:pt x="481852" y="36932"/>
                  </a:lnTo>
                  <a:cubicBezTo>
                    <a:pt x="481852" y="38779"/>
                    <a:pt x="481852" y="41549"/>
                    <a:pt x="482775" y="45242"/>
                  </a:cubicBezTo>
                  <a:cubicBezTo>
                    <a:pt x="482775" y="43395"/>
                    <a:pt x="483698" y="42472"/>
                    <a:pt x="485544" y="37855"/>
                  </a:cubicBezTo>
                  <a:lnTo>
                    <a:pt x="493852" y="43395"/>
                  </a:lnTo>
                  <a:close/>
                  <a:moveTo>
                    <a:pt x="452313" y="17543"/>
                  </a:moveTo>
                  <a:cubicBezTo>
                    <a:pt x="454159" y="23083"/>
                    <a:pt x="455082" y="25852"/>
                    <a:pt x="456005" y="27699"/>
                  </a:cubicBezTo>
                  <a:lnTo>
                    <a:pt x="451390" y="28622"/>
                  </a:lnTo>
                  <a:lnTo>
                    <a:pt x="458775" y="28622"/>
                  </a:lnTo>
                  <a:cubicBezTo>
                    <a:pt x="459698" y="25852"/>
                    <a:pt x="461544" y="22159"/>
                    <a:pt x="462467" y="16619"/>
                  </a:cubicBezTo>
                  <a:lnTo>
                    <a:pt x="452313" y="17543"/>
                  </a:lnTo>
                  <a:lnTo>
                    <a:pt x="452313" y="17543"/>
                  </a:lnTo>
                  <a:close/>
                  <a:moveTo>
                    <a:pt x="461544" y="50782"/>
                  </a:moveTo>
                  <a:lnTo>
                    <a:pt x="461544" y="46165"/>
                  </a:lnTo>
                  <a:lnTo>
                    <a:pt x="454159" y="46165"/>
                  </a:lnTo>
                  <a:lnTo>
                    <a:pt x="454159" y="50782"/>
                  </a:lnTo>
                  <a:lnTo>
                    <a:pt x="461544" y="50782"/>
                  </a:lnTo>
                  <a:close/>
                  <a:moveTo>
                    <a:pt x="454159" y="56321"/>
                  </a:moveTo>
                  <a:lnTo>
                    <a:pt x="454159" y="60938"/>
                  </a:lnTo>
                  <a:lnTo>
                    <a:pt x="461544" y="60938"/>
                  </a:lnTo>
                  <a:lnTo>
                    <a:pt x="461544" y="56321"/>
                  </a:lnTo>
                  <a:lnTo>
                    <a:pt x="454159" y="56321"/>
                  </a:lnTo>
                  <a:close/>
                  <a:moveTo>
                    <a:pt x="489237" y="6463"/>
                  </a:moveTo>
                  <a:cubicBezTo>
                    <a:pt x="491083" y="11080"/>
                    <a:pt x="492929" y="14773"/>
                    <a:pt x="494775" y="21236"/>
                  </a:cubicBezTo>
                  <a:cubicBezTo>
                    <a:pt x="491083" y="22159"/>
                    <a:pt x="490160" y="22159"/>
                    <a:pt x="486467" y="24006"/>
                  </a:cubicBezTo>
                  <a:cubicBezTo>
                    <a:pt x="485544" y="21236"/>
                    <a:pt x="484621" y="14773"/>
                    <a:pt x="481852" y="10156"/>
                  </a:cubicBezTo>
                  <a:lnTo>
                    <a:pt x="489237" y="6463"/>
                  </a:lnTo>
                  <a:close/>
                  <a:moveTo>
                    <a:pt x="534468" y="53552"/>
                  </a:moveTo>
                  <a:cubicBezTo>
                    <a:pt x="542776" y="59091"/>
                    <a:pt x="550160" y="65554"/>
                    <a:pt x="552930" y="68324"/>
                  </a:cubicBezTo>
                  <a:lnTo>
                    <a:pt x="544622" y="76634"/>
                  </a:lnTo>
                  <a:cubicBezTo>
                    <a:pt x="540007" y="70171"/>
                    <a:pt x="534468" y="65554"/>
                    <a:pt x="528006" y="61861"/>
                  </a:cubicBezTo>
                  <a:lnTo>
                    <a:pt x="534468" y="53552"/>
                  </a:lnTo>
                  <a:close/>
                  <a:moveTo>
                    <a:pt x="633238" y="36932"/>
                  </a:moveTo>
                  <a:lnTo>
                    <a:pt x="633238" y="36932"/>
                  </a:lnTo>
                  <a:cubicBezTo>
                    <a:pt x="634161" y="38779"/>
                    <a:pt x="632315" y="38779"/>
                    <a:pt x="631392" y="38779"/>
                  </a:cubicBezTo>
                  <a:lnTo>
                    <a:pt x="630469" y="39702"/>
                  </a:lnTo>
                  <a:lnTo>
                    <a:pt x="655393" y="39702"/>
                  </a:lnTo>
                  <a:lnTo>
                    <a:pt x="659085" y="44319"/>
                  </a:lnTo>
                  <a:cubicBezTo>
                    <a:pt x="654469" y="51705"/>
                    <a:pt x="648931" y="56321"/>
                    <a:pt x="644315" y="60938"/>
                  </a:cubicBezTo>
                  <a:cubicBezTo>
                    <a:pt x="648008" y="62785"/>
                    <a:pt x="660931" y="68324"/>
                    <a:pt x="674777" y="67401"/>
                  </a:cubicBezTo>
                  <a:cubicBezTo>
                    <a:pt x="671085" y="71094"/>
                    <a:pt x="670162" y="72941"/>
                    <a:pt x="668316" y="77557"/>
                  </a:cubicBezTo>
                  <a:cubicBezTo>
                    <a:pt x="664623" y="77557"/>
                    <a:pt x="649854" y="75711"/>
                    <a:pt x="636008" y="66478"/>
                  </a:cubicBezTo>
                  <a:cubicBezTo>
                    <a:pt x="627700" y="71094"/>
                    <a:pt x="621238" y="73864"/>
                    <a:pt x="604623" y="77557"/>
                  </a:cubicBezTo>
                  <a:cubicBezTo>
                    <a:pt x="602776" y="73864"/>
                    <a:pt x="601853" y="72018"/>
                    <a:pt x="598161" y="68324"/>
                  </a:cubicBezTo>
                  <a:cubicBezTo>
                    <a:pt x="606469" y="68324"/>
                    <a:pt x="617546" y="65554"/>
                    <a:pt x="627700" y="60015"/>
                  </a:cubicBezTo>
                  <a:cubicBezTo>
                    <a:pt x="623084" y="56321"/>
                    <a:pt x="621238" y="52628"/>
                    <a:pt x="620315" y="50782"/>
                  </a:cubicBezTo>
                  <a:cubicBezTo>
                    <a:pt x="613854" y="56321"/>
                    <a:pt x="609238" y="59091"/>
                    <a:pt x="605546" y="60938"/>
                  </a:cubicBezTo>
                  <a:cubicBezTo>
                    <a:pt x="602776" y="57245"/>
                    <a:pt x="601853" y="56321"/>
                    <a:pt x="598161" y="53552"/>
                  </a:cubicBezTo>
                  <a:cubicBezTo>
                    <a:pt x="603700" y="50782"/>
                    <a:pt x="614777" y="47088"/>
                    <a:pt x="624007" y="33239"/>
                  </a:cubicBezTo>
                  <a:cubicBezTo>
                    <a:pt x="620315" y="36009"/>
                    <a:pt x="617546" y="37855"/>
                    <a:pt x="612930" y="38779"/>
                  </a:cubicBezTo>
                  <a:cubicBezTo>
                    <a:pt x="611084" y="39702"/>
                    <a:pt x="610161" y="37855"/>
                    <a:pt x="605546" y="33239"/>
                  </a:cubicBezTo>
                  <a:cubicBezTo>
                    <a:pt x="614777" y="30469"/>
                    <a:pt x="621238" y="27699"/>
                    <a:pt x="622161" y="15696"/>
                  </a:cubicBezTo>
                  <a:lnTo>
                    <a:pt x="609238" y="15696"/>
                  </a:lnTo>
                  <a:lnTo>
                    <a:pt x="615700" y="20313"/>
                  </a:lnTo>
                  <a:cubicBezTo>
                    <a:pt x="616623" y="20313"/>
                    <a:pt x="616623" y="21236"/>
                    <a:pt x="616623" y="21236"/>
                  </a:cubicBezTo>
                  <a:lnTo>
                    <a:pt x="615700" y="22159"/>
                  </a:lnTo>
                  <a:lnTo>
                    <a:pt x="613854" y="22159"/>
                  </a:lnTo>
                  <a:cubicBezTo>
                    <a:pt x="609238" y="27699"/>
                    <a:pt x="607392" y="29546"/>
                    <a:pt x="600930" y="34162"/>
                  </a:cubicBezTo>
                  <a:cubicBezTo>
                    <a:pt x="598161" y="30469"/>
                    <a:pt x="594469" y="28622"/>
                    <a:pt x="593545" y="27699"/>
                  </a:cubicBezTo>
                  <a:cubicBezTo>
                    <a:pt x="597238" y="25852"/>
                    <a:pt x="601853" y="22159"/>
                    <a:pt x="607392" y="15696"/>
                  </a:cubicBezTo>
                  <a:lnTo>
                    <a:pt x="595392" y="15696"/>
                  </a:lnTo>
                  <a:lnTo>
                    <a:pt x="595392" y="7386"/>
                  </a:lnTo>
                  <a:lnTo>
                    <a:pt x="628623" y="7386"/>
                  </a:lnTo>
                  <a:lnTo>
                    <a:pt x="628623" y="0"/>
                  </a:lnTo>
                  <a:lnTo>
                    <a:pt x="639700" y="0"/>
                  </a:lnTo>
                  <a:cubicBezTo>
                    <a:pt x="640623" y="0"/>
                    <a:pt x="641546" y="0"/>
                    <a:pt x="641546" y="923"/>
                  </a:cubicBezTo>
                  <a:cubicBezTo>
                    <a:pt x="641546" y="1847"/>
                    <a:pt x="640623" y="1847"/>
                    <a:pt x="639700" y="2770"/>
                  </a:cubicBezTo>
                  <a:lnTo>
                    <a:pt x="639700" y="7386"/>
                  </a:lnTo>
                  <a:lnTo>
                    <a:pt x="672931" y="7386"/>
                  </a:lnTo>
                  <a:lnTo>
                    <a:pt x="672931" y="15696"/>
                  </a:lnTo>
                  <a:lnTo>
                    <a:pt x="648931" y="15696"/>
                  </a:lnTo>
                  <a:lnTo>
                    <a:pt x="648931" y="32316"/>
                  </a:lnTo>
                  <a:cubicBezTo>
                    <a:pt x="648931" y="36009"/>
                    <a:pt x="648008" y="38779"/>
                    <a:pt x="636008" y="39702"/>
                  </a:cubicBezTo>
                  <a:cubicBezTo>
                    <a:pt x="635084" y="35085"/>
                    <a:pt x="632315" y="31392"/>
                    <a:pt x="631392" y="30469"/>
                  </a:cubicBezTo>
                  <a:cubicBezTo>
                    <a:pt x="633238" y="30469"/>
                    <a:pt x="635084" y="31392"/>
                    <a:pt x="636931" y="31392"/>
                  </a:cubicBezTo>
                  <a:cubicBezTo>
                    <a:pt x="637854" y="31392"/>
                    <a:pt x="639700" y="31392"/>
                    <a:pt x="639700" y="29546"/>
                  </a:cubicBezTo>
                  <a:lnTo>
                    <a:pt x="639700" y="15696"/>
                  </a:lnTo>
                  <a:lnTo>
                    <a:pt x="632315" y="15696"/>
                  </a:lnTo>
                  <a:cubicBezTo>
                    <a:pt x="632315" y="19389"/>
                    <a:pt x="631392" y="27699"/>
                    <a:pt x="624931" y="34162"/>
                  </a:cubicBezTo>
                  <a:lnTo>
                    <a:pt x="633238" y="36932"/>
                  </a:lnTo>
                  <a:lnTo>
                    <a:pt x="633238" y="36932"/>
                  </a:lnTo>
                  <a:close/>
                  <a:moveTo>
                    <a:pt x="627700" y="48935"/>
                  </a:moveTo>
                  <a:cubicBezTo>
                    <a:pt x="629546" y="50782"/>
                    <a:pt x="631392" y="53552"/>
                    <a:pt x="635084" y="56321"/>
                  </a:cubicBezTo>
                  <a:cubicBezTo>
                    <a:pt x="639700" y="52628"/>
                    <a:pt x="641546" y="50782"/>
                    <a:pt x="642469" y="48935"/>
                  </a:cubicBezTo>
                  <a:lnTo>
                    <a:pt x="627700" y="48935"/>
                  </a:lnTo>
                  <a:close/>
                  <a:moveTo>
                    <a:pt x="658162" y="15696"/>
                  </a:moveTo>
                  <a:cubicBezTo>
                    <a:pt x="662777" y="19389"/>
                    <a:pt x="666470" y="23083"/>
                    <a:pt x="671085" y="29546"/>
                  </a:cubicBezTo>
                  <a:cubicBezTo>
                    <a:pt x="670162" y="30469"/>
                    <a:pt x="667393" y="31392"/>
                    <a:pt x="662777" y="35085"/>
                  </a:cubicBezTo>
                  <a:cubicBezTo>
                    <a:pt x="658162" y="28622"/>
                    <a:pt x="655393" y="25852"/>
                    <a:pt x="650777" y="21236"/>
                  </a:cubicBezTo>
                  <a:lnTo>
                    <a:pt x="658162" y="15696"/>
                  </a:lnTo>
                  <a:close/>
                  <a:moveTo>
                    <a:pt x="783702" y="24006"/>
                  </a:moveTo>
                  <a:cubicBezTo>
                    <a:pt x="781856" y="25852"/>
                    <a:pt x="770778" y="35085"/>
                    <a:pt x="764317" y="43395"/>
                  </a:cubicBezTo>
                  <a:lnTo>
                    <a:pt x="766163" y="43395"/>
                  </a:lnTo>
                  <a:cubicBezTo>
                    <a:pt x="769855" y="43395"/>
                    <a:pt x="772625" y="46165"/>
                    <a:pt x="772625" y="48935"/>
                  </a:cubicBezTo>
                  <a:cubicBezTo>
                    <a:pt x="772625" y="50782"/>
                    <a:pt x="771701" y="59091"/>
                    <a:pt x="771701" y="60015"/>
                  </a:cubicBezTo>
                  <a:cubicBezTo>
                    <a:pt x="771701" y="64631"/>
                    <a:pt x="773548" y="65554"/>
                    <a:pt x="778163" y="65554"/>
                  </a:cubicBezTo>
                  <a:cubicBezTo>
                    <a:pt x="780009" y="65554"/>
                    <a:pt x="788317" y="65554"/>
                    <a:pt x="796625" y="62785"/>
                  </a:cubicBezTo>
                  <a:lnTo>
                    <a:pt x="796625" y="74787"/>
                  </a:lnTo>
                  <a:cubicBezTo>
                    <a:pt x="788317" y="76634"/>
                    <a:pt x="780009" y="76634"/>
                    <a:pt x="776317" y="76634"/>
                  </a:cubicBezTo>
                  <a:cubicBezTo>
                    <a:pt x="759701" y="76634"/>
                    <a:pt x="759701" y="69248"/>
                    <a:pt x="759701" y="65554"/>
                  </a:cubicBezTo>
                  <a:cubicBezTo>
                    <a:pt x="759701" y="63708"/>
                    <a:pt x="760624" y="58168"/>
                    <a:pt x="760624" y="57245"/>
                  </a:cubicBezTo>
                  <a:cubicBezTo>
                    <a:pt x="760624" y="56321"/>
                    <a:pt x="760624" y="53552"/>
                    <a:pt x="757855" y="53552"/>
                  </a:cubicBezTo>
                  <a:cubicBezTo>
                    <a:pt x="756009" y="53552"/>
                    <a:pt x="754163" y="55398"/>
                    <a:pt x="750470" y="59091"/>
                  </a:cubicBezTo>
                  <a:cubicBezTo>
                    <a:pt x="746778" y="62785"/>
                    <a:pt x="742163" y="68324"/>
                    <a:pt x="733855" y="77557"/>
                  </a:cubicBezTo>
                  <a:lnTo>
                    <a:pt x="724624" y="69248"/>
                  </a:lnTo>
                  <a:cubicBezTo>
                    <a:pt x="741240" y="54475"/>
                    <a:pt x="755086" y="37855"/>
                    <a:pt x="760624" y="31392"/>
                  </a:cubicBezTo>
                  <a:cubicBezTo>
                    <a:pt x="752317" y="34162"/>
                    <a:pt x="740317" y="36009"/>
                    <a:pt x="732932" y="36009"/>
                  </a:cubicBezTo>
                  <a:lnTo>
                    <a:pt x="731086" y="24929"/>
                  </a:lnTo>
                  <a:cubicBezTo>
                    <a:pt x="750470" y="25852"/>
                    <a:pt x="768009" y="21236"/>
                    <a:pt x="776317" y="17543"/>
                  </a:cubicBezTo>
                  <a:lnTo>
                    <a:pt x="783702" y="24006"/>
                  </a:lnTo>
                  <a:close/>
                  <a:moveTo>
                    <a:pt x="745855" y="1847"/>
                  </a:moveTo>
                  <a:cubicBezTo>
                    <a:pt x="753240" y="3693"/>
                    <a:pt x="761548" y="4617"/>
                    <a:pt x="768932" y="4617"/>
                  </a:cubicBezTo>
                  <a:lnTo>
                    <a:pt x="774471" y="4617"/>
                  </a:lnTo>
                  <a:cubicBezTo>
                    <a:pt x="773548" y="8310"/>
                    <a:pt x="773548" y="12003"/>
                    <a:pt x="773548" y="14773"/>
                  </a:cubicBezTo>
                  <a:lnTo>
                    <a:pt x="769855" y="14773"/>
                  </a:lnTo>
                  <a:cubicBezTo>
                    <a:pt x="768009" y="14773"/>
                    <a:pt x="756932" y="14773"/>
                    <a:pt x="744932" y="12003"/>
                  </a:cubicBezTo>
                  <a:lnTo>
                    <a:pt x="745855" y="1847"/>
                  </a:lnTo>
                  <a:close/>
                  <a:moveTo>
                    <a:pt x="921242" y="14773"/>
                  </a:moveTo>
                  <a:cubicBezTo>
                    <a:pt x="900011" y="14773"/>
                    <a:pt x="881549" y="32316"/>
                    <a:pt x="881549" y="47088"/>
                  </a:cubicBezTo>
                  <a:cubicBezTo>
                    <a:pt x="881549" y="57245"/>
                    <a:pt x="888011" y="63708"/>
                    <a:pt x="906472" y="64631"/>
                  </a:cubicBezTo>
                  <a:cubicBezTo>
                    <a:pt x="902780" y="71094"/>
                    <a:pt x="901857" y="74787"/>
                    <a:pt x="900934" y="77557"/>
                  </a:cubicBezTo>
                  <a:cubicBezTo>
                    <a:pt x="888011" y="74787"/>
                    <a:pt x="870472" y="67401"/>
                    <a:pt x="870472" y="48012"/>
                  </a:cubicBezTo>
                  <a:cubicBezTo>
                    <a:pt x="870472" y="36932"/>
                    <a:pt x="876934" y="26776"/>
                    <a:pt x="888011" y="18466"/>
                  </a:cubicBezTo>
                  <a:cubicBezTo>
                    <a:pt x="882472" y="18466"/>
                    <a:pt x="857549" y="21236"/>
                    <a:pt x="850164" y="24006"/>
                  </a:cubicBezTo>
                  <a:lnTo>
                    <a:pt x="848318" y="10156"/>
                  </a:lnTo>
                  <a:lnTo>
                    <a:pt x="853856" y="10156"/>
                  </a:lnTo>
                  <a:cubicBezTo>
                    <a:pt x="859395" y="10156"/>
                    <a:pt x="894472" y="8310"/>
                    <a:pt x="919396" y="1847"/>
                  </a:cubicBezTo>
                  <a:lnTo>
                    <a:pt x="921242" y="14773"/>
                  </a:lnTo>
                  <a:close/>
                  <a:moveTo>
                    <a:pt x="1034782" y="24929"/>
                  </a:moveTo>
                  <a:cubicBezTo>
                    <a:pt x="1035705" y="24929"/>
                    <a:pt x="1035705" y="24929"/>
                    <a:pt x="1034782" y="24929"/>
                  </a:cubicBezTo>
                  <a:cubicBezTo>
                    <a:pt x="1035705" y="26776"/>
                    <a:pt x="1034782" y="26776"/>
                    <a:pt x="1033859" y="26776"/>
                  </a:cubicBezTo>
                  <a:cubicBezTo>
                    <a:pt x="1032935" y="31392"/>
                    <a:pt x="1032935" y="35085"/>
                    <a:pt x="1030166" y="43395"/>
                  </a:cubicBezTo>
                  <a:cubicBezTo>
                    <a:pt x="1033859" y="45242"/>
                    <a:pt x="1039397" y="48935"/>
                    <a:pt x="1043089" y="52628"/>
                  </a:cubicBezTo>
                  <a:cubicBezTo>
                    <a:pt x="1039397" y="57245"/>
                    <a:pt x="1039397" y="58168"/>
                    <a:pt x="1036628" y="62785"/>
                  </a:cubicBezTo>
                  <a:cubicBezTo>
                    <a:pt x="1034782" y="60938"/>
                    <a:pt x="1032012" y="58168"/>
                    <a:pt x="1026474" y="54475"/>
                  </a:cubicBezTo>
                  <a:cubicBezTo>
                    <a:pt x="1023705" y="59091"/>
                    <a:pt x="1017243" y="70171"/>
                    <a:pt x="1007089" y="76634"/>
                  </a:cubicBezTo>
                  <a:cubicBezTo>
                    <a:pt x="1004320" y="72941"/>
                    <a:pt x="1002473" y="72018"/>
                    <a:pt x="997858" y="69248"/>
                  </a:cubicBezTo>
                  <a:cubicBezTo>
                    <a:pt x="1006166" y="65554"/>
                    <a:pt x="1013550" y="56321"/>
                    <a:pt x="1016320" y="48935"/>
                  </a:cubicBezTo>
                  <a:cubicBezTo>
                    <a:pt x="1010781" y="46165"/>
                    <a:pt x="1007089" y="45242"/>
                    <a:pt x="998781" y="43395"/>
                  </a:cubicBezTo>
                  <a:cubicBezTo>
                    <a:pt x="989550" y="61861"/>
                    <a:pt x="985858" y="69248"/>
                    <a:pt x="978473" y="69248"/>
                  </a:cubicBezTo>
                  <a:cubicBezTo>
                    <a:pt x="972012" y="69248"/>
                    <a:pt x="966473" y="63708"/>
                    <a:pt x="966473" y="56321"/>
                  </a:cubicBezTo>
                  <a:cubicBezTo>
                    <a:pt x="966473" y="46165"/>
                    <a:pt x="975704" y="33239"/>
                    <a:pt x="993243" y="33239"/>
                  </a:cubicBezTo>
                  <a:cubicBezTo>
                    <a:pt x="994166" y="30469"/>
                    <a:pt x="998781" y="18466"/>
                    <a:pt x="999704" y="16619"/>
                  </a:cubicBezTo>
                  <a:cubicBezTo>
                    <a:pt x="991396" y="18466"/>
                    <a:pt x="984012" y="19389"/>
                    <a:pt x="980319" y="20313"/>
                  </a:cubicBezTo>
                  <a:lnTo>
                    <a:pt x="977550" y="8310"/>
                  </a:lnTo>
                  <a:cubicBezTo>
                    <a:pt x="990473" y="8310"/>
                    <a:pt x="1002473" y="5540"/>
                    <a:pt x="1008012" y="2770"/>
                  </a:cubicBezTo>
                  <a:lnTo>
                    <a:pt x="1015397" y="9233"/>
                  </a:lnTo>
                  <a:cubicBezTo>
                    <a:pt x="1009858" y="16619"/>
                    <a:pt x="1004320" y="30469"/>
                    <a:pt x="1002473" y="34162"/>
                  </a:cubicBezTo>
                  <a:cubicBezTo>
                    <a:pt x="1009858" y="35085"/>
                    <a:pt x="1016320" y="37855"/>
                    <a:pt x="1019089" y="39702"/>
                  </a:cubicBezTo>
                  <a:cubicBezTo>
                    <a:pt x="1021858" y="30469"/>
                    <a:pt x="1021858" y="24006"/>
                    <a:pt x="1021858" y="21236"/>
                  </a:cubicBezTo>
                  <a:lnTo>
                    <a:pt x="1034782" y="24929"/>
                  </a:lnTo>
                  <a:lnTo>
                    <a:pt x="1034782" y="24929"/>
                  </a:lnTo>
                  <a:close/>
                  <a:moveTo>
                    <a:pt x="976627" y="55398"/>
                  </a:moveTo>
                  <a:cubicBezTo>
                    <a:pt x="976627" y="58168"/>
                    <a:pt x="978473" y="58168"/>
                    <a:pt x="978473" y="58168"/>
                  </a:cubicBezTo>
                  <a:cubicBezTo>
                    <a:pt x="981242" y="58168"/>
                    <a:pt x="986781" y="46165"/>
                    <a:pt x="988627" y="42472"/>
                  </a:cubicBezTo>
                  <a:cubicBezTo>
                    <a:pt x="983089" y="43395"/>
                    <a:pt x="976627" y="48012"/>
                    <a:pt x="976627" y="55398"/>
                  </a:cubicBezTo>
                  <a:close/>
                  <a:moveTo>
                    <a:pt x="1146475" y="3693"/>
                  </a:moveTo>
                  <a:cubicBezTo>
                    <a:pt x="1147398" y="3693"/>
                    <a:pt x="1148321" y="3693"/>
                    <a:pt x="1148321" y="4617"/>
                  </a:cubicBezTo>
                  <a:cubicBezTo>
                    <a:pt x="1148321" y="5540"/>
                    <a:pt x="1147398" y="5540"/>
                    <a:pt x="1146475" y="5540"/>
                  </a:cubicBezTo>
                  <a:lnTo>
                    <a:pt x="1146475" y="20313"/>
                  </a:lnTo>
                  <a:cubicBezTo>
                    <a:pt x="1155706" y="19389"/>
                    <a:pt x="1156629" y="18466"/>
                    <a:pt x="1163091" y="18466"/>
                  </a:cubicBezTo>
                  <a:lnTo>
                    <a:pt x="1163091" y="30469"/>
                  </a:lnTo>
                  <a:lnTo>
                    <a:pt x="1159398" y="30469"/>
                  </a:lnTo>
                  <a:cubicBezTo>
                    <a:pt x="1155706" y="30469"/>
                    <a:pt x="1150168" y="31392"/>
                    <a:pt x="1147398" y="31392"/>
                  </a:cubicBezTo>
                  <a:cubicBezTo>
                    <a:pt x="1147398" y="53552"/>
                    <a:pt x="1144629" y="55398"/>
                    <a:pt x="1128014" y="55398"/>
                  </a:cubicBezTo>
                  <a:cubicBezTo>
                    <a:pt x="1127090" y="51705"/>
                    <a:pt x="1125244" y="46165"/>
                    <a:pt x="1125244" y="45242"/>
                  </a:cubicBezTo>
                  <a:lnTo>
                    <a:pt x="1130783" y="45242"/>
                  </a:lnTo>
                  <a:cubicBezTo>
                    <a:pt x="1136321" y="45242"/>
                    <a:pt x="1136321" y="44319"/>
                    <a:pt x="1137244" y="33239"/>
                  </a:cubicBezTo>
                  <a:cubicBezTo>
                    <a:pt x="1130783" y="34162"/>
                    <a:pt x="1124321" y="35085"/>
                    <a:pt x="1117859" y="36932"/>
                  </a:cubicBezTo>
                  <a:cubicBezTo>
                    <a:pt x="1117859" y="40625"/>
                    <a:pt x="1117859" y="55398"/>
                    <a:pt x="1118783" y="59091"/>
                  </a:cubicBezTo>
                  <a:cubicBezTo>
                    <a:pt x="1120629" y="63708"/>
                    <a:pt x="1126167" y="64631"/>
                    <a:pt x="1131706" y="64631"/>
                  </a:cubicBezTo>
                  <a:cubicBezTo>
                    <a:pt x="1134475" y="64631"/>
                    <a:pt x="1145552" y="64631"/>
                    <a:pt x="1158475" y="60938"/>
                  </a:cubicBezTo>
                  <a:cubicBezTo>
                    <a:pt x="1157552" y="64631"/>
                    <a:pt x="1157552" y="67401"/>
                    <a:pt x="1156629" y="72941"/>
                  </a:cubicBezTo>
                  <a:cubicBezTo>
                    <a:pt x="1145552" y="74787"/>
                    <a:pt x="1128937" y="74787"/>
                    <a:pt x="1128937" y="74787"/>
                  </a:cubicBezTo>
                  <a:cubicBezTo>
                    <a:pt x="1118783" y="74787"/>
                    <a:pt x="1110475" y="72941"/>
                    <a:pt x="1107706" y="62785"/>
                  </a:cubicBezTo>
                  <a:cubicBezTo>
                    <a:pt x="1106782" y="58168"/>
                    <a:pt x="1106782" y="51705"/>
                    <a:pt x="1106782" y="38779"/>
                  </a:cubicBezTo>
                  <a:cubicBezTo>
                    <a:pt x="1096628" y="40625"/>
                    <a:pt x="1095705" y="41549"/>
                    <a:pt x="1090167" y="42472"/>
                  </a:cubicBezTo>
                  <a:lnTo>
                    <a:pt x="1089244" y="29546"/>
                  </a:lnTo>
                  <a:cubicBezTo>
                    <a:pt x="1093859" y="29546"/>
                    <a:pt x="1102167" y="28622"/>
                    <a:pt x="1106782" y="26776"/>
                  </a:cubicBezTo>
                  <a:cubicBezTo>
                    <a:pt x="1106782" y="22159"/>
                    <a:pt x="1106782" y="11080"/>
                    <a:pt x="1105859" y="6463"/>
                  </a:cubicBezTo>
                  <a:lnTo>
                    <a:pt x="1117859" y="8310"/>
                  </a:lnTo>
                  <a:cubicBezTo>
                    <a:pt x="1118783" y="8310"/>
                    <a:pt x="1119706" y="8310"/>
                    <a:pt x="1119706" y="9233"/>
                  </a:cubicBezTo>
                  <a:cubicBezTo>
                    <a:pt x="1119706" y="10156"/>
                    <a:pt x="1118783" y="10156"/>
                    <a:pt x="1117859" y="10156"/>
                  </a:cubicBezTo>
                  <a:cubicBezTo>
                    <a:pt x="1117859" y="12003"/>
                    <a:pt x="1116936" y="22159"/>
                    <a:pt x="1116936" y="24006"/>
                  </a:cubicBezTo>
                  <a:cubicBezTo>
                    <a:pt x="1121552" y="23083"/>
                    <a:pt x="1127090" y="22159"/>
                    <a:pt x="1135398" y="21236"/>
                  </a:cubicBezTo>
                  <a:cubicBezTo>
                    <a:pt x="1135398" y="14773"/>
                    <a:pt x="1135398" y="7386"/>
                    <a:pt x="1133552" y="923"/>
                  </a:cubicBezTo>
                  <a:lnTo>
                    <a:pt x="1146475" y="3693"/>
                  </a:lnTo>
                  <a:lnTo>
                    <a:pt x="1146475" y="3693"/>
                  </a:lnTo>
                  <a:close/>
                  <a:moveTo>
                    <a:pt x="1262784" y="10156"/>
                  </a:moveTo>
                  <a:cubicBezTo>
                    <a:pt x="1257246" y="13850"/>
                    <a:pt x="1243399" y="26776"/>
                    <a:pt x="1240630" y="30469"/>
                  </a:cubicBezTo>
                  <a:cubicBezTo>
                    <a:pt x="1242476" y="29546"/>
                    <a:pt x="1246169" y="28622"/>
                    <a:pt x="1251707" y="28622"/>
                  </a:cubicBezTo>
                  <a:cubicBezTo>
                    <a:pt x="1263707" y="28622"/>
                    <a:pt x="1275708" y="36009"/>
                    <a:pt x="1275708" y="50782"/>
                  </a:cubicBezTo>
                  <a:cubicBezTo>
                    <a:pt x="1275708" y="69248"/>
                    <a:pt x="1258169" y="76634"/>
                    <a:pt x="1244322" y="76634"/>
                  </a:cubicBezTo>
                  <a:cubicBezTo>
                    <a:pt x="1231399" y="76634"/>
                    <a:pt x="1224015" y="70171"/>
                    <a:pt x="1224015" y="62785"/>
                  </a:cubicBezTo>
                  <a:cubicBezTo>
                    <a:pt x="1224015" y="55398"/>
                    <a:pt x="1230476" y="49858"/>
                    <a:pt x="1239707" y="49858"/>
                  </a:cubicBezTo>
                  <a:cubicBezTo>
                    <a:pt x="1246169" y="49858"/>
                    <a:pt x="1255400" y="53552"/>
                    <a:pt x="1257246" y="62785"/>
                  </a:cubicBezTo>
                  <a:cubicBezTo>
                    <a:pt x="1264631" y="59091"/>
                    <a:pt x="1264631" y="52628"/>
                    <a:pt x="1264631" y="50782"/>
                  </a:cubicBezTo>
                  <a:cubicBezTo>
                    <a:pt x="1264631" y="46165"/>
                    <a:pt x="1261861" y="37855"/>
                    <a:pt x="1249861" y="37855"/>
                  </a:cubicBezTo>
                  <a:cubicBezTo>
                    <a:pt x="1235092" y="37855"/>
                    <a:pt x="1226784" y="47088"/>
                    <a:pt x="1214784" y="59091"/>
                  </a:cubicBezTo>
                  <a:lnTo>
                    <a:pt x="1205553" y="50782"/>
                  </a:lnTo>
                  <a:cubicBezTo>
                    <a:pt x="1214784" y="44319"/>
                    <a:pt x="1236938" y="22159"/>
                    <a:pt x="1242476" y="15696"/>
                  </a:cubicBezTo>
                  <a:cubicBezTo>
                    <a:pt x="1235092" y="17543"/>
                    <a:pt x="1222168" y="18466"/>
                    <a:pt x="1216630" y="18466"/>
                  </a:cubicBezTo>
                  <a:lnTo>
                    <a:pt x="1214784" y="7386"/>
                  </a:lnTo>
                  <a:cubicBezTo>
                    <a:pt x="1221245" y="7386"/>
                    <a:pt x="1244322" y="7386"/>
                    <a:pt x="1257246" y="1847"/>
                  </a:cubicBezTo>
                  <a:lnTo>
                    <a:pt x="1262784" y="10156"/>
                  </a:lnTo>
                  <a:lnTo>
                    <a:pt x="1262784" y="10156"/>
                  </a:lnTo>
                  <a:close/>
                  <a:moveTo>
                    <a:pt x="1237861" y="59091"/>
                  </a:moveTo>
                  <a:cubicBezTo>
                    <a:pt x="1235092" y="59091"/>
                    <a:pt x="1233245" y="60938"/>
                    <a:pt x="1233245" y="62785"/>
                  </a:cubicBezTo>
                  <a:cubicBezTo>
                    <a:pt x="1233245" y="66478"/>
                    <a:pt x="1237861" y="68324"/>
                    <a:pt x="1241553" y="68324"/>
                  </a:cubicBezTo>
                  <a:cubicBezTo>
                    <a:pt x="1243399" y="68324"/>
                    <a:pt x="1245246" y="68324"/>
                    <a:pt x="1246169" y="67401"/>
                  </a:cubicBezTo>
                  <a:cubicBezTo>
                    <a:pt x="1246169" y="61861"/>
                    <a:pt x="1242476" y="59091"/>
                    <a:pt x="1237861" y="59091"/>
                  </a:cubicBezTo>
                  <a:close/>
                </a:path>
              </a:pathLst>
            </a:custGeom>
            <a:solidFill>
              <a:srgbClr val="3E3A39"/>
            </a:solidFill>
            <a:ln w="9231" cap="flat">
              <a:noFill/>
              <a:prstDash val="solid"/>
              <a:miter/>
            </a:ln>
          </p:spPr>
          <p:txBody>
            <a:bodyPr rtlCol="0" anchor="ctr"/>
            <a:lstStyle/>
            <a:p>
              <a:endParaRPr lang="ja-JP" altLang="en-US" b="0" i="0">
                <a:latin typeface="Arial" panose="020B0604020202020204" pitchFamily="34" charset="0"/>
              </a:endParaRPr>
            </a:p>
          </p:txBody>
        </p:sp>
        <p:sp>
          <p:nvSpPr>
            <p:cNvPr id="8" name="フリーフォーム 7">
              <a:extLst>
                <a:ext uri="{FF2B5EF4-FFF2-40B4-BE49-F238E27FC236}">
                  <a16:creationId xmlns:a16="http://schemas.microsoft.com/office/drawing/2014/main" id="{A5EBFB3D-7A2D-FB4E-0B39-A1EECCD0E59E}"/>
                </a:ext>
              </a:extLst>
            </p:cNvPr>
            <p:cNvSpPr/>
            <p:nvPr/>
          </p:nvSpPr>
          <p:spPr>
            <a:xfrm>
              <a:off x="4142101" y="-4761261"/>
              <a:ext cx="22154" cy="22260"/>
            </a:xfrm>
            <a:custGeom>
              <a:avLst/>
              <a:gdLst>
                <a:gd name="connsiteX0" fmla="*/ 22154 w 22154"/>
                <a:gd name="connsiteY0" fmla="*/ 11181 h 22260"/>
                <a:gd name="connsiteX1" fmla="*/ 11077 w 22154"/>
                <a:gd name="connsiteY1" fmla="*/ 22260 h 22260"/>
                <a:gd name="connsiteX2" fmla="*/ 0 w 22154"/>
                <a:gd name="connsiteY2" fmla="*/ 11181 h 22260"/>
                <a:gd name="connsiteX3" fmla="*/ 11077 w 22154"/>
                <a:gd name="connsiteY3" fmla="*/ 101 h 22260"/>
                <a:gd name="connsiteX4" fmla="*/ 22154 w 22154"/>
                <a:gd name="connsiteY4" fmla="*/ 11181 h 22260"/>
                <a:gd name="connsiteX5" fmla="*/ 3692 w 22154"/>
                <a:gd name="connsiteY5" fmla="*/ 11181 h 22260"/>
                <a:gd name="connsiteX6" fmla="*/ 10154 w 22154"/>
                <a:gd name="connsiteY6" fmla="*/ 17644 h 22260"/>
                <a:gd name="connsiteX7" fmla="*/ 16616 w 22154"/>
                <a:gd name="connsiteY7" fmla="*/ 11181 h 22260"/>
                <a:gd name="connsiteX8" fmla="*/ 10154 w 22154"/>
                <a:gd name="connsiteY8" fmla="*/ 4718 h 22260"/>
                <a:gd name="connsiteX9" fmla="*/ 3692 w 22154"/>
                <a:gd name="connsiteY9" fmla="*/ 11181 h 22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54" h="22260">
                  <a:moveTo>
                    <a:pt x="22154" y="11181"/>
                  </a:moveTo>
                  <a:cubicBezTo>
                    <a:pt x="22154" y="17644"/>
                    <a:pt x="16616" y="22260"/>
                    <a:pt x="11077" y="22260"/>
                  </a:cubicBezTo>
                  <a:cubicBezTo>
                    <a:pt x="4615" y="22260"/>
                    <a:pt x="0" y="17644"/>
                    <a:pt x="0" y="11181"/>
                  </a:cubicBezTo>
                  <a:cubicBezTo>
                    <a:pt x="0" y="4718"/>
                    <a:pt x="4615" y="101"/>
                    <a:pt x="11077" y="101"/>
                  </a:cubicBezTo>
                  <a:cubicBezTo>
                    <a:pt x="16616" y="-822"/>
                    <a:pt x="22154" y="4718"/>
                    <a:pt x="22154" y="11181"/>
                  </a:cubicBezTo>
                  <a:close/>
                  <a:moveTo>
                    <a:pt x="3692" y="11181"/>
                  </a:moveTo>
                  <a:cubicBezTo>
                    <a:pt x="3692" y="14874"/>
                    <a:pt x="6462" y="17644"/>
                    <a:pt x="10154" y="17644"/>
                  </a:cubicBezTo>
                  <a:cubicBezTo>
                    <a:pt x="13846" y="17644"/>
                    <a:pt x="16616" y="14874"/>
                    <a:pt x="16616" y="11181"/>
                  </a:cubicBezTo>
                  <a:cubicBezTo>
                    <a:pt x="16616" y="7487"/>
                    <a:pt x="13846" y="4718"/>
                    <a:pt x="10154" y="4718"/>
                  </a:cubicBezTo>
                  <a:cubicBezTo>
                    <a:pt x="6462" y="3794"/>
                    <a:pt x="3692" y="7487"/>
                    <a:pt x="3692" y="11181"/>
                  </a:cubicBezTo>
                  <a:close/>
                </a:path>
              </a:pathLst>
            </a:custGeom>
            <a:solidFill>
              <a:srgbClr val="3E3A39"/>
            </a:solidFill>
            <a:ln w="9231" cap="flat">
              <a:noFill/>
              <a:prstDash val="solid"/>
              <a:miter/>
            </a:ln>
          </p:spPr>
          <p:txBody>
            <a:bodyPr rtlCol="0" anchor="ctr"/>
            <a:lstStyle/>
            <a:p>
              <a:endParaRPr lang="ja-JP" altLang="en-US" b="0" i="0">
                <a:latin typeface="Arial" panose="020B0604020202020204" pitchFamily="34" charset="0"/>
              </a:endParaRPr>
            </a:p>
          </p:txBody>
        </p:sp>
      </p:grpSp>
      <p:sp>
        <p:nvSpPr>
          <p:cNvPr id="20" name="スライド番号プレースホルダー 5">
            <a:extLst>
              <a:ext uri="{FF2B5EF4-FFF2-40B4-BE49-F238E27FC236}">
                <a16:creationId xmlns:a16="http://schemas.microsoft.com/office/drawing/2014/main" id="{52CA268D-981C-DDF6-8FEC-3C1E1E791571}"/>
              </a:ext>
            </a:extLst>
          </p:cNvPr>
          <p:cNvSpPr>
            <a:spLocks noGrp="1"/>
          </p:cNvSpPr>
          <p:nvPr>
            <p:ph type="sldNum" sz="quarter" idx="4"/>
          </p:nvPr>
        </p:nvSpPr>
        <p:spPr>
          <a:xfrm>
            <a:off x="11063404" y="6494718"/>
            <a:ext cx="793633" cy="365125"/>
          </a:xfrm>
          <a:prstGeom prst="rect">
            <a:avLst/>
          </a:prstGeom>
          <a:noFill/>
          <a:ln w="9525">
            <a:noFill/>
            <a:miter lim="800000"/>
            <a:headEnd/>
            <a:tailEnd/>
          </a:ln>
        </p:spPr>
        <p:txBody>
          <a:bodyPr vert="horz" lIns="0" tIns="45720" rIns="0" bIns="45720" rtlCol="0" anchor="ctr"/>
          <a:lstStyle>
            <a:lvl1pPr algn="r">
              <a:defRPr sz="900" baseline="0">
                <a:solidFill>
                  <a:schemeClr val="tx1">
                    <a:tint val="75000"/>
                  </a:schemeClr>
                </a:solidFill>
                <a:latin typeface="Arial" panose="020B0604020202020204" pitchFamily="34" charset="0"/>
                <a:ea typeface="メイリオ" panose="020B0604030504040204" pitchFamily="34" charset="-128"/>
              </a:defRPr>
            </a:lvl1pPr>
          </a:lstStyle>
          <a:p>
            <a:fld id="{69E131CC-838C-014C-AB0A-02FB7ECFC087}" type="slidenum">
              <a:rPr lang="ja-JP" altLang="en-US" smtClean="0"/>
              <a:pPr/>
              <a:t>‹#›</a:t>
            </a:fld>
            <a:endParaRPr lang="ja-JP" altLang="en-US"/>
          </a:p>
        </p:txBody>
      </p:sp>
      <p:sp>
        <p:nvSpPr>
          <p:cNvPr id="4" name="正方形/長方形 3">
            <a:extLst>
              <a:ext uri="{FF2B5EF4-FFF2-40B4-BE49-F238E27FC236}">
                <a16:creationId xmlns:a16="http://schemas.microsoft.com/office/drawing/2014/main" id="{E4949A1E-B54F-D13E-CCA4-1A6FC19D0650}"/>
              </a:ext>
            </a:extLst>
          </p:cNvPr>
          <p:cNvSpPr/>
          <p:nvPr userDrawn="1"/>
        </p:nvSpPr>
        <p:spPr>
          <a:xfrm>
            <a:off x="0" y="94640"/>
            <a:ext cx="1908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0" i="0">
              <a:latin typeface="Arial" panose="020B0604020202020204" pitchFamily="34" charset="0"/>
              <a:ea typeface="Meiryo UI" panose="020B0604030504040204" pitchFamily="50" charset="-128"/>
            </a:endParaRPr>
          </a:p>
        </p:txBody>
      </p:sp>
      <p:sp>
        <p:nvSpPr>
          <p:cNvPr id="9" name="日付プレースホルダー 3">
            <a:extLst>
              <a:ext uri="{FF2B5EF4-FFF2-40B4-BE49-F238E27FC236}">
                <a16:creationId xmlns:a16="http://schemas.microsoft.com/office/drawing/2014/main" id="{1D4F3009-937A-7325-783D-CF9D79872585}"/>
              </a:ext>
            </a:extLst>
          </p:cNvPr>
          <p:cNvSpPr txBox="1">
            <a:spLocks/>
          </p:cNvSpPr>
          <p:nvPr userDrawn="1"/>
        </p:nvSpPr>
        <p:spPr>
          <a:xfrm>
            <a:off x="466921" y="6469666"/>
            <a:ext cx="1172098" cy="263644"/>
          </a:xfrm>
          <a:prstGeom prst="rect">
            <a:avLst/>
          </a:prstGeom>
          <a:noFill/>
          <a:ln w="19050">
            <a:solidFill>
              <a:schemeClr val="accent1"/>
            </a:solidFill>
            <a:miter lim="800000"/>
            <a:headEnd/>
            <a:tailEnd/>
          </a:ln>
        </p:spPr>
        <p:txBody>
          <a:bodyPr vert="horz" lIns="0" tIns="45720" rIns="0" bIns="45720" rtlCol="0" anchor="ctr"/>
          <a:lstStyle>
            <a:defPPr>
              <a:defRPr lang="ja-JP"/>
            </a:defPPr>
            <a:lvl1pPr marL="0" algn="l" defTabSz="914400" rtl="0" eaLnBrk="1" latinLnBrk="0" hangingPunct="1">
              <a:defRPr kumimoji="1" sz="700" kern="1200" baseline="0">
                <a:solidFill>
                  <a:schemeClr val="tx1">
                    <a:tint val="75000"/>
                  </a:schemeClr>
                </a:solidFill>
                <a:latin typeface="Arial" panose="020B0604020202020204" pitchFamily="34" charset="0"/>
                <a:ea typeface="メイリオ" panose="020B0604030504040204" pitchFamily="34"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 altLang="ja-JP" sz="1100" b="1" i="1">
                <a:solidFill>
                  <a:schemeClr val="accent1"/>
                </a:solidFill>
              </a:rPr>
              <a:t>CONFIDENTIAL</a:t>
            </a:r>
          </a:p>
        </p:txBody>
      </p:sp>
      <p:sp>
        <p:nvSpPr>
          <p:cNvPr id="11" name="日付プレースホルダー 3">
            <a:extLst>
              <a:ext uri="{FF2B5EF4-FFF2-40B4-BE49-F238E27FC236}">
                <a16:creationId xmlns:a16="http://schemas.microsoft.com/office/drawing/2014/main" id="{5E42F32F-3512-DA3D-B318-C252E1C24C28}"/>
              </a:ext>
            </a:extLst>
          </p:cNvPr>
          <p:cNvSpPr txBox="1">
            <a:spLocks/>
          </p:cNvSpPr>
          <p:nvPr userDrawn="1"/>
        </p:nvSpPr>
        <p:spPr>
          <a:xfrm>
            <a:off x="1752817" y="6428399"/>
            <a:ext cx="2013232" cy="365125"/>
          </a:xfrm>
          <a:prstGeom prst="rect">
            <a:avLst/>
          </a:prstGeom>
          <a:noFill/>
          <a:ln w="9525">
            <a:noFill/>
            <a:miter lim="800000"/>
            <a:headEnd/>
            <a:tailEnd/>
          </a:ln>
        </p:spPr>
        <p:txBody>
          <a:bodyPr vert="horz" lIns="0" tIns="45720" rIns="0" bIns="45720" rtlCol="0" anchor="ctr"/>
          <a:lstStyle>
            <a:defPPr>
              <a:defRPr lang="ja-JP"/>
            </a:defPPr>
            <a:lvl1pPr marL="0" algn="l" defTabSz="914400" rtl="0" eaLnBrk="1" latinLnBrk="0" hangingPunct="1">
              <a:defRPr kumimoji="1" sz="700" kern="1200" baseline="0">
                <a:solidFill>
                  <a:schemeClr val="tx1">
                    <a:tint val="75000"/>
                  </a:schemeClr>
                </a:solidFill>
                <a:latin typeface="Arial" panose="020B0604020202020204" pitchFamily="34" charset="0"/>
                <a:ea typeface="メイリオ" panose="020B0604030504040204" pitchFamily="34"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 altLang="ja-JP">
                <a:solidFill>
                  <a:schemeClr val="tx2"/>
                </a:solidFill>
              </a:rPr>
              <a:t>Copyright SHIFT Inc., All Rights Reserved.</a:t>
            </a:r>
          </a:p>
        </p:txBody>
      </p:sp>
      <p:sp>
        <p:nvSpPr>
          <p:cNvPr id="3" name="Title Placeholder 1">
            <a:extLst>
              <a:ext uri="{FF2B5EF4-FFF2-40B4-BE49-F238E27FC236}">
                <a16:creationId xmlns:a16="http://schemas.microsoft.com/office/drawing/2014/main" id="{4C0D5CED-26E8-97B7-6A1A-E65795D3A35A}"/>
              </a:ext>
            </a:extLst>
          </p:cNvPr>
          <p:cNvSpPr>
            <a:spLocks noGrp="1"/>
          </p:cNvSpPr>
          <p:nvPr>
            <p:ph type="title"/>
          </p:nvPr>
        </p:nvSpPr>
        <p:spPr>
          <a:xfrm>
            <a:off x="346168" y="116385"/>
            <a:ext cx="10159850" cy="320024"/>
          </a:xfrm>
          <a:prstGeom prst="rect">
            <a:avLst/>
          </a:prstGeom>
        </p:spPr>
        <p:txBody>
          <a:bodyPr vert="horz" wrap="none" lIns="0" tIns="36000" rIns="0" bIns="0" rtlCol="0" anchor="t">
            <a:noAutofit/>
          </a:bodyPr>
          <a:lstStyle>
            <a:lvl1pPr>
              <a:defRPr lang="en-US" sz="2400" b="1" dirty="0">
                <a:solidFill>
                  <a:srgbClr val="3E3A3B"/>
                </a:solidFill>
                <a:latin typeface="Arial" panose="020B0604020202020204" pitchFamily="34" charset="0"/>
              </a:defRPr>
            </a:lvl1pPr>
          </a:lstStyle>
          <a:p>
            <a:pPr lvl="0"/>
            <a:r>
              <a:rPr lang="ja-JP" altLang="en-US"/>
              <a:t>マスター タイトルの書式設定</a:t>
            </a:r>
            <a:endParaRPr lang="en-US"/>
          </a:p>
        </p:txBody>
      </p:sp>
      <p:sp>
        <p:nvSpPr>
          <p:cNvPr id="13" name="テキスト プレースホルダー 9">
            <a:extLst>
              <a:ext uri="{FF2B5EF4-FFF2-40B4-BE49-F238E27FC236}">
                <a16:creationId xmlns:a16="http://schemas.microsoft.com/office/drawing/2014/main" id="{94C96606-1003-A98D-C274-0897A41FE2CF}"/>
              </a:ext>
            </a:extLst>
          </p:cNvPr>
          <p:cNvSpPr>
            <a:spLocks noGrp="1"/>
          </p:cNvSpPr>
          <p:nvPr>
            <p:ph type="body" sz="quarter" idx="10"/>
          </p:nvPr>
        </p:nvSpPr>
        <p:spPr>
          <a:xfrm>
            <a:off x="334962" y="728978"/>
            <a:ext cx="11522076" cy="543138"/>
          </a:xfrm>
          <a:prstGeom prst="rect">
            <a:avLst/>
          </a:prstGeom>
        </p:spPr>
        <p:txBody>
          <a:bodyPr lIns="0" tIns="72000" rIns="0" bIns="0" anchor="ctr" anchorCtr="0"/>
          <a:lstStyle>
            <a:lvl1pPr marL="0" indent="0" algn="ctr">
              <a:lnSpc>
                <a:spcPct val="100000"/>
              </a:lnSpc>
              <a:buFontTx/>
              <a:buNone/>
              <a:defRPr sz="3200" b="1"/>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ja-JP" altLang="en-US"/>
              <a:t>マスター テキストの書式設定</a:t>
            </a:r>
          </a:p>
        </p:txBody>
      </p:sp>
      <p:sp>
        <p:nvSpPr>
          <p:cNvPr id="14" name="テキスト プレースホルダー 9">
            <a:extLst>
              <a:ext uri="{FF2B5EF4-FFF2-40B4-BE49-F238E27FC236}">
                <a16:creationId xmlns:a16="http://schemas.microsoft.com/office/drawing/2014/main" id="{D2BC66E3-4550-F621-48E4-11A2E2E5DA86}"/>
              </a:ext>
            </a:extLst>
          </p:cNvPr>
          <p:cNvSpPr>
            <a:spLocks noGrp="1"/>
          </p:cNvSpPr>
          <p:nvPr>
            <p:ph type="body" sz="quarter" idx="11" hasCustomPrompt="1"/>
          </p:nvPr>
        </p:nvSpPr>
        <p:spPr>
          <a:xfrm>
            <a:off x="334962" y="1602738"/>
            <a:ext cx="11522076" cy="811367"/>
          </a:xfrm>
          <a:prstGeom prst="rect">
            <a:avLst/>
          </a:prstGeom>
        </p:spPr>
        <p:txBody>
          <a:bodyPr lIns="0" tIns="72000" rIns="0" bIns="0" anchor="t" anchorCtr="0">
            <a:spAutoFit/>
          </a:bodyPr>
          <a:lstStyle>
            <a:lvl1pPr marL="0" marR="0" indent="0" algn="l" defTabSz="914400" rtl="0" eaLnBrk="1" fontAlgn="auto" latinLnBrk="0" hangingPunct="1">
              <a:lnSpc>
                <a:spcPct val="100000"/>
              </a:lnSpc>
              <a:spcBef>
                <a:spcPct val="0"/>
              </a:spcBef>
              <a:spcAft>
                <a:spcPts val="0"/>
              </a:spcAft>
              <a:buClrTx/>
              <a:buSzTx/>
              <a:buFontTx/>
              <a:buNone/>
              <a:tabLst/>
              <a:defRPr sz="2400" b="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l" defTabSz="914400" rtl="0" eaLnBrk="1" fontAlgn="auto" latinLnBrk="0" hangingPunct="1">
              <a:lnSpc>
                <a:spcPct val="100000"/>
              </a:lnSpc>
              <a:spcBef>
                <a:spcPct val="0"/>
              </a:spcBef>
              <a:spcAft>
                <a:spcPts val="0"/>
              </a:spcAft>
              <a:buClrTx/>
              <a:buSzTx/>
              <a:buFontTx/>
              <a:buNone/>
              <a:tabLst/>
              <a:defRPr/>
            </a:pPr>
            <a:r>
              <a:rPr lang="ja-JP" altLang="en-US"/>
              <a:t>本文テキスト本文テキスト本文テキスト本文テキスト本文テキスト本文テキスト本文テキスト本文テキスト本文テキスト本文テキスト本文テキスト本文テキスト</a:t>
            </a:r>
          </a:p>
        </p:txBody>
      </p:sp>
    </p:spTree>
    <p:extLst>
      <p:ext uri="{BB962C8B-B14F-4D97-AF65-F5344CB8AC3E}">
        <p14:creationId xmlns:p14="http://schemas.microsoft.com/office/powerpoint/2010/main" val="23905671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469">
          <p15:clr>
            <a:srgbClr val="FBAE40"/>
          </p15:clr>
        </p15:guide>
        <p15:guide id="4" pos="2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f.有_御礼">
    <p:spTree>
      <p:nvGrpSpPr>
        <p:cNvPr id="1" name=""/>
        <p:cNvGrpSpPr/>
        <p:nvPr/>
      </p:nvGrpSpPr>
      <p:grpSpPr>
        <a:xfrm>
          <a:off x="0" y="0"/>
          <a:ext cx="0" cy="0"/>
          <a:chOff x="0" y="0"/>
          <a:chExt cx="0" cy="0"/>
        </a:xfrm>
      </p:grpSpPr>
      <p:grpSp>
        <p:nvGrpSpPr>
          <p:cNvPr id="5" name="グラフィックス 19">
            <a:extLst>
              <a:ext uri="{FF2B5EF4-FFF2-40B4-BE49-F238E27FC236}">
                <a16:creationId xmlns:a16="http://schemas.microsoft.com/office/drawing/2014/main" id="{376FBB38-2DD0-97EE-A91C-6572A49478D0}"/>
              </a:ext>
            </a:extLst>
          </p:cNvPr>
          <p:cNvGrpSpPr>
            <a:grpSpLocks noChangeAspect="1"/>
          </p:cNvGrpSpPr>
          <p:nvPr userDrawn="1"/>
        </p:nvGrpSpPr>
        <p:grpSpPr>
          <a:xfrm>
            <a:off x="10864089" y="155983"/>
            <a:ext cx="981743" cy="288000"/>
            <a:chOff x="2798085" y="-4814712"/>
            <a:chExt cx="1375400" cy="403482"/>
          </a:xfrm>
        </p:grpSpPr>
        <p:sp>
          <p:nvSpPr>
            <p:cNvPr id="6" name="フリーフォーム 5">
              <a:extLst>
                <a:ext uri="{FF2B5EF4-FFF2-40B4-BE49-F238E27FC236}">
                  <a16:creationId xmlns:a16="http://schemas.microsoft.com/office/drawing/2014/main" id="{6D256ED3-CB2B-E2FE-D7FC-216864678497}"/>
                </a:ext>
              </a:extLst>
            </p:cNvPr>
            <p:cNvSpPr/>
            <p:nvPr/>
          </p:nvSpPr>
          <p:spPr>
            <a:xfrm>
              <a:off x="2798085" y="-4633745"/>
              <a:ext cx="1375400" cy="222515"/>
            </a:xfrm>
            <a:custGeom>
              <a:avLst/>
              <a:gdLst>
                <a:gd name="connsiteX0" fmla="*/ 587084 w 1375400"/>
                <a:gd name="connsiteY0" fmla="*/ 923 h 222515"/>
                <a:gd name="connsiteX1" fmla="*/ 557545 w 1375400"/>
                <a:gd name="connsiteY1" fmla="*/ 93253 h 222515"/>
                <a:gd name="connsiteX2" fmla="*/ 426467 w 1375400"/>
                <a:gd name="connsiteY2" fmla="*/ 93253 h 222515"/>
                <a:gd name="connsiteX3" fmla="*/ 456005 w 1375400"/>
                <a:gd name="connsiteY3" fmla="*/ 923 h 222515"/>
                <a:gd name="connsiteX4" fmla="*/ 174464 w 1375400"/>
                <a:gd name="connsiteY4" fmla="*/ 923 h 222515"/>
                <a:gd name="connsiteX5" fmla="*/ 40616 w 1375400"/>
                <a:gd name="connsiteY5" fmla="*/ 69248 h 222515"/>
                <a:gd name="connsiteX6" fmla="*/ 130155 w 1375400"/>
                <a:gd name="connsiteY6" fmla="*/ 131109 h 222515"/>
                <a:gd name="connsiteX7" fmla="*/ 169848 w 1375400"/>
                <a:gd name="connsiteY7" fmla="*/ 131109 h 222515"/>
                <a:gd name="connsiteX8" fmla="*/ 213233 w 1375400"/>
                <a:gd name="connsiteY8" fmla="*/ 158808 h 222515"/>
                <a:gd name="connsiteX9" fmla="*/ 155079 w 1375400"/>
                <a:gd name="connsiteY9" fmla="*/ 184660 h 222515"/>
                <a:gd name="connsiteX10" fmla="*/ 12000 w 1375400"/>
                <a:gd name="connsiteY10" fmla="*/ 184660 h 222515"/>
                <a:gd name="connsiteX11" fmla="*/ 0 w 1375400"/>
                <a:gd name="connsiteY11" fmla="*/ 222516 h 222515"/>
                <a:gd name="connsiteX12" fmla="*/ 167079 w 1375400"/>
                <a:gd name="connsiteY12" fmla="*/ 222516 h 222515"/>
                <a:gd name="connsiteX13" fmla="*/ 300927 w 1375400"/>
                <a:gd name="connsiteY13" fmla="*/ 155115 h 222515"/>
                <a:gd name="connsiteX14" fmla="*/ 210464 w 1375400"/>
                <a:gd name="connsiteY14" fmla="*/ 92330 h 222515"/>
                <a:gd name="connsiteX15" fmla="*/ 172617 w 1375400"/>
                <a:gd name="connsiteY15" fmla="*/ 92330 h 222515"/>
                <a:gd name="connsiteX16" fmla="*/ 129232 w 1375400"/>
                <a:gd name="connsiteY16" fmla="*/ 64631 h 222515"/>
                <a:gd name="connsiteX17" fmla="*/ 187387 w 1375400"/>
                <a:gd name="connsiteY17" fmla="*/ 39702 h 222515"/>
                <a:gd name="connsiteX18" fmla="*/ 365543 w 1375400"/>
                <a:gd name="connsiteY18" fmla="*/ 39702 h 222515"/>
                <a:gd name="connsiteX19" fmla="*/ 307388 w 1375400"/>
                <a:gd name="connsiteY19" fmla="*/ 222516 h 222515"/>
                <a:gd name="connsiteX20" fmla="*/ 385851 w 1375400"/>
                <a:gd name="connsiteY20" fmla="*/ 222516 h 222515"/>
                <a:gd name="connsiteX21" fmla="*/ 415390 w 1375400"/>
                <a:gd name="connsiteY21" fmla="*/ 131109 h 222515"/>
                <a:gd name="connsiteX22" fmla="*/ 544622 w 1375400"/>
                <a:gd name="connsiteY22" fmla="*/ 131109 h 222515"/>
                <a:gd name="connsiteX23" fmla="*/ 516006 w 1375400"/>
                <a:gd name="connsiteY23" fmla="*/ 221592 h 222515"/>
                <a:gd name="connsiteX24" fmla="*/ 594469 w 1375400"/>
                <a:gd name="connsiteY24" fmla="*/ 221592 h 222515"/>
                <a:gd name="connsiteX25" fmla="*/ 665546 w 1375400"/>
                <a:gd name="connsiteY25" fmla="*/ 0 h 222515"/>
                <a:gd name="connsiteX26" fmla="*/ 587084 w 1375400"/>
                <a:gd name="connsiteY26" fmla="*/ 923 h 222515"/>
                <a:gd name="connsiteX27" fmla="*/ 701547 w 1375400"/>
                <a:gd name="connsiteY27" fmla="*/ 923 h 222515"/>
                <a:gd name="connsiteX28" fmla="*/ 630469 w 1375400"/>
                <a:gd name="connsiteY28" fmla="*/ 222516 h 222515"/>
                <a:gd name="connsiteX29" fmla="*/ 708932 w 1375400"/>
                <a:gd name="connsiteY29" fmla="*/ 222516 h 222515"/>
                <a:gd name="connsiteX30" fmla="*/ 780009 w 1375400"/>
                <a:gd name="connsiteY30" fmla="*/ 923 h 222515"/>
                <a:gd name="connsiteX31" fmla="*/ 701547 w 1375400"/>
                <a:gd name="connsiteY31" fmla="*/ 923 h 222515"/>
                <a:gd name="connsiteX32" fmla="*/ 959088 w 1375400"/>
                <a:gd name="connsiteY32" fmla="*/ 923 h 222515"/>
                <a:gd name="connsiteX33" fmla="*/ 780009 w 1375400"/>
                <a:gd name="connsiteY33" fmla="*/ 114489 h 222515"/>
                <a:gd name="connsiteX34" fmla="*/ 745855 w 1375400"/>
                <a:gd name="connsiteY34" fmla="*/ 222516 h 222515"/>
                <a:gd name="connsiteX35" fmla="*/ 825241 w 1375400"/>
                <a:gd name="connsiteY35" fmla="*/ 222516 h 222515"/>
                <a:gd name="connsiteX36" fmla="*/ 854779 w 1375400"/>
                <a:gd name="connsiteY36" fmla="*/ 131109 h 222515"/>
                <a:gd name="connsiteX37" fmla="*/ 1049551 w 1375400"/>
                <a:gd name="connsiteY37" fmla="*/ 131109 h 222515"/>
                <a:gd name="connsiteX38" fmla="*/ 1061551 w 1375400"/>
                <a:gd name="connsiteY38" fmla="*/ 92330 h 222515"/>
                <a:gd name="connsiteX39" fmla="*/ 869549 w 1375400"/>
                <a:gd name="connsiteY39" fmla="*/ 92330 h 222515"/>
                <a:gd name="connsiteX40" fmla="*/ 952627 w 1375400"/>
                <a:gd name="connsiteY40" fmla="*/ 39702 h 222515"/>
                <a:gd name="connsiteX41" fmla="*/ 1181553 w 1375400"/>
                <a:gd name="connsiteY41" fmla="*/ 39702 h 222515"/>
                <a:gd name="connsiteX42" fmla="*/ 1123398 w 1375400"/>
                <a:gd name="connsiteY42" fmla="*/ 222516 h 222515"/>
                <a:gd name="connsiteX43" fmla="*/ 1201860 w 1375400"/>
                <a:gd name="connsiteY43" fmla="*/ 222516 h 222515"/>
                <a:gd name="connsiteX44" fmla="*/ 1260015 w 1375400"/>
                <a:gd name="connsiteY44" fmla="*/ 39702 h 222515"/>
                <a:gd name="connsiteX45" fmla="*/ 1363401 w 1375400"/>
                <a:gd name="connsiteY45" fmla="*/ 39702 h 222515"/>
                <a:gd name="connsiteX46" fmla="*/ 1375401 w 1375400"/>
                <a:gd name="connsiteY46" fmla="*/ 923 h 222515"/>
                <a:gd name="connsiteX47" fmla="*/ 959088 w 1375400"/>
                <a:gd name="connsiteY47" fmla="*/ 923 h 222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375400" h="222515">
                  <a:moveTo>
                    <a:pt x="587084" y="923"/>
                  </a:moveTo>
                  <a:lnTo>
                    <a:pt x="557545" y="93253"/>
                  </a:lnTo>
                  <a:lnTo>
                    <a:pt x="426467" y="93253"/>
                  </a:lnTo>
                  <a:lnTo>
                    <a:pt x="456005" y="923"/>
                  </a:lnTo>
                  <a:lnTo>
                    <a:pt x="174464" y="923"/>
                  </a:lnTo>
                  <a:cubicBezTo>
                    <a:pt x="173541" y="923"/>
                    <a:pt x="60924" y="5540"/>
                    <a:pt x="40616" y="69248"/>
                  </a:cubicBezTo>
                  <a:cubicBezTo>
                    <a:pt x="24000" y="121876"/>
                    <a:pt x="99694" y="131109"/>
                    <a:pt x="130155" y="131109"/>
                  </a:cubicBezTo>
                  <a:lnTo>
                    <a:pt x="169848" y="131109"/>
                  </a:lnTo>
                  <a:cubicBezTo>
                    <a:pt x="182771" y="131109"/>
                    <a:pt x="221541" y="134802"/>
                    <a:pt x="213233" y="158808"/>
                  </a:cubicBezTo>
                  <a:cubicBezTo>
                    <a:pt x="204926" y="182814"/>
                    <a:pt x="159694" y="184660"/>
                    <a:pt x="155079" y="184660"/>
                  </a:cubicBezTo>
                  <a:lnTo>
                    <a:pt x="12000" y="184660"/>
                  </a:lnTo>
                  <a:lnTo>
                    <a:pt x="0" y="222516"/>
                  </a:lnTo>
                  <a:lnTo>
                    <a:pt x="167079" y="222516"/>
                  </a:lnTo>
                  <a:cubicBezTo>
                    <a:pt x="168002" y="222516"/>
                    <a:pt x="280619" y="217899"/>
                    <a:pt x="300927" y="155115"/>
                  </a:cubicBezTo>
                  <a:cubicBezTo>
                    <a:pt x="317542" y="102486"/>
                    <a:pt x="241849" y="92330"/>
                    <a:pt x="210464" y="92330"/>
                  </a:cubicBezTo>
                  <a:lnTo>
                    <a:pt x="172617" y="92330"/>
                  </a:lnTo>
                  <a:cubicBezTo>
                    <a:pt x="158771" y="92330"/>
                    <a:pt x="120925" y="88637"/>
                    <a:pt x="129232" y="64631"/>
                  </a:cubicBezTo>
                  <a:cubicBezTo>
                    <a:pt x="137540" y="40625"/>
                    <a:pt x="182771" y="39702"/>
                    <a:pt x="187387" y="39702"/>
                  </a:cubicBezTo>
                  <a:lnTo>
                    <a:pt x="365543" y="39702"/>
                  </a:lnTo>
                  <a:lnTo>
                    <a:pt x="307388" y="222516"/>
                  </a:lnTo>
                  <a:lnTo>
                    <a:pt x="385851" y="222516"/>
                  </a:lnTo>
                  <a:lnTo>
                    <a:pt x="415390" y="131109"/>
                  </a:lnTo>
                  <a:lnTo>
                    <a:pt x="544622" y="131109"/>
                  </a:lnTo>
                  <a:lnTo>
                    <a:pt x="516006" y="221592"/>
                  </a:lnTo>
                  <a:lnTo>
                    <a:pt x="594469" y="221592"/>
                  </a:lnTo>
                  <a:lnTo>
                    <a:pt x="665546" y="0"/>
                  </a:lnTo>
                  <a:lnTo>
                    <a:pt x="587084" y="923"/>
                  </a:lnTo>
                  <a:close/>
                  <a:moveTo>
                    <a:pt x="701547" y="923"/>
                  </a:moveTo>
                  <a:lnTo>
                    <a:pt x="630469" y="222516"/>
                  </a:lnTo>
                  <a:lnTo>
                    <a:pt x="708932" y="222516"/>
                  </a:lnTo>
                  <a:lnTo>
                    <a:pt x="780009" y="923"/>
                  </a:lnTo>
                  <a:lnTo>
                    <a:pt x="701547" y="923"/>
                  </a:lnTo>
                  <a:close/>
                  <a:moveTo>
                    <a:pt x="959088" y="923"/>
                  </a:moveTo>
                  <a:cubicBezTo>
                    <a:pt x="958165" y="923"/>
                    <a:pt x="816010" y="2770"/>
                    <a:pt x="780009" y="114489"/>
                  </a:cubicBezTo>
                  <a:cubicBezTo>
                    <a:pt x="780009" y="114489"/>
                    <a:pt x="753240" y="199433"/>
                    <a:pt x="745855" y="222516"/>
                  </a:cubicBezTo>
                  <a:lnTo>
                    <a:pt x="825241" y="222516"/>
                  </a:lnTo>
                  <a:lnTo>
                    <a:pt x="854779" y="131109"/>
                  </a:lnTo>
                  <a:lnTo>
                    <a:pt x="1049551" y="131109"/>
                  </a:lnTo>
                  <a:lnTo>
                    <a:pt x="1061551" y="92330"/>
                  </a:lnTo>
                  <a:lnTo>
                    <a:pt x="869549" y="92330"/>
                  </a:lnTo>
                  <a:cubicBezTo>
                    <a:pt x="888934" y="60938"/>
                    <a:pt x="917549" y="39702"/>
                    <a:pt x="952627" y="39702"/>
                  </a:cubicBezTo>
                  <a:lnTo>
                    <a:pt x="1181553" y="39702"/>
                  </a:lnTo>
                  <a:lnTo>
                    <a:pt x="1123398" y="222516"/>
                  </a:lnTo>
                  <a:lnTo>
                    <a:pt x="1201860" y="222516"/>
                  </a:lnTo>
                  <a:lnTo>
                    <a:pt x="1260015" y="39702"/>
                  </a:lnTo>
                  <a:lnTo>
                    <a:pt x="1363401" y="39702"/>
                  </a:lnTo>
                  <a:lnTo>
                    <a:pt x="1375401" y="923"/>
                  </a:lnTo>
                  <a:lnTo>
                    <a:pt x="959088" y="923"/>
                  </a:lnTo>
                  <a:close/>
                </a:path>
              </a:pathLst>
            </a:custGeom>
            <a:solidFill>
              <a:srgbClr val="D70027"/>
            </a:solidFill>
            <a:ln w="9231" cap="flat">
              <a:noFill/>
              <a:prstDash val="solid"/>
              <a:miter/>
            </a:ln>
          </p:spPr>
          <p:txBody>
            <a:bodyPr rtlCol="0" anchor="ctr"/>
            <a:lstStyle/>
            <a:p>
              <a:endParaRPr lang="ja-JP" altLang="en-US" b="0" i="0">
                <a:latin typeface="Arial" panose="020B0604020202020204" pitchFamily="34" charset="0"/>
              </a:endParaRPr>
            </a:p>
          </p:txBody>
        </p:sp>
        <p:sp>
          <p:nvSpPr>
            <p:cNvPr id="7" name="フリーフォーム 6">
              <a:extLst>
                <a:ext uri="{FF2B5EF4-FFF2-40B4-BE49-F238E27FC236}">
                  <a16:creationId xmlns:a16="http://schemas.microsoft.com/office/drawing/2014/main" id="{AF410820-43D3-5435-1018-3A4A05972891}"/>
                </a:ext>
              </a:extLst>
            </p:cNvPr>
            <p:cNvSpPr/>
            <p:nvPr/>
          </p:nvSpPr>
          <p:spPr>
            <a:xfrm>
              <a:off x="2829470" y="-4814712"/>
              <a:ext cx="1275707" cy="79404"/>
            </a:xfrm>
            <a:custGeom>
              <a:avLst/>
              <a:gdLst>
                <a:gd name="connsiteX0" fmla="*/ 73847 w 1275707"/>
                <a:gd name="connsiteY0" fmla="*/ 33239 h 79404"/>
                <a:gd name="connsiteX1" fmla="*/ 36924 w 1275707"/>
                <a:gd name="connsiteY1" fmla="*/ 57245 h 79404"/>
                <a:gd name="connsiteX2" fmla="*/ 60924 w 1275707"/>
                <a:gd name="connsiteY2" fmla="*/ 67401 h 79404"/>
                <a:gd name="connsiteX3" fmla="*/ 57231 w 1275707"/>
                <a:gd name="connsiteY3" fmla="*/ 77557 h 79404"/>
                <a:gd name="connsiteX4" fmla="*/ 24923 w 1275707"/>
                <a:gd name="connsiteY4" fmla="*/ 58168 h 79404"/>
                <a:gd name="connsiteX5" fmla="*/ 36000 w 1275707"/>
                <a:gd name="connsiteY5" fmla="*/ 38779 h 79404"/>
                <a:gd name="connsiteX6" fmla="*/ 2769 w 1275707"/>
                <a:gd name="connsiteY6" fmla="*/ 46165 h 79404"/>
                <a:gd name="connsiteX7" fmla="*/ 0 w 1275707"/>
                <a:gd name="connsiteY7" fmla="*/ 33239 h 79404"/>
                <a:gd name="connsiteX8" fmla="*/ 20308 w 1275707"/>
                <a:gd name="connsiteY8" fmla="*/ 31392 h 79404"/>
                <a:gd name="connsiteX9" fmla="*/ 35077 w 1275707"/>
                <a:gd name="connsiteY9" fmla="*/ 18466 h 79404"/>
                <a:gd name="connsiteX10" fmla="*/ 38770 w 1275707"/>
                <a:gd name="connsiteY10" fmla="*/ 14773 h 79404"/>
                <a:gd name="connsiteX11" fmla="*/ 15693 w 1275707"/>
                <a:gd name="connsiteY11" fmla="*/ 16619 h 79404"/>
                <a:gd name="connsiteX12" fmla="*/ 14769 w 1275707"/>
                <a:gd name="connsiteY12" fmla="*/ 4617 h 79404"/>
                <a:gd name="connsiteX13" fmla="*/ 24000 w 1275707"/>
                <a:gd name="connsiteY13" fmla="*/ 4617 h 79404"/>
                <a:gd name="connsiteX14" fmla="*/ 50770 w 1275707"/>
                <a:gd name="connsiteY14" fmla="*/ 2770 h 79404"/>
                <a:gd name="connsiteX15" fmla="*/ 58155 w 1275707"/>
                <a:gd name="connsiteY15" fmla="*/ 923 h 79404"/>
                <a:gd name="connsiteX16" fmla="*/ 62770 w 1275707"/>
                <a:gd name="connsiteY16" fmla="*/ 7386 h 79404"/>
                <a:gd name="connsiteX17" fmla="*/ 36924 w 1275707"/>
                <a:gd name="connsiteY17" fmla="*/ 29546 h 79404"/>
                <a:gd name="connsiteX18" fmla="*/ 72924 w 1275707"/>
                <a:gd name="connsiteY18" fmla="*/ 23083 h 79404"/>
                <a:gd name="connsiteX19" fmla="*/ 73847 w 1275707"/>
                <a:gd name="connsiteY19" fmla="*/ 33239 h 79404"/>
                <a:gd name="connsiteX20" fmla="*/ 176310 w 1275707"/>
                <a:gd name="connsiteY20" fmla="*/ 64631 h 79404"/>
                <a:gd name="connsiteX21" fmla="*/ 201233 w 1275707"/>
                <a:gd name="connsiteY21" fmla="*/ 36932 h 79404"/>
                <a:gd name="connsiteX22" fmla="*/ 180002 w 1275707"/>
                <a:gd name="connsiteY22" fmla="*/ 14773 h 79404"/>
                <a:gd name="connsiteX23" fmla="*/ 156002 w 1275707"/>
                <a:gd name="connsiteY23" fmla="*/ 68324 h 79404"/>
                <a:gd name="connsiteX24" fmla="*/ 138463 w 1275707"/>
                <a:gd name="connsiteY24" fmla="*/ 42472 h 79404"/>
                <a:gd name="connsiteX25" fmla="*/ 178156 w 1275707"/>
                <a:gd name="connsiteY25" fmla="*/ 3693 h 79404"/>
                <a:gd name="connsiteX26" fmla="*/ 212310 w 1275707"/>
                <a:gd name="connsiteY26" fmla="*/ 36009 h 79404"/>
                <a:gd name="connsiteX27" fmla="*/ 202156 w 1275707"/>
                <a:gd name="connsiteY27" fmla="*/ 61861 h 79404"/>
                <a:gd name="connsiteX28" fmla="*/ 183695 w 1275707"/>
                <a:gd name="connsiteY28" fmla="*/ 73864 h 79404"/>
                <a:gd name="connsiteX29" fmla="*/ 176310 w 1275707"/>
                <a:gd name="connsiteY29" fmla="*/ 64631 h 79404"/>
                <a:gd name="connsiteX30" fmla="*/ 149540 w 1275707"/>
                <a:gd name="connsiteY30" fmla="*/ 42472 h 79404"/>
                <a:gd name="connsiteX31" fmla="*/ 156002 w 1275707"/>
                <a:gd name="connsiteY31" fmla="*/ 55398 h 79404"/>
                <a:gd name="connsiteX32" fmla="*/ 162463 w 1275707"/>
                <a:gd name="connsiteY32" fmla="*/ 46165 h 79404"/>
                <a:gd name="connsiteX33" fmla="*/ 168925 w 1275707"/>
                <a:gd name="connsiteY33" fmla="*/ 16619 h 79404"/>
                <a:gd name="connsiteX34" fmla="*/ 149540 w 1275707"/>
                <a:gd name="connsiteY34" fmla="*/ 42472 h 79404"/>
                <a:gd name="connsiteX35" fmla="*/ 307388 w 1275707"/>
                <a:gd name="connsiteY35" fmla="*/ 14773 h 79404"/>
                <a:gd name="connsiteX36" fmla="*/ 307388 w 1275707"/>
                <a:gd name="connsiteY36" fmla="*/ 0 h 79404"/>
                <a:gd name="connsiteX37" fmla="*/ 318465 w 1275707"/>
                <a:gd name="connsiteY37" fmla="*/ 0 h 79404"/>
                <a:gd name="connsiteX38" fmla="*/ 320312 w 1275707"/>
                <a:gd name="connsiteY38" fmla="*/ 923 h 79404"/>
                <a:gd name="connsiteX39" fmla="*/ 317542 w 1275707"/>
                <a:gd name="connsiteY39" fmla="*/ 2770 h 79404"/>
                <a:gd name="connsiteX40" fmla="*/ 317542 w 1275707"/>
                <a:gd name="connsiteY40" fmla="*/ 14773 h 79404"/>
                <a:gd name="connsiteX41" fmla="*/ 329542 w 1275707"/>
                <a:gd name="connsiteY41" fmla="*/ 14773 h 79404"/>
                <a:gd name="connsiteX42" fmla="*/ 324004 w 1275707"/>
                <a:gd name="connsiteY42" fmla="*/ 12003 h 79404"/>
                <a:gd name="connsiteX43" fmla="*/ 330466 w 1275707"/>
                <a:gd name="connsiteY43" fmla="*/ 923 h 79404"/>
                <a:gd name="connsiteX44" fmla="*/ 340619 w 1275707"/>
                <a:gd name="connsiteY44" fmla="*/ 4617 h 79404"/>
                <a:gd name="connsiteX45" fmla="*/ 341543 w 1275707"/>
                <a:gd name="connsiteY45" fmla="*/ 5540 h 79404"/>
                <a:gd name="connsiteX46" fmla="*/ 338773 w 1275707"/>
                <a:gd name="connsiteY46" fmla="*/ 6463 h 79404"/>
                <a:gd name="connsiteX47" fmla="*/ 334158 w 1275707"/>
                <a:gd name="connsiteY47" fmla="*/ 14773 h 79404"/>
                <a:gd name="connsiteX48" fmla="*/ 349850 w 1275707"/>
                <a:gd name="connsiteY48" fmla="*/ 14773 h 79404"/>
                <a:gd name="connsiteX49" fmla="*/ 349850 w 1275707"/>
                <a:gd name="connsiteY49" fmla="*/ 33239 h 79404"/>
                <a:gd name="connsiteX50" fmla="*/ 339696 w 1275707"/>
                <a:gd name="connsiteY50" fmla="*/ 33239 h 79404"/>
                <a:gd name="connsiteX51" fmla="*/ 339696 w 1275707"/>
                <a:gd name="connsiteY51" fmla="*/ 22159 h 79404"/>
                <a:gd name="connsiteX52" fmla="*/ 287080 w 1275707"/>
                <a:gd name="connsiteY52" fmla="*/ 22159 h 79404"/>
                <a:gd name="connsiteX53" fmla="*/ 287080 w 1275707"/>
                <a:gd name="connsiteY53" fmla="*/ 33239 h 79404"/>
                <a:gd name="connsiteX54" fmla="*/ 276926 w 1275707"/>
                <a:gd name="connsiteY54" fmla="*/ 33239 h 79404"/>
                <a:gd name="connsiteX55" fmla="*/ 276926 w 1275707"/>
                <a:gd name="connsiteY55" fmla="*/ 14773 h 79404"/>
                <a:gd name="connsiteX56" fmla="*/ 291696 w 1275707"/>
                <a:gd name="connsiteY56" fmla="*/ 14773 h 79404"/>
                <a:gd name="connsiteX57" fmla="*/ 286157 w 1275707"/>
                <a:gd name="connsiteY57" fmla="*/ 5540 h 79404"/>
                <a:gd name="connsiteX58" fmla="*/ 294465 w 1275707"/>
                <a:gd name="connsiteY58" fmla="*/ 923 h 79404"/>
                <a:gd name="connsiteX59" fmla="*/ 301850 w 1275707"/>
                <a:gd name="connsiteY59" fmla="*/ 12003 h 79404"/>
                <a:gd name="connsiteX60" fmla="*/ 297234 w 1275707"/>
                <a:gd name="connsiteY60" fmla="*/ 14773 h 79404"/>
                <a:gd name="connsiteX61" fmla="*/ 307388 w 1275707"/>
                <a:gd name="connsiteY61" fmla="*/ 14773 h 79404"/>
                <a:gd name="connsiteX62" fmla="*/ 318465 w 1275707"/>
                <a:gd name="connsiteY62" fmla="*/ 47088 h 79404"/>
                <a:gd name="connsiteX63" fmla="*/ 342466 w 1275707"/>
                <a:gd name="connsiteY63" fmla="*/ 47088 h 79404"/>
                <a:gd name="connsiteX64" fmla="*/ 342466 w 1275707"/>
                <a:gd name="connsiteY64" fmla="*/ 65554 h 79404"/>
                <a:gd name="connsiteX65" fmla="*/ 337850 w 1275707"/>
                <a:gd name="connsiteY65" fmla="*/ 72941 h 79404"/>
                <a:gd name="connsiteX66" fmla="*/ 325850 w 1275707"/>
                <a:gd name="connsiteY66" fmla="*/ 74787 h 79404"/>
                <a:gd name="connsiteX67" fmla="*/ 322158 w 1275707"/>
                <a:gd name="connsiteY67" fmla="*/ 64631 h 79404"/>
                <a:gd name="connsiteX68" fmla="*/ 327696 w 1275707"/>
                <a:gd name="connsiteY68" fmla="*/ 65554 h 79404"/>
                <a:gd name="connsiteX69" fmla="*/ 331389 w 1275707"/>
                <a:gd name="connsiteY69" fmla="*/ 56321 h 79404"/>
                <a:gd name="connsiteX70" fmla="*/ 318465 w 1275707"/>
                <a:gd name="connsiteY70" fmla="*/ 56321 h 79404"/>
                <a:gd name="connsiteX71" fmla="*/ 318465 w 1275707"/>
                <a:gd name="connsiteY71" fmla="*/ 78481 h 79404"/>
                <a:gd name="connsiteX72" fmla="*/ 308311 w 1275707"/>
                <a:gd name="connsiteY72" fmla="*/ 78481 h 79404"/>
                <a:gd name="connsiteX73" fmla="*/ 308311 w 1275707"/>
                <a:gd name="connsiteY73" fmla="*/ 55398 h 79404"/>
                <a:gd name="connsiteX74" fmla="*/ 295388 w 1275707"/>
                <a:gd name="connsiteY74" fmla="*/ 55398 h 79404"/>
                <a:gd name="connsiteX75" fmla="*/ 295388 w 1275707"/>
                <a:gd name="connsiteY75" fmla="*/ 72941 h 79404"/>
                <a:gd name="connsiteX76" fmla="*/ 285234 w 1275707"/>
                <a:gd name="connsiteY76" fmla="*/ 72941 h 79404"/>
                <a:gd name="connsiteX77" fmla="*/ 285234 w 1275707"/>
                <a:gd name="connsiteY77" fmla="*/ 47088 h 79404"/>
                <a:gd name="connsiteX78" fmla="*/ 308311 w 1275707"/>
                <a:gd name="connsiteY78" fmla="*/ 47088 h 79404"/>
                <a:gd name="connsiteX79" fmla="*/ 308311 w 1275707"/>
                <a:gd name="connsiteY79" fmla="*/ 43395 h 79404"/>
                <a:gd name="connsiteX80" fmla="*/ 291696 w 1275707"/>
                <a:gd name="connsiteY80" fmla="*/ 43395 h 79404"/>
                <a:gd name="connsiteX81" fmla="*/ 291696 w 1275707"/>
                <a:gd name="connsiteY81" fmla="*/ 24929 h 79404"/>
                <a:gd name="connsiteX82" fmla="*/ 335081 w 1275707"/>
                <a:gd name="connsiteY82" fmla="*/ 24929 h 79404"/>
                <a:gd name="connsiteX83" fmla="*/ 335081 w 1275707"/>
                <a:gd name="connsiteY83" fmla="*/ 43395 h 79404"/>
                <a:gd name="connsiteX84" fmla="*/ 318465 w 1275707"/>
                <a:gd name="connsiteY84" fmla="*/ 43395 h 79404"/>
                <a:gd name="connsiteX85" fmla="*/ 318465 w 1275707"/>
                <a:gd name="connsiteY85" fmla="*/ 47088 h 79404"/>
                <a:gd name="connsiteX86" fmla="*/ 300927 w 1275707"/>
                <a:gd name="connsiteY86" fmla="*/ 32316 h 79404"/>
                <a:gd name="connsiteX87" fmla="*/ 300927 w 1275707"/>
                <a:gd name="connsiteY87" fmla="*/ 37855 h 79404"/>
                <a:gd name="connsiteX88" fmla="*/ 324927 w 1275707"/>
                <a:gd name="connsiteY88" fmla="*/ 37855 h 79404"/>
                <a:gd name="connsiteX89" fmla="*/ 324927 w 1275707"/>
                <a:gd name="connsiteY89" fmla="*/ 32316 h 79404"/>
                <a:gd name="connsiteX90" fmla="*/ 300927 w 1275707"/>
                <a:gd name="connsiteY90" fmla="*/ 32316 h 79404"/>
                <a:gd name="connsiteX91" fmla="*/ 444005 w 1275707"/>
                <a:gd name="connsiteY91" fmla="*/ 14773 h 79404"/>
                <a:gd name="connsiteX92" fmla="*/ 444005 w 1275707"/>
                <a:gd name="connsiteY92" fmla="*/ 22159 h 79404"/>
                <a:gd name="connsiteX93" fmla="*/ 417236 w 1275707"/>
                <a:gd name="connsiteY93" fmla="*/ 22159 h 79404"/>
                <a:gd name="connsiteX94" fmla="*/ 417236 w 1275707"/>
                <a:gd name="connsiteY94" fmla="*/ 14773 h 79404"/>
                <a:gd name="connsiteX95" fmla="*/ 444005 w 1275707"/>
                <a:gd name="connsiteY95" fmla="*/ 14773 h 79404"/>
                <a:gd name="connsiteX96" fmla="*/ 428313 w 1275707"/>
                <a:gd name="connsiteY96" fmla="*/ 73864 h 79404"/>
                <a:gd name="connsiteX97" fmla="*/ 428313 w 1275707"/>
                <a:gd name="connsiteY97" fmla="*/ 77557 h 79404"/>
                <a:gd name="connsiteX98" fmla="*/ 419082 w 1275707"/>
                <a:gd name="connsiteY98" fmla="*/ 77557 h 79404"/>
                <a:gd name="connsiteX99" fmla="*/ 419082 w 1275707"/>
                <a:gd name="connsiteY99" fmla="*/ 47088 h 79404"/>
                <a:gd name="connsiteX100" fmla="*/ 443082 w 1275707"/>
                <a:gd name="connsiteY100" fmla="*/ 47088 h 79404"/>
                <a:gd name="connsiteX101" fmla="*/ 443082 w 1275707"/>
                <a:gd name="connsiteY101" fmla="*/ 76634 h 79404"/>
                <a:gd name="connsiteX102" fmla="*/ 434774 w 1275707"/>
                <a:gd name="connsiteY102" fmla="*/ 76634 h 79404"/>
                <a:gd name="connsiteX103" fmla="*/ 434774 w 1275707"/>
                <a:gd name="connsiteY103" fmla="*/ 73864 h 79404"/>
                <a:gd name="connsiteX104" fmla="*/ 428313 w 1275707"/>
                <a:gd name="connsiteY104" fmla="*/ 73864 h 79404"/>
                <a:gd name="connsiteX105" fmla="*/ 441236 w 1275707"/>
                <a:gd name="connsiteY105" fmla="*/ 3693 h 79404"/>
                <a:gd name="connsiteX106" fmla="*/ 441236 w 1275707"/>
                <a:gd name="connsiteY106" fmla="*/ 11080 h 79404"/>
                <a:gd name="connsiteX107" fmla="*/ 420928 w 1275707"/>
                <a:gd name="connsiteY107" fmla="*/ 11080 h 79404"/>
                <a:gd name="connsiteX108" fmla="*/ 420928 w 1275707"/>
                <a:gd name="connsiteY108" fmla="*/ 3693 h 79404"/>
                <a:gd name="connsiteX109" fmla="*/ 441236 w 1275707"/>
                <a:gd name="connsiteY109" fmla="*/ 3693 h 79404"/>
                <a:gd name="connsiteX110" fmla="*/ 441236 w 1275707"/>
                <a:gd name="connsiteY110" fmla="*/ 25852 h 79404"/>
                <a:gd name="connsiteX111" fmla="*/ 441236 w 1275707"/>
                <a:gd name="connsiteY111" fmla="*/ 33239 h 79404"/>
                <a:gd name="connsiteX112" fmla="*/ 420928 w 1275707"/>
                <a:gd name="connsiteY112" fmla="*/ 33239 h 79404"/>
                <a:gd name="connsiteX113" fmla="*/ 420928 w 1275707"/>
                <a:gd name="connsiteY113" fmla="*/ 25852 h 79404"/>
                <a:gd name="connsiteX114" fmla="*/ 441236 w 1275707"/>
                <a:gd name="connsiteY114" fmla="*/ 25852 h 79404"/>
                <a:gd name="connsiteX115" fmla="*/ 441236 w 1275707"/>
                <a:gd name="connsiteY115" fmla="*/ 36932 h 79404"/>
                <a:gd name="connsiteX116" fmla="*/ 441236 w 1275707"/>
                <a:gd name="connsiteY116" fmla="*/ 44319 h 79404"/>
                <a:gd name="connsiteX117" fmla="*/ 420928 w 1275707"/>
                <a:gd name="connsiteY117" fmla="*/ 44319 h 79404"/>
                <a:gd name="connsiteX118" fmla="*/ 420928 w 1275707"/>
                <a:gd name="connsiteY118" fmla="*/ 36932 h 79404"/>
                <a:gd name="connsiteX119" fmla="*/ 441236 w 1275707"/>
                <a:gd name="connsiteY119" fmla="*/ 36932 h 79404"/>
                <a:gd name="connsiteX120" fmla="*/ 435698 w 1275707"/>
                <a:gd name="connsiteY120" fmla="*/ 65554 h 79404"/>
                <a:gd name="connsiteX121" fmla="*/ 435698 w 1275707"/>
                <a:gd name="connsiteY121" fmla="*/ 56321 h 79404"/>
                <a:gd name="connsiteX122" fmla="*/ 428313 w 1275707"/>
                <a:gd name="connsiteY122" fmla="*/ 56321 h 79404"/>
                <a:gd name="connsiteX123" fmla="*/ 428313 w 1275707"/>
                <a:gd name="connsiteY123" fmla="*/ 65554 h 79404"/>
                <a:gd name="connsiteX124" fmla="*/ 435698 w 1275707"/>
                <a:gd name="connsiteY124" fmla="*/ 65554 h 79404"/>
                <a:gd name="connsiteX125" fmla="*/ 493852 w 1275707"/>
                <a:gd name="connsiteY125" fmla="*/ 43395 h 79404"/>
                <a:gd name="connsiteX126" fmla="*/ 493852 w 1275707"/>
                <a:gd name="connsiteY126" fmla="*/ 43395 h 79404"/>
                <a:gd name="connsiteX127" fmla="*/ 492006 w 1275707"/>
                <a:gd name="connsiteY127" fmla="*/ 45242 h 79404"/>
                <a:gd name="connsiteX128" fmla="*/ 485544 w 1275707"/>
                <a:gd name="connsiteY128" fmla="*/ 57245 h 79404"/>
                <a:gd name="connsiteX129" fmla="*/ 488314 w 1275707"/>
                <a:gd name="connsiteY129" fmla="*/ 62785 h 79404"/>
                <a:gd name="connsiteX130" fmla="*/ 490160 w 1275707"/>
                <a:gd name="connsiteY130" fmla="*/ 55398 h 79404"/>
                <a:gd name="connsiteX131" fmla="*/ 496621 w 1275707"/>
                <a:gd name="connsiteY131" fmla="*/ 61861 h 79404"/>
                <a:gd name="connsiteX132" fmla="*/ 488314 w 1275707"/>
                <a:gd name="connsiteY132" fmla="*/ 77557 h 79404"/>
                <a:gd name="connsiteX133" fmla="*/ 479083 w 1275707"/>
                <a:gd name="connsiteY133" fmla="*/ 66478 h 79404"/>
                <a:gd name="connsiteX134" fmla="*/ 466159 w 1275707"/>
                <a:gd name="connsiteY134" fmla="*/ 79404 h 79404"/>
                <a:gd name="connsiteX135" fmla="*/ 459698 w 1275707"/>
                <a:gd name="connsiteY135" fmla="*/ 72941 h 79404"/>
                <a:gd name="connsiteX136" fmla="*/ 465236 w 1275707"/>
                <a:gd name="connsiteY136" fmla="*/ 68324 h 79404"/>
                <a:gd name="connsiteX137" fmla="*/ 453236 w 1275707"/>
                <a:gd name="connsiteY137" fmla="*/ 68324 h 79404"/>
                <a:gd name="connsiteX138" fmla="*/ 453236 w 1275707"/>
                <a:gd name="connsiteY138" fmla="*/ 74787 h 79404"/>
                <a:gd name="connsiteX139" fmla="*/ 444928 w 1275707"/>
                <a:gd name="connsiteY139" fmla="*/ 74787 h 79404"/>
                <a:gd name="connsiteX140" fmla="*/ 444928 w 1275707"/>
                <a:gd name="connsiteY140" fmla="*/ 39702 h 79404"/>
                <a:gd name="connsiteX141" fmla="*/ 468929 w 1275707"/>
                <a:gd name="connsiteY141" fmla="*/ 39702 h 79404"/>
                <a:gd name="connsiteX142" fmla="*/ 468929 w 1275707"/>
                <a:gd name="connsiteY142" fmla="*/ 63708 h 79404"/>
                <a:gd name="connsiteX143" fmla="*/ 475390 w 1275707"/>
                <a:gd name="connsiteY143" fmla="*/ 56321 h 79404"/>
                <a:gd name="connsiteX144" fmla="*/ 472621 w 1275707"/>
                <a:gd name="connsiteY144" fmla="*/ 36932 h 79404"/>
                <a:gd name="connsiteX145" fmla="*/ 443082 w 1275707"/>
                <a:gd name="connsiteY145" fmla="*/ 36932 h 79404"/>
                <a:gd name="connsiteX146" fmla="*/ 443082 w 1275707"/>
                <a:gd name="connsiteY146" fmla="*/ 28622 h 79404"/>
                <a:gd name="connsiteX147" fmla="*/ 448621 w 1275707"/>
                <a:gd name="connsiteY147" fmla="*/ 28622 h 79404"/>
                <a:gd name="connsiteX148" fmla="*/ 445851 w 1275707"/>
                <a:gd name="connsiteY148" fmla="*/ 19389 h 79404"/>
                <a:gd name="connsiteX149" fmla="*/ 451390 w 1275707"/>
                <a:gd name="connsiteY149" fmla="*/ 16619 h 79404"/>
                <a:gd name="connsiteX150" fmla="*/ 444005 w 1275707"/>
                <a:gd name="connsiteY150" fmla="*/ 16619 h 79404"/>
                <a:gd name="connsiteX151" fmla="*/ 444005 w 1275707"/>
                <a:gd name="connsiteY151" fmla="*/ 9233 h 79404"/>
                <a:gd name="connsiteX152" fmla="*/ 452313 w 1275707"/>
                <a:gd name="connsiteY152" fmla="*/ 9233 h 79404"/>
                <a:gd name="connsiteX153" fmla="*/ 452313 w 1275707"/>
                <a:gd name="connsiteY153" fmla="*/ 923 h 79404"/>
                <a:gd name="connsiteX154" fmla="*/ 462467 w 1275707"/>
                <a:gd name="connsiteY154" fmla="*/ 923 h 79404"/>
                <a:gd name="connsiteX155" fmla="*/ 464313 w 1275707"/>
                <a:gd name="connsiteY155" fmla="*/ 1847 h 79404"/>
                <a:gd name="connsiteX156" fmla="*/ 462467 w 1275707"/>
                <a:gd name="connsiteY156" fmla="*/ 3693 h 79404"/>
                <a:gd name="connsiteX157" fmla="*/ 462467 w 1275707"/>
                <a:gd name="connsiteY157" fmla="*/ 9233 h 79404"/>
                <a:gd name="connsiteX158" fmla="*/ 470775 w 1275707"/>
                <a:gd name="connsiteY158" fmla="*/ 9233 h 79404"/>
                <a:gd name="connsiteX159" fmla="*/ 470775 w 1275707"/>
                <a:gd name="connsiteY159" fmla="*/ 17543 h 79404"/>
                <a:gd name="connsiteX160" fmla="*/ 463390 w 1275707"/>
                <a:gd name="connsiteY160" fmla="*/ 17543 h 79404"/>
                <a:gd name="connsiteX161" fmla="*/ 468929 w 1275707"/>
                <a:gd name="connsiteY161" fmla="*/ 19389 h 79404"/>
                <a:gd name="connsiteX162" fmla="*/ 469852 w 1275707"/>
                <a:gd name="connsiteY162" fmla="*/ 20313 h 79404"/>
                <a:gd name="connsiteX163" fmla="*/ 468006 w 1275707"/>
                <a:gd name="connsiteY163" fmla="*/ 21236 h 79404"/>
                <a:gd name="connsiteX164" fmla="*/ 465236 w 1275707"/>
                <a:gd name="connsiteY164" fmla="*/ 28622 h 79404"/>
                <a:gd name="connsiteX165" fmla="*/ 471698 w 1275707"/>
                <a:gd name="connsiteY165" fmla="*/ 28622 h 79404"/>
                <a:gd name="connsiteX166" fmla="*/ 471698 w 1275707"/>
                <a:gd name="connsiteY166" fmla="*/ 0 h 79404"/>
                <a:gd name="connsiteX167" fmla="*/ 480929 w 1275707"/>
                <a:gd name="connsiteY167" fmla="*/ 0 h 79404"/>
                <a:gd name="connsiteX168" fmla="*/ 482775 w 1275707"/>
                <a:gd name="connsiteY168" fmla="*/ 923 h 79404"/>
                <a:gd name="connsiteX169" fmla="*/ 480929 w 1275707"/>
                <a:gd name="connsiteY169" fmla="*/ 2770 h 79404"/>
                <a:gd name="connsiteX170" fmla="*/ 480929 w 1275707"/>
                <a:gd name="connsiteY170" fmla="*/ 28622 h 79404"/>
                <a:gd name="connsiteX171" fmla="*/ 494775 w 1275707"/>
                <a:gd name="connsiteY171" fmla="*/ 28622 h 79404"/>
                <a:gd name="connsiteX172" fmla="*/ 494775 w 1275707"/>
                <a:gd name="connsiteY172" fmla="*/ 36932 h 79404"/>
                <a:gd name="connsiteX173" fmla="*/ 481852 w 1275707"/>
                <a:gd name="connsiteY173" fmla="*/ 36932 h 79404"/>
                <a:gd name="connsiteX174" fmla="*/ 482775 w 1275707"/>
                <a:gd name="connsiteY174" fmla="*/ 45242 h 79404"/>
                <a:gd name="connsiteX175" fmla="*/ 485544 w 1275707"/>
                <a:gd name="connsiteY175" fmla="*/ 37855 h 79404"/>
                <a:gd name="connsiteX176" fmla="*/ 493852 w 1275707"/>
                <a:gd name="connsiteY176" fmla="*/ 43395 h 79404"/>
                <a:gd name="connsiteX177" fmla="*/ 452313 w 1275707"/>
                <a:gd name="connsiteY177" fmla="*/ 17543 h 79404"/>
                <a:gd name="connsiteX178" fmla="*/ 456005 w 1275707"/>
                <a:gd name="connsiteY178" fmla="*/ 27699 h 79404"/>
                <a:gd name="connsiteX179" fmla="*/ 451390 w 1275707"/>
                <a:gd name="connsiteY179" fmla="*/ 28622 h 79404"/>
                <a:gd name="connsiteX180" fmla="*/ 458775 w 1275707"/>
                <a:gd name="connsiteY180" fmla="*/ 28622 h 79404"/>
                <a:gd name="connsiteX181" fmla="*/ 462467 w 1275707"/>
                <a:gd name="connsiteY181" fmla="*/ 16619 h 79404"/>
                <a:gd name="connsiteX182" fmla="*/ 452313 w 1275707"/>
                <a:gd name="connsiteY182" fmla="*/ 17543 h 79404"/>
                <a:gd name="connsiteX183" fmla="*/ 452313 w 1275707"/>
                <a:gd name="connsiteY183" fmla="*/ 17543 h 79404"/>
                <a:gd name="connsiteX184" fmla="*/ 461544 w 1275707"/>
                <a:gd name="connsiteY184" fmla="*/ 50782 h 79404"/>
                <a:gd name="connsiteX185" fmla="*/ 461544 w 1275707"/>
                <a:gd name="connsiteY185" fmla="*/ 46165 h 79404"/>
                <a:gd name="connsiteX186" fmla="*/ 454159 w 1275707"/>
                <a:gd name="connsiteY186" fmla="*/ 46165 h 79404"/>
                <a:gd name="connsiteX187" fmla="*/ 454159 w 1275707"/>
                <a:gd name="connsiteY187" fmla="*/ 50782 h 79404"/>
                <a:gd name="connsiteX188" fmla="*/ 461544 w 1275707"/>
                <a:gd name="connsiteY188" fmla="*/ 50782 h 79404"/>
                <a:gd name="connsiteX189" fmla="*/ 454159 w 1275707"/>
                <a:gd name="connsiteY189" fmla="*/ 56321 h 79404"/>
                <a:gd name="connsiteX190" fmla="*/ 454159 w 1275707"/>
                <a:gd name="connsiteY190" fmla="*/ 60938 h 79404"/>
                <a:gd name="connsiteX191" fmla="*/ 461544 w 1275707"/>
                <a:gd name="connsiteY191" fmla="*/ 60938 h 79404"/>
                <a:gd name="connsiteX192" fmla="*/ 461544 w 1275707"/>
                <a:gd name="connsiteY192" fmla="*/ 56321 h 79404"/>
                <a:gd name="connsiteX193" fmla="*/ 454159 w 1275707"/>
                <a:gd name="connsiteY193" fmla="*/ 56321 h 79404"/>
                <a:gd name="connsiteX194" fmla="*/ 489237 w 1275707"/>
                <a:gd name="connsiteY194" fmla="*/ 6463 h 79404"/>
                <a:gd name="connsiteX195" fmla="*/ 494775 w 1275707"/>
                <a:gd name="connsiteY195" fmla="*/ 21236 h 79404"/>
                <a:gd name="connsiteX196" fmla="*/ 486467 w 1275707"/>
                <a:gd name="connsiteY196" fmla="*/ 24006 h 79404"/>
                <a:gd name="connsiteX197" fmla="*/ 481852 w 1275707"/>
                <a:gd name="connsiteY197" fmla="*/ 10156 h 79404"/>
                <a:gd name="connsiteX198" fmla="*/ 489237 w 1275707"/>
                <a:gd name="connsiteY198" fmla="*/ 6463 h 79404"/>
                <a:gd name="connsiteX199" fmla="*/ 534468 w 1275707"/>
                <a:gd name="connsiteY199" fmla="*/ 53552 h 79404"/>
                <a:gd name="connsiteX200" fmla="*/ 552930 w 1275707"/>
                <a:gd name="connsiteY200" fmla="*/ 68324 h 79404"/>
                <a:gd name="connsiteX201" fmla="*/ 544622 w 1275707"/>
                <a:gd name="connsiteY201" fmla="*/ 76634 h 79404"/>
                <a:gd name="connsiteX202" fmla="*/ 528006 w 1275707"/>
                <a:gd name="connsiteY202" fmla="*/ 61861 h 79404"/>
                <a:gd name="connsiteX203" fmla="*/ 534468 w 1275707"/>
                <a:gd name="connsiteY203" fmla="*/ 53552 h 79404"/>
                <a:gd name="connsiteX204" fmla="*/ 633238 w 1275707"/>
                <a:gd name="connsiteY204" fmla="*/ 36932 h 79404"/>
                <a:gd name="connsiteX205" fmla="*/ 633238 w 1275707"/>
                <a:gd name="connsiteY205" fmla="*/ 36932 h 79404"/>
                <a:gd name="connsiteX206" fmla="*/ 631392 w 1275707"/>
                <a:gd name="connsiteY206" fmla="*/ 38779 h 79404"/>
                <a:gd name="connsiteX207" fmla="*/ 630469 w 1275707"/>
                <a:gd name="connsiteY207" fmla="*/ 39702 h 79404"/>
                <a:gd name="connsiteX208" fmla="*/ 655393 w 1275707"/>
                <a:gd name="connsiteY208" fmla="*/ 39702 h 79404"/>
                <a:gd name="connsiteX209" fmla="*/ 659085 w 1275707"/>
                <a:gd name="connsiteY209" fmla="*/ 44319 h 79404"/>
                <a:gd name="connsiteX210" fmla="*/ 644315 w 1275707"/>
                <a:gd name="connsiteY210" fmla="*/ 60938 h 79404"/>
                <a:gd name="connsiteX211" fmla="*/ 674777 w 1275707"/>
                <a:gd name="connsiteY211" fmla="*/ 67401 h 79404"/>
                <a:gd name="connsiteX212" fmla="*/ 668316 w 1275707"/>
                <a:gd name="connsiteY212" fmla="*/ 77557 h 79404"/>
                <a:gd name="connsiteX213" fmla="*/ 636008 w 1275707"/>
                <a:gd name="connsiteY213" fmla="*/ 66478 h 79404"/>
                <a:gd name="connsiteX214" fmla="*/ 604623 w 1275707"/>
                <a:gd name="connsiteY214" fmla="*/ 77557 h 79404"/>
                <a:gd name="connsiteX215" fmla="*/ 598161 w 1275707"/>
                <a:gd name="connsiteY215" fmla="*/ 68324 h 79404"/>
                <a:gd name="connsiteX216" fmla="*/ 627700 w 1275707"/>
                <a:gd name="connsiteY216" fmla="*/ 60015 h 79404"/>
                <a:gd name="connsiteX217" fmla="*/ 620315 w 1275707"/>
                <a:gd name="connsiteY217" fmla="*/ 50782 h 79404"/>
                <a:gd name="connsiteX218" fmla="*/ 605546 w 1275707"/>
                <a:gd name="connsiteY218" fmla="*/ 60938 h 79404"/>
                <a:gd name="connsiteX219" fmla="*/ 598161 w 1275707"/>
                <a:gd name="connsiteY219" fmla="*/ 53552 h 79404"/>
                <a:gd name="connsiteX220" fmla="*/ 624007 w 1275707"/>
                <a:gd name="connsiteY220" fmla="*/ 33239 h 79404"/>
                <a:gd name="connsiteX221" fmla="*/ 612930 w 1275707"/>
                <a:gd name="connsiteY221" fmla="*/ 38779 h 79404"/>
                <a:gd name="connsiteX222" fmla="*/ 605546 w 1275707"/>
                <a:gd name="connsiteY222" fmla="*/ 33239 h 79404"/>
                <a:gd name="connsiteX223" fmla="*/ 622161 w 1275707"/>
                <a:gd name="connsiteY223" fmla="*/ 15696 h 79404"/>
                <a:gd name="connsiteX224" fmla="*/ 609238 w 1275707"/>
                <a:gd name="connsiteY224" fmla="*/ 15696 h 79404"/>
                <a:gd name="connsiteX225" fmla="*/ 615700 w 1275707"/>
                <a:gd name="connsiteY225" fmla="*/ 20313 h 79404"/>
                <a:gd name="connsiteX226" fmla="*/ 616623 w 1275707"/>
                <a:gd name="connsiteY226" fmla="*/ 21236 h 79404"/>
                <a:gd name="connsiteX227" fmla="*/ 615700 w 1275707"/>
                <a:gd name="connsiteY227" fmla="*/ 22159 h 79404"/>
                <a:gd name="connsiteX228" fmla="*/ 613854 w 1275707"/>
                <a:gd name="connsiteY228" fmla="*/ 22159 h 79404"/>
                <a:gd name="connsiteX229" fmla="*/ 600930 w 1275707"/>
                <a:gd name="connsiteY229" fmla="*/ 34162 h 79404"/>
                <a:gd name="connsiteX230" fmla="*/ 593545 w 1275707"/>
                <a:gd name="connsiteY230" fmla="*/ 27699 h 79404"/>
                <a:gd name="connsiteX231" fmla="*/ 607392 w 1275707"/>
                <a:gd name="connsiteY231" fmla="*/ 15696 h 79404"/>
                <a:gd name="connsiteX232" fmla="*/ 595392 w 1275707"/>
                <a:gd name="connsiteY232" fmla="*/ 15696 h 79404"/>
                <a:gd name="connsiteX233" fmla="*/ 595392 w 1275707"/>
                <a:gd name="connsiteY233" fmla="*/ 7386 h 79404"/>
                <a:gd name="connsiteX234" fmla="*/ 628623 w 1275707"/>
                <a:gd name="connsiteY234" fmla="*/ 7386 h 79404"/>
                <a:gd name="connsiteX235" fmla="*/ 628623 w 1275707"/>
                <a:gd name="connsiteY235" fmla="*/ 0 h 79404"/>
                <a:gd name="connsiteX236" fmla="*/ 639700 w 1275707"/>
                <a:gd name="connsiteY236" fmla="*/ 0 h 79404"/>
                <a:gd name="connsiteX237" fmla="*/ 641546 w 1275707"/>
                <a:gd name="connsiteY237" fmla="*/ 923 h 79404"/>
                <a:gd name="connsiteX238" fmla="*/ 639700 w 1275707"/>
                <a:gd name="connsiteY238" fmla="*/ 2770 h 79404"/>
                <a:gd name="connsiteX239" fmla="*/ 639700 w 1275707"/>
                <a:gd name="connsiteY239" fmla="*/ 7386 h 79404"/>
                <a:gd name="connsiteX240" fmla="*/ 672931 w 1275707"/>
                <a:gd name="connsiteY240" fmla="*/ 7386 h 79404"/>
                <a:gd name="connsiteX241" fmla="*/ 672931 w 1275707"/>
                <a:gd name="connsiteY241" fmla="*/ 15696 h 79404"/>
                <a:gd name="connsiteX242" fmla="*/ 648931 w 1275707"/>
                <a:gd name="connsiteY242" fmla="*/ 15696 h 79404"/>
                <a:gd name="connsiteX243" fmla="*/ 648931 w 1275707"/>
                <a:gd name="connsiteY243" fmla="*/ 32316 h 79404"/>
                <a:gd name="connsiteX244" fmla="*/ 636008 w 1275707"/>
                <a:gd name="connsiteY244" fmla="*/ 39702 h 79404"/>
                <a:gd name="connsiteX245" fmla="*/ 631392 w 1275707"/>
                <a:gd name="connsiteY245" fmla="*/ 30469 h 79404"/>
                <a:gd name="connsiteX246" fmla="*/ 636931 w 1275707"/>
                <a:gd name="connsiteY246" fmla="*/ 31392 h 79404"/>
                <a:gd name="connsiteX247" fmla="*/ 639700 w 1275707"/>
                <a:gd name="connsiteY247" fmla="*/ 29546 h 79404"/>
                <a:gd name="connsiteX248" fmla="*/ 639700 w 1275707"/>
                <a:gd name="connsiteY248" fmla="*/ 15696 h 79404"/>
                <a:gd name="connsiteX249" fmla="*/ 632315 w 1275707"/>
                <a:gd name="connsiteY249" fmla="*/ 15696 h 79404"/>
                <a:gd name="connsiteX250" fmla="*/ 624931 w 1275707"/>
                <a:gd name="connsiteY250" fmla="*/ 34162 h 79404"/>
                <a:gd name="connsiteX251" fmla="*/ 633238 w 1275707"/>
                <a:gd name="connsiteY251" fmla="*/ 36932 h 79404"/>
                <a:gd name="connsiteX252" fmla="*/ 633238 w 1275707"/>
                <a:gd name="connsiteY252" fmla="*/ 36932 h 79404"/>
                <a:gd name="connsiteX253" fmla="*/ 627700 w 1275707"/>
                <a:gd name="connsiteY253" fmla="*/ 48935 h 79404"/>
                <a:gd name="connsiteX254" fmla="*/ 635084 w 1275707"/>
                <a:gd name="connsiteY254" fmla="*/ 56321 h 79404"/>
                <a:gd name="connsiteX255" fmla="*/ 642469 w 1275707"/>
                <a:gd name="connsiteY255" fmla="*/ 48935 h 79404"/>
                <a:gd name="connsiteX256" fmla="*/ 627700 w 1275707"/>
                <a:gd name="connsiteY256" fmla="*/ 48935 h 79404"/>
                <a:gd name="connsiteX257" fmla="*/ 658162 w 1275707"/>
                <a:gd name="connsiteY257" fmla="*/ 15696 h 79404"/>
                <a:gd name="connsiteX258" fmla="*/ 671085 w 1275707"/>
                <a:gd name="connsiteY258" fmla="*/ 29546 h 79404"/>
                <a:gd name="connsiteX259" fmla="*/ 662777 w 1275707"/>
                <a:gd name="connsiteY259" fmla="*/ 35085 h 79404"/>
                <a:gd name="connsiteX260" fmla="*/ 650777 w 1275707"/>
                <a:gd name="connsiteY260" fmla="*/ 21236 h 79404"/>
                <a:gd name="connsiteX261" fmla="*/ 658162 w 1275707"/>
                <a:gd name="connsiteY261" fmla="*/ 15696 h 79404"/>
                <a:gd name="connsiteX262" fmla="*/ 783702 w 1275707"/>
                <a:gd name="connsiteY262" fmla="*/ 24006 h 79404"/>
                <a:gd name="connsiteX263" fmla="*/ 764317 w 1275707"/>
                <a:gd name="connsiteY263" fmla="*/ 43395 h 79404"/>
                <a:gd name="connsiteX264" fmla="*/ 766163 w 1275707"/>
                <a:gd name="connsiteY264" fmla="*/ 43395 h 79404"/>
                <a:gd name="connsiteX265" fmla="*/ 772625 w 1275707"/>
                <a:gd name="connsiteY265" fmla="*/ 48935 h 79404"/>
                <a:gd name="connsiteX266" fmla="*/ 771701 w 1275707"/>
                <a:gd name="connsiteY266" fmla="*/ 60015 h 79404"/>
                <a:gd name="connsiteX267" fmla="*/ 778163 w 1275707"/>
                <a:gd name="connsiteY267" fmla="*/ 65554 h 79404"/>
                <a:gd name="connsiteX268" fmla="*/ 796625 w 1275707"/>
                <a:gd name="connsiteY268" fmla="*/ 62785 h 79404"/>
                <a:gd name="connsiteX269" fmla="*/ 796625 w 1275707"/>
                <a:gd name="connsiteY269" fmla="*/ 74787 h 79404"/>
                <a:gd name="connsiteX270" fmla="*/ 776317 w 1275707"/>
                <a:gd name="connsiteY270" fmla="*/ 76634 h 79404"/>
                <a:gd name="connsiteX271" fmla="*/ 759701 w 1275707"/>
                <a:gd name="connsiteY271" fmla="*/ 65554 h 79404"/>
                <a:gd name="connsiteX272" fmla="*/ 760624 w 1275707"/>
                <a:gd name="connsiteY272" fmla="*/ 57245 h 79404"/>
                <a:gd name="connsiteX273" fmla="*/ 757855 w 1275707"/>
                <a:gd name="connsiteY273" fmla="*/ 53552 h 79404"/>
                <a:gd name="connsiteX274" fmla="*/ 750470 w 1275707"/>
                <a:gd name="connsiteY274" fmla="*/ 59091 h 79404"/>
                <a:gd name="connsiteX275" fmla="*/ 733855 w 1275707"/>
                <a:gd name="connsiteY275" fmla="*/ 77557 h 79404"/>
                <a:gd name="connsiteX276" fmla="*/ 724624 w 1275707"/>
                <a:gd name="connsiteY276" fmla="*/ 69248 h 79404"/>
                <a:gd name="connsiteX277" fmla="*/ 760624 w 1275707"/>
                <a:gd name="connsiteY277" fmla="*/ 31392 h 79404"/>
                <a:gd name="connsiteX278" fmla="*/ 732932 w 1275707"/>
                <a:gd name="connsiteY278" fmla="*/ 36009 h 79404"/>
                <a:gd name="connsiteX279" fmla="*/ 731086 w 1275707"/>
                <a:gd name="connsiteY279" fmla="*/ 24929 h 79404"/>
                <a:gd name="connsiteX280" fmla="*/ 776317 w 1275707"/>
                <a:gd name="connsiteY280" fmla="*/ 17543 h 79404"/>
                <a:gd name="connsiteX281" fmla="*/ 783702 w 1275707"/>
                <a:gd name="connsiteY281" fmla="*/ 24006 h 79404"/>
                <a:gd name="connsiteX282" fmla="*/ 745855 w 1275707"/>
                <a:gd name="connsiteY282" fmla="*/ 1847 h 79404"/>
                <a:gd name="connsiteX283" fmla="*/ 768932 w 1275707"/>
                <a:gd name="connsiteY283" fmla="*/ 4617 h 79404"/>
                <a:gd name="connsiteX284" fmla="*/ 774471 w 1275707"/>
                <a:gd name="connsiteY284" fmla="*/ 4617 h 79404"/>
                <a:gd name="connsiteX285" fmla="*/ 773548 w 1275707"/>
                <a:gd name="connsiteY285" fmla="*/ 14773 h 79404"/>
                <a:gd name="connsiteX286" fmla="*/ 769855 w 1275707"/>
                <a:gd name="connsiteY286" fmla="*/ 14773 h 79404"/>
                <a:gd name="connsiteX287" fmla="*/ 744932 w 1275707"/>
                <a:gd name="connsiteY287" fmla="*/ 12003 h 79404"/>
                <a:gd name="connsiteX288" fmla="*/ 745855 w 1275707"/>
                <a:gd name="connsiteY288" fmla="*/ 1847 h 79404"/>
                <a:gd name="connsiteX289" fmla="*/ 921242 w 1275707"/>
                <a:gd name="connsiteY289" fmla="*/ 14773 h 79404"/>
                <a:gd name="connsiteX290" fmla="*/ 881549 w 1275707"/>
                <a:gd name="connsiteY290" fmla="*/ 47088 h 79404"/>
                <a:gd name="connsiteX291" fmla="*/ 906472 w 1275707"/>
                <a:gd name="connsiteY291" fmla="*/ 64631 h 79404"/>
                <a:gd name="connsiteX292" fmla="*/ 900934 w 1275707"/>
                <a:gd name="connsiteY292" fmla="*/ 77557 h 79404"/>
                <a:gd name="connsiteX293" fmla="*/ 870472 w 1275707"/>
                <a:gd name="connsiteY293" fmla="*/ 48012 h 79404"/>
                <a:gd name="connsiteX294" fmla="*/ 888011 w 1275707"/>
                <a:gd name="connsiteY294" fmla="*/ 18466 h 79404"/>
                <a:gd name="connsiteX295" fmla="*/ 850164 w 1275707"/>
                <a:gd name="connsiteY295" fmla="*/ 24006 h 79404"/>
                <a:gd name="connsiteX296" fmla="*/ 848318 w 1275707"/>
                <a:gd name="connsiteY296" fmla="*/ 10156 h 79404"/>
                <a:gd name="connsiteX297" fmla="*/ 853856 w 1275707"/>
                <a:gd name="connsiteY297" fmla="*/ 10156 h 79404"/>
                <a:gd name="connsiteX298" fmla="*/ 919396 w 1275707"/>
                <a:gd name="connsiteY298" fmla="*/ 1847 h 79404"/>
                <a:gd name="connsiteX299" fmla="*/ 921242 w 1275707"/>
                <a:gd name="connsiteY299" fmla="*/ 14773 h 79404"/>
                <a:gd name="connsiteX300" fmla="*/ 1034782 w 1275707"/>
                <a:gd name="connsiteY300" fmla="*/ 24929 h 79404"/>
                <a:gd name="connsiteX301" fmla="*/ 1034782 w 1275707"/>
                <a:gd name="connsiteY301" fmla="*/ 24929 h 79404"/>
                <a:gd name="connsiteX302" fmla="*/ 1033859 w 1275707"/>
                <a:gd name="connsiteY302" fmla="*/ 26776 h 79404"/>
                <a:gd name="connsiteX303" fmla="*/ 1030166 w 1275707"/>
                <a:gd name="connsiteY303" fmla="*/ 43395 h 79404"/>
                <a:gd name="connsiteX304" fmla="*/ 1043089 w 1275707"/>
                <a:gd name="connsiteY304" fmla="*/ 52628 h 79404"/>
                <a:gd name="connsiteX305" fmla="*/ 1036628 w 1275707"/>
                <a:gd name="connsiteY305" fmla="*/ 62785 h 79404"/>
                <a:gd name="connsiteX306" fmla="*/ 1026474 w 1275707"/>
                <a:gd name="connsiteY306" fmla="*/ 54475 h 79404"/>
                <a:gd name="connsiteX307" fmla="*/ 1007089 w 1275707"/>
                <a:gd name="connsiteY307" fmla="*/ 76634 h 79404"/>
                <a:gd name="connsiteX308" fmla="*/ 997858 w 1275707"/>
                <a:gd name="connsiteY308" fmla="*/ 69248 h 79404"/>
                <a:gd name="connsiteX309" fmla="*/ 1016320 w 1275707"/>
                <a:gd name="connsiteY309" fmla="*/ 48935 h 79404"/>
                <a:gd name="connsiteX310" fmla="*/ 998781 w 1275707"/>
                <a:gd name="connsiteY310" fmla="*/ 43395 h 79404"/>
                <a:gd name="connsiteX311" fmla="*/ 978473 w 1275707"/>
                <a:gd name="connsiteY311" fmla="*/ 69248 h 79404"/>
                <a:gd name="connsiteX312" fmla="*/ 966473 w 1275707"/>
                <a:gd name="connsiteY312" fmla="*/ 56321 h 79404"/>
                <a:gd name="connsiteX313" fmla="*/ 993243 w 1275707"/>
                <a:gd name="connsiteY313" fmla="*/ 33239 h 79404"/>
                <a:gd name="connsiteX314" fmla="*/ 999704 w 1275707"/>
                <a:gd name="connsiteY314" fmla="*/ 16619 h 79404"/>
                <a:gd name="connsiteX315" fmla="*/ 980319 w 1275707"/>
                <a:gd name="connsiteY315" fmla="*/ 20313 h 79404"/>
                <a:gd name="connsiteX316" fmla="*/ 977550 w 1275707"/>
                <a:gd name="connsiteY316" fmla="*/ 8310 h 79404"/>
                <a:gd name="connsiteX317" fmla="*/ 1008012 w 1275707"/>
                <a:gd name="connsiteY317" fmla="*/ 2770 h 79404"/>
                <a:gd name="connsiteX318" fmla="*/ 1015397 w 1275707"/>
                <a:gd name="connsiteY318" fmla="*/ 9233 h 79404"/>
                <a:gd name="connsiteX319" fmla="*/ 1002473 w 1275707"/>
                <a:gd name="connsiteY319" fmla="*/ 34162 h 79404"/>
                <a:gd name="connsiteX320" fmla="*/ 1019089 w 1275707"/>
                <a:gd name="connsiteY320" fmla="*/ 39702 h 79404"/>
                <a:gd name="connsiteX321" fmla="*/ 1021858 w 1275707"/>
                <a:gd name="connsiteY321" fmla="*/ 21236 h 79404"/>
                <a:gd name="connsiteX322" fmla="*/ 1034782 w 1275707"/>
                <a:gd name="connsiteY322" fmla="*/ 24929 h 79404"/>
                <a:gd name="connsiteX323" fmla="*/ 1034782 w 1275707"/>
                <a:gd name="connsiteY323" fmla="*/ 24929 h 79404"/>
                <a:gd name="connsiteX324" fmla="*/ 976627 w 1275707"/>
                <a:gd name="connsiteY324" fmla="*/ 55398 h 79404"/>
                <a:gd name="connsiteX325" fmla="*/ 978473 w 1275707"/>
                <a:gd name="connsiteY325" fmla="*/ 58168 h 79404"/>
                <a:gd name="connsiteX326" fmla="*/ 988627 w 1275707"/>
                <a:gd name="connsiteY326" fmla="*/ 42472 h 79404"/>
                <a:gd name="connsiteX327" fmla="*/ 976627 w 1275707"/>
                <a:gd name="connsiteY327" fmla="*/ 55398 h 79404"/>
                <a:gd name="connsiteX328" fmla="*/ 1146475 w 1275707"/>
                <a:gd name="connsiteY328" fmla="*/ 3693 h 79404"/>
                <a:gd name="connsiteX329" fmla="*/ 1148321 w 1275707"/>
                <a:gd name="connsiteY329" fmla="*/ 4617 h 79404"/>
                <a:gd name="connsiteX330" fmla="*/ 1146475 w 1275707"/>
                <a:gd name="connsiteY330" fmla="*/ 5540 h 79404"/>
                <a:gd name="connsiteX331" fmla="*/ 1146475 w 1275707"/>
                <a:gd name="connsiteY331" fmla="*/ 20313 h 79404"/>
                <a:gd name="connsiteX332" fmla="*/ 1163091 w 1275707"/>
                <a:gd name="connsiteY332" fmla="*/ 18466 h 79404"/>
                <a:gd name="connsiteX333" fmla="*/ 1163091 w 1275707"/>
                <a:gd name="connsiteY333" fmla="*/ 30469 h 79404"/>
                <a:gd name="connsiteX334" fmla="*/ 1159398 w 1275707"/>
                <a:gd name="connsiteY334" fmla="*/ 30469 h 79404"/>
                <a:gd name="connsiteX335" fmla="*/ 1147398 w 1275707"/>
                <a:gd name="connsiteY335" fmla="*/ 31392 h 79404"/>
                <a:gd name="connsiteX336" fmla="*/ 1128014 w 1275707"/>
                <a:gd name="connsiteY336" fmla="*/ 55398 h 79404"/>
                <a:gd name="connsiteX337" fmla="*/ 1125244 w 1275707"/>
                <a:gd name="connsiteY337" fmla="*/ 45242 h 79404"/>
                <a:gd name="connsiteX338" fmla="*/ 1130783 w 1275707"/>
                <a:gd name="connsiteY338" fmla="*/ 45242 h 79404"/>
                <a:gd name="connsiteX339" fmla="*/ 1137244 w 1275707"/>
                <a:gd name="connsiteY339" fmla="*/ 33239 h 79404"/>
                <a:gd name="connsiteX340" fmla="*/ 1117859 w 1275707"/>
                <a:gd name="connsiteY340" fmla="*/ 36932 h 79404"/>
                <a:gd name="connsiteX341" fmla="*/ 1118783 w 1275707"/>
                <a:gd name="connsiteY341" fmla="*/ 59091 h 79404"/>
                <a:gd name="connsiteX342" fmla="*/ 1131706 w 1275707"/>
                <a:gd name="connsiteY342" fmla="*/ 64631 h 79404"/>
                <a:gd name="connsiteX343" fmla="*/ 1158475 w 1275707"/>
                <a:gd name="connsiteY343" fmla="*/ 60938 h 79404"/>
                <a:gd name="connsiteX344" fmla="*/ 1156629 w 1275707"/>
                <a:gd name="connsiteY344" fmla="*/ 72941 h 79404"/>
                <a:gd name="connsiteX345" fmla="*/ 1128937 w 1275707"/>
                <a:gd name="connsiteY345" fmla="*/ 74787 h 79404"/>
                <a:gd name="connsiteX346" fmla="*/ 1107706 w 1275707"/>
                <a:gd name="connsiteY346" fmla="*/ 62785 h 79404"/>
                <a:gd name="connsiteX347" fmla="*/ 1106782 w 1275707"/>
                <a:gd name="connsiteY347" fmla="*/ 38779 h 79404"/>
                <a:gd name="connsiteX348" fmla="*/ 1090167 w 1275707"/>
                <a:gd name="connsiteY348" fmla="*/ 42472 h 79404"/>
                <a:gd name="connsiteX349" fmla="*/ 1089244 w 1275707"/>
                <a:gd name="connsiteY349" fmla="*/ 29546 h 79404"/>
                <a:gd name="connsiteX350" fmla="*/ 1106782 w 1275707"/>
                <a:gd name="connsiteY350" fmla="*/ 26776 h 79404"/>
                <a:gd name="connsiteX351" fmla="*/ 1105859 w 1275707"/>
                <a:gd name="connsiteY351" fmla="*/ 6463 h 79404"/>
                <a:gd name="connsiteX352" fmla="*/ 1117859 w 1275707"/>
                <a:gd name="connsiteY352" fmla="*/ 8310 h 79404"/>
                <a:gd name="connsiteX353" fmla="*/ 1119706 w 1275707"/>
                <a:gd name="connsiteY353" fmla="*/ 9233 h 79404"/>
                <a:gd name="connsiteX354" fmla="*/ 1117859 w 1275707"/>
                <a:gd name="connsiteY354" fmla="*/ 10156 h 79404"/>
                <a:gd name="connsiteX355" fmla="*/ 1116936 w 1275707"/>
                <a:gd name="connsiteY355" fmla="*/ 24006 h 79404"/>
                <a:gd name="connsiteX356" fmla="*/ 1135398 w 1275707"/>
                <a:gd name="connsiteY356" fmla="*/ 21236 h 79404"/>
                <a:gd name="connsiteX357" fmla="*/ 1133552 w 1275707"/>
                <a:gd name="connsiteY357" fmla="*/ 923 h 79404"/>
                <a:gd name="connsiteX358" fmla="*/ 1146475 w 1275707"/>
                <a:gd name="connsiteY358" fmla="*/ 3693 h 79404"/>
                <a:gd name="connsiteX359" fmla="*/ 1146475 w 1275707"/>
                <a:gd name="connsiteY359" fmla="*/ 3693 h 79404"/>
                <a:gd name="connsiteX360" fmla="*/ 1262784 w 1275707"/>
                <a:gd name="connsiteY360" fmla="*/ 10156 h 79404"/>
                <a:gd name="connsiteX361" fmla="*/ 1240630 w 1275707"/>
                <a:gd name="connsiteY361" fmla="*/ 30469 h 79404"/>
                <a:gd name="connsiteX362" fmla="*/ 1251707 w 1275707"/>
                <a:gd name="connsiteY362" fmla="*/ 28622 h 79404"/>
                <a:gd name="connsiteX363" fmla="*/ 1275708 w 1275707"/>
                <a:gd name="connsiteY363" fmla="*/ 50782 h 79404"/>
                <a:gd name="connsiteX364" fmla="*/ 1244322 w 1275707"/>
                <a:gd name="connsiteY364" fmla="*/ 76634 h 79404"/>
                <a:gd name="connsiteX365" fmla="*/ 1224015 w 1275707"/>
                <a:gd name="connsiteY365" fmla="*/ 62785 h 79404"/>
                <a:gd name="connsiteX366" fmla="*/ 1239707 w 1275707"/>
                <a:gd name="connsiteY366" fmla="*/ 49858 h 79404"/>
                <a:gd name="connsiteX367" fmla="*/ 1257246 w 1275707"/>
                <a:gd name="connsiteY367" fmla="*/ 62785 h 79404"/>
                <a:gd name="connsiteX368" fmla="*/ 1264631 w 1275707"/>
                <a:gd name="connsiteY368" fmla="*/ 50782 h 79404"/>
                <a:gd name="connsiteX369" fmla="*/ 1249861 w 1275707"/>
                <a:gd name="connsiteY369" fmla="*/ 37855 h 79404"/>
                <a:gd name="connsiteX370" fmla="*/ 1214784 w 1275707"/>
                <a:gd name="connsiteY370" fmla="*/ 59091 h 79404"/>
                <a:gd name="connsiteX371" fmla="*/ 1205553 w 1275707"/>
                <a:gd name="connsiteY371" fmla="*/ 50782 h 79404"/>
                <a:gd name="connsiteX372" fmla="*/ 1242476 w 1275707"/>
                <a:gd name="connsiteY372" fmla="*/ 15696 h 79404"/>
                <a:gd name="connsiteX373" fmla="*/ 1216630 w 1275707"/>
                <a:gd name="connsiteY373" fmla="*/ 18466 h 79404"/>
                <a:gd name="connsiteX374" fmla="*/ 1214784 w 1275707"/>
                <a:gd name="connsiteY374" fmla="*/ 7386 h 79404"/>
                <a:gd name="connsiteX375" fmla="*/ 1257246 w 1275707"/>
                <a:gd name="connsiteY375" fmla="*/ 1847 h 79404"/>
                <a:gd name="connsiteX376" fmla="*/ 1262784 w 1275707"/>
                <a:gd name="connsiteY376" fmla="*/ 10156 h 79404"/>
                <a:gd name="connsiteX377" fmla="*/ 1262784 w 1275707"/>
                <a:gd name="connsiteY377" fmla="*/ 10156 h 79404"/>
                <a:gd name="connsiteX378" fmla="*/ 1237861 w 1275707"/>
                <a:gd name="connsiteY378" fmla="*/ 59091 h 79404"/>
                <a:gd name="connsiteX379" fmla="*/ 1233245 w 1275707"/>
                <a:gd name="connsiteY379" fmla="*/ 62785 h 79404"/>
                <a:gd name="connsiteX380" fmla="*/ 1241553 w 1275707"/>
                <a:gd name="connsiteY380" fmla="*/ 68324 h 79404"/>
                <a:gd name="connsiteX381" fmla="*/ 1246169 w 1275707"/>
                <a:gd name="connsiteY381" fmla="*/ 67401 h 79404"/>
                <a:gd name="connsiteX382" fmla="*/ 1237861 w 1275707"/>
                <a:gd name="connsiteY382" fmla="*/ 59091 h 79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Lst>
              <a:rect l="l" t="t" r="r" b="b"/>
              <a:pathLst>
                <a:path w="1275707" h="79404">
                  <a:moveTo>
                    <a:pt x="73847" y="33239"/>
                  </a:moveTo>
                  <a:cubicBezTo>
                    <a:pt x="52616" y="33239"/>
                    <a:pt x="36924" y="45242"/>
                    <a:pt x="36924" y="57245"/>
                  </a:cubicBezTo>
                  <a:cubicBezTo>
                    <a:pt x="36924" y="62785"/>
                    <a:pt x="39693" y="67401"/>
                    <a:pt x="60924" y="67401"/>
                  </a:cubicBezTo>
                  <a:cubicBezTo>
                    <a:pt x="59078" y="72018"/>
                    <a:pt x="58155" y="74787"/>
                    <a:pt x="57231" y="77557"/>
                  </a:cubicBezTo>
                  <a:cubicBezTo>
                    <a:pt x="44308" y="76634"/>
                    <a:pt x="24923" y="75711"/>
                    <a:pt x="24923" y="58168"/>
                  </a:cubicBezTo>
                  <a:cubicBezTo>
                    <a:pt x="24923" y="48012"/>
                    <a:pt x="32308" y="41549"/>
                    <a:pt x="36000" y="38779"/>
                  </a:cubicBezTo>
                  <a:cubicBezTo>
                    <a:pt x="24000" y="39702"/>
                    <a:pt x="11077" y="43395"/>
                    <a:pt x="2769" y="46165"/>
                  </a:cubicBezTo>
                  <a:lnTo>
                    <a:pt x="0" y="33239"/>
                  </a:lnTo>
                  <a:cubicBezTo>
                    <a:pt x="3692" y="33239"/>
                    <a:pt x="9231" y="33239"/>
                    <a:pt x="20308" y="31392"/>
                  </a:cubicBezTo>
                  <a:cubicBezTo>
                    <a:pt x="23077" y="29546"/>
                    <a:pt x="28616" y="24006"/>
                    <a:pt x="35077" y="18466"/>
                  </a:cubicBezTo>
                  <a:lnTo>
                    <a:pt x="38770" y="14773"/>
                  </a:lnTo>
                  <a:cubicBezTo>
                    <a:pt x="23077" y="15696"/>
                    <a:pt x="20308" y="16619"/>
                    <a:pt x="15693" y="16619"/>
                  </a:cubicBezTo>
                  <a:lnTo>
                    <a:pt x="14769" y="4617"/>
                  </a:lnTo>
                  <a:lnTo>
                    <a:pt x="24000" y="4617"/>
                  </a:lnTo>
                  <a:cubicBezTo>
                    <a:pt x="29539" y="4617"/>
                    <a:pt x="40616" y="4617"/>
                    <a:pt x="50770" y="2770"/>
                  </a:cubicBezTo>
                  <a:cubicBezTo>
                    <a:pt x="53539" y="2770"/>
                    <a:pt x="55385" y="1847"/>
                    <a:pt x="58155" y="923"/>
                  </a:cubicBezTo>
                  <a:lnTo>
                    <a:pt x="62770" y="7386"/>
                  </a:lnTo>
                  <a:cubicBezTo>
                    <a:pt x="58155" y="12003"/>
                    <a:pt x="50770" y="17543"/>
                    <a:pt x="36924" y="29546"/>
                  </a:cubicBezTo>
                  <a:cubicBezTo>
                    <a:pt x="60924" y="25852"/>
                    <a:pt x="63693" y="24929"/>
                    <a:pt x="72924" y="23083"/>
                  </a:cubicBezTo>
                  <a:lnTo>
                    <a:pt x="73847" y="33239"/>
                  </a:lnTo>
                  <a:close/>
                  <a:moveTo>
                    <a:pt x="176310" y="64631"/>
                  </a:moveTo>
                  <a:cubicBezTo>
                    <a:pt x="195695" y="60938"/>
                    <a:pt x="201233" y="46165"/>
                    <a:pt x="201233" y="36932"/>
                  </a:cubicBezTo>
                  <a:cubicBezTo>
                    <a:pt x="201233" y="26776"/>
                    <a:pt x="194772" y="15696"/>
                    <a:pt x="180002" y="14773"/>
                  </a:cubicBezTo>
                  <a:cubicBezTo>
                    <a:pt x="177233" y="46165"/>
                    <a:pt x="165233" y="68324"/>
                    <a:pt x="156002" y="68324"/>
                  </a:cubicBezTo>
                  <a:cubicBezTo>
                    <a:pt x="149540" y="68324"/>
                    <a:pt x="138463" y="58168"/>
                    <a:pt x="138463" y="42472"/>
                  </a:cubicBezTo>
                  <a:cubicBezTo>
                    <a:pt x="138463" y="24929"/>
                    <a:pt x="155079" y="3693"/>
                    <a:pt x="178156" y="3693"/>
                  </a:cubicBezTo>
                  <a:cubicBezTo>
                    <a:pt x="195695" y="3693"/>
                    <a:pt x="212310" y="15696"/>
                    <a:pt x="212310" y="36009"/>
                  </a:cubicBezTo>
                  <a:cubicBezTo>
                    <a:pt x="212310" y="48935"/>
                    <a:pt x="206772" y="56321"/>
                    <a:pt x="202156" y="61861"/>
                  </a:cubicBezTo>
                  <a:cubicBezTo>
                    <a:pt x="196618" y="68324"/>
                    <a:pt x="189233" y="71094"/>
                    <a:pt x="183695" y="73864"/>
                  </a:cubicBezTo>
                  <a:cubicBezTo>
                    <a:pt x="180925" y="70171"/>
                    <a:pt x="180002" y="68324"/>
                    <a:pt x="176310" y="64631"/>
                  </a:cubicBezTo>
                  <a:close/>
                  <a:moveTo>
                    <a:pt x="149540" y="42472"/>
                  </a:moveTo>
                  <a:cubicBezTo>
                    <a:pt x="149540" y="49858"/>
                    <a:pt x="153233" y="55398"/>
                    <a:pt x="156002" y="55398"/>
                  </a:cubicBezTo>
                  <a:cubicBezTo>
                    <a:pt x="158771" y="55398"/>
                    <a:pt x="160617" y="49858"/>
                    <a:pt x="162463" y="46165"/>
                  </a:cubicBezTo>
                  <a:cubicBezTo>
                    <a:pt x="168002" y="31392"/>
                    <a:pt x="168925" y="21236"/>
                    <a:pt x="168925" y="16619"/>
                  </a:cubicBezTo>
                  <a:cubicBezTo>
                    <a:pt x="156925" y="21236"/>
                    <a:pt x="149540" y="34162"/>
                    <a:pt x="149540" y="42472"/>
                  </a:cubicBezTo>
                  <a:close/>
                  <a:moveTo>
                    <a:pt x="307388" y="14773"/>
                  </a:moveTo>
                  <a:lnTo>
                    <a:pt x="307388" y="0"/>
                  </a:lnTo>
                  <a:lnTo>
                    <a:pt x="318465" y="0"/>
                  </a:lnTo>
                  <a:cubicBezTo>
                    <a:pt x="319388" y="0"/>
                    <a:pt x="320312" y="0"/>
                    <a:pt x="320312" y="923"/>
                  </a:cubicBezTo>
                  <a:cubicBezTo>
                    <a:pt x="320312" y="1847"/>
                    <a:pt x="319388" y="1847"/>
                    <a:pt x="317542" y="2770"/>
                  </a:cubicBezTo>
                  <a:lnTo>
                    <a:pt x="317542" y="14773"/>
                  </a:lnTo>
                  <a:lnTo>
                    <a:pt x="329542" y="14773"/>
                  </a:lnTo>
                  <a:cubicBezTo>
                    <a:pt x="326773" y="13850"/>
                    <a:pt x="324927" y="12926"/>
                    <a:pt x="324004" y="12003"/>
                  </a:cubicBezTo>
                  <a:cubicBezTo>
                    <a:pt x="327696" y="8310"/>
                    <a:pt x="329542" y="2770"/>
                    <a:pt x="330466" y="923"/>
                  </a:cubicBezTo>
                  <a:lnTo>
                    <a:pt x="340619" y="4617"/>
                  </a:lnTo>
                  <a:cubicBezTo>
                    <a:pt x="341543" y="4617"/>
                    <a:pt x="341543" y="5540"/>
                    <a:pt x="341543" y="5540"/>
                  </a:cubicBezTo>
                  <a:cubicBezTo>
                    <a:pt x="341543" y="6463"/>
                    <a:pt x="340619" y="6463"/>
                    <a:pt x="338773" y="6463"/>
                  </a:cubicBezTo>
                  <a:cubicBezTo>
                    <a:pt x="337850" y="10156"/>
                    <a:pt x="335081" y="12926"/>
                    <a:pt x="334158" y="14773"/>
                  </a:cubicBezTo>
                  <a:lnTo>
                    <a:pt x="349850" y="14773"/>
                  </a:lnTo>
                  <a:lnTo>
                    <a:pt x="349850" y="33239"/>
                  </a:lnTo>
                  <a:lnTo>
                    <a:pt x="339696" y="33239"/>
                  </a:lnTo>
                  <a:lnTo>
                    <a:pt x="339696" y="22159"/>
                  </a:lnTo>
                  <a:lnTo>
                    <a:pt x="287080" y="22159"/>
                  </a:lnTo>
                  <a:lnTo>
                    <a:pt x="287080" y="33239"/>
                  </a:lnTo>
                  <a:lnTo>
                    <a:pt x="276926" y="33239"/>
                  </a:lnTo>
                  <a:lnTo>
                    <a:pt x="276926" y="14773"/>
                  </a:lnTo>
                  <a:lnTo>
                    <a:pt x="291696" y="14773"/>
                  </a:lnTo>
                  <a:cubicBezTo>
                    <a:pt x="288927" y="10156"/>
                    <a:pt x="288927" y="9233"/>
                    <a:pt x="286157" y="5540"/>
                  </a:cubicBezTo>
                  <a:lnTo>
                    <a:pt x="294465" y="923"/>
                  </a:lnTo>
                  <a:cubicBezTo>
                    <a:pt x="295388" y="1847"/>
                    <a:pt x="299081" y="6463"/>
                    <a:pt x="301850" y="12003"/>
                  </a:cubicBezTo>
                  <a:cubicBezTo>
                    <a:pt x="300927" y="12926"/>
                    <a:pt x="298157" y="14773"/>
                    <a:pt x="297234" y="14773"/>
                  </a:cubicBezTo>
                  <a:lnTo>
                    <a:pt x="307388" y="14773"/>
                  </a:lnTo>
                  <a:close/>
                  <a:moveTo>
                    <a:pt x="318465" y="47088"/>
                  </a:moveTo>
                  <a:lnTo>
                    <a:pt x="342466" y="47088"/>
                  </a:lnTo>
                  <a:lnTo>
                    <a:pt x="342466" y="65554"/>
                  </a:lnTo>
                  <a:cubicBezTo>
                    <a:pt x="342466" y="68324"/>
                    <a:pt x="342466" y="71094"/>
                    <a:pt x="337850" y="72941"/>
                  </a:cubicBezTo>
                  <a:cubicBezTo>
                    <a:pt x="336927" y="72941"/>
                    <a:pt x="333235" y="74787"/>
                    <a:pt x="325850" y="74787"/>
                  </a:cubicBezTo>
                  <a:cubicBezTo>
                    <a:pt x="325850" y="72018"/>
                    <a:pt x="324004" y="67401"/>
                    <a:pt x="322158" y="64631"/>
                  </a:cubicBezTo>
                  <a:cubicBezTo>
                    <a:pt x="323081" y="64631"/>
                    <a:pt x="326773" y="65554"/>
                    <a:pt x="327696" y="65554"/>
                  </a:cubicBezTo>
                  <a:cubicBezTo>
                    <a:pt x="331389" y="65554"/>
                    <a:pt x="331389" y="64631"/>
                    <a:pt x="331389" y="56321"/>
                  </a:cubicBezTo>
                  <a:lnTo>
                    <a:pt x="318465" y="56321"/>
                  </a:lnTo>
                  <a:lnTo>
                    <a:pt x="318465" y="78481"/>
                  </a:lnTo>
                  <a:lnTo>
                    <a:pt x="308311" y="78481"/>
                  </a:lnTo>
                  <a:lnTo>
                    <a:pt x="308311" y="55398"/>
                  </a:lnTo>
                  <a:lnTo>
                    <a:pt x="295388" y="55398"/>
                  </a:lnTo>
                  <a:lnTo>
                    <a:pt x="295388" y="72941"/>
                  </a:lnTo>
                  <a:lnTo>
                    <a:pt x="285234" y="72941"/>
                  </a:lnTo>
                  <a:lnTo>
                    <a:pt x="285234" y="47088"/>
                  </a:lnTo>
                  <a:lnTo>
                    <a:pt x="308311" y="47088"/>
                  </a:lnTo>
                  <a:lnTo>
                    <a:pt x="308311" y="43395"/>
                  </a:lnTo>
                  <a:lnTo>
                    <a:pt x="291696" y="43395"/>
                  </a:lnTo>
                  <a:lnTo>
                    <a:pt x="291696" y="24929"/>
                  </a:lnTo>
                  <a:lnTo>
                    <a:pt x="335081" y="24929"/>
                  </a:lnTo>
                  <a:lnTo>
                    <a:pt x="335081" y="43395"/>
                  </a:lnTo>
                  <a:lnTo>
                    <a:pt x="318465" y="43395"/>
                  </a:lnTo>
                  <a:lnTo>
                    <a:pt x="318465" y="47088"/>
                  </a:lnTo>
                  <a:close/>
                  <a:moveTo>
                    <a:pt x="300927" y="32316"/>
                  </a:moveTo>
                  <a:lnTo>
                    <a:pt x="300927" y="37855"/>
                  </a:lnTo>
                  <a:lnTo>
                    <a:pt x="324927" y="37855"/>
                  </a:lnTo>
                  <a:lnTo>
                    <a:pt x="324927" y="32316"/>
                  </a:lnTo>
                  <a:lnTo>
                    <a:pt x="300927" y="32316"/>
                  </a:lnTo>
                  <a:close/>
                  <a:moveTo>
                    <a:pt x="444005" y="14773"/>
                  </a:moveTo>
                  <a:lnTo>
                    <a:pt x="444005" y="22159"/>
                  </a:lnTo>
                  <a:lnTo>
                    <a:pt x="417236" y="22159"/>
                  </a:lnTo>
                  <a:lnTo>
                    <a:pt x="417236" y="14773"/>
                  </a:lnTo>
                  <a:lnTo>
                    <a:pt x="444005" y="14773"/>
                  </a:lnTo>
                  <a:close/>
                  <a:moveTo>
                    <a:pt x="428313" y="73864"/>
                  </a:moveTo>
                  <a:lnTo>
                    <a:pt x="428313" y="77557"/>
                  </a:lnTo>
                  <a:lnTo>
                    <a:pt x="419082" y="77557"/>
                  </a:lnTo>
                  <a:lnTo>
                    <a:pt x="419082" y="47088"/>
                  </a:lnTo>
                  <a:lnTo>
                    <a:pt x="443082" y="47088"/>
                  </a:lnTo>
                  <a:lnTo>
                    <a:pt x="443082" y="76634"/>
                  </a:lnTo>
                  <a:lnTo>
                    <a:pt x="434774" y="76634"/>
                  </a:lnTo>
                  <a:lnTo>
                    <a:pt x="434774" y="73864"/>
                  </a:lnTo>
                  <a:lnTo>
                    <a:pt x="428313" y="73864"/>
                  </a:lnTo>
                  <a:close/>
                  <a:moveTo>
                    <a:pt x="441236" y="3693"/>
                  </a:moveTo>
                  <a:lnTo>
                    <a:pt x="441236" y="11080"/>
                  </a:lnTo>
                  <a:lnTo>
                    <a:pt x="420928" y="11080"/>
                  </a:lnTo>
                  <a:lnTo>
                    <a:pt x="420928" y="3693"/>
                  </a:lnTo>
                  <a:lnTo>
                    <a:pt x="441236" y="3693"/>
                  </a:lnTo>
                  <a:close/>
                  <a:moveTo>
                    <a:pt x="441236" y="25852"/>
                  </a:moveTo>
                  <a:lnTo>
                    <a:pt x="441236" y="33239"/>
                  </a:lnTo>
                  <a:lnTo>
                    <a:pt x="420928" y="33239"/>
                  </a:lnTo>
                  <a:lnTo>
                    <a:pt x="420928" y="25852"/>
                  </a:lnTo>
                  <a:lnTo>
                    <a:pt x="441236" y="25852"/>
                  </a:lnTo>
                  <a:close/>
                  <a:moveTo>
                    <a:pt x="441236" y="36932"/>
                  </a:moveTo>
                  <a:lnTo>
                    <a:pt x="441236" y="44319"/>
                  </a:lnTo>
                  <a:lnTo>
                    <a:pt x="420928" y="44319"/>
                  </a:lnTo>
                  <a:lnTo>
                    <a:pt x="420928" y="36932"/>
                  </a:lnTo>
                  <a:lnTo>
                    <a:pt x="441236" y="36932"/>
                  </a:lnTo>
                  <a:close/>
                  <a:moveTo>
                    <a:pt x="435698" y="65554"/>
                  </a:moveTo>
                  <a:lnTo>
                    <a:pt x="435698" y="56321"/>
                  </a:lnTo>
                  <a:lnTo>
                    <a:pt x="428313" y="56321"/>
                  </a:lnTo>
                  <a:lnTo>
                    <a:pt x="428313" y="65554"/>
                  </a:lnTo>
                  <a:lnTo>
                    <a:pt x="435698" y="65554"/>
                  </a:lnTo>
                  <a:close/>
                  <a:moveTo>
                    <a:pt x="493852" y="43395"/>
                  </a:moveTo>
                  <a:lnTo>
                    <a:pt x="493852" y="43395"/>
                  </a:lnTo>
                  <a:cubicBezTo>
                    <a:pt x="494775" y="45242"/>
                    <a:pt x="493852" y="45242"/>
                    <a:pt x="492006" y="45242"/>
                  </a:cubicBezTo>
                  <a:cubicBezTo>
                    <a:pt x="488314" y="51705"/>
                    <a:pt x="486467" y="55398"/>
                    <a:pt x="485544" y="57245"/>
                  </a:cubicBezTo>
                  <a:cubicBezTo>
                    <a:pt x="485544" y="58168"/>
                    <a:pt x="487390" y="62785"/>
                    <a:pt x="488314" y="62785"/>
                  </a:cubicBezTo>
                  <a:cubicBezTo>
                    <a:pt x="489237" y="62785"/>
                    <a:pt x="490160" y="57245"/>
                    <a:pt x="490160" y="55398"/>
                  </a:cubicBezTo>
                  <a:cubicBezTo>
                    <a:pt x="492006" y="58168"/>
                    <a:pt x="492929" y="60015"/>
                    <a:pt x="496621" y="61861"/>
                  </a:cubicBezTo>
                  <a:cubicBezTo>
                    <a:pt x="494775" y="72018"/>
                    <a:pt x="492929" y="77557"/>
                    <a:pt x="488314" y="77557"/>
                  </a:cubicBezTo>
                  <a:cubicBezTo>
                    <a:pt x="484621" y="77557"/>
                    <a:pt x="480929" y="70171"/>
                    <a:pt x="479083" y="66478"/>
                  </a:cubicBezTo>
                  <a:cubicBezTo>
                    <a:pt x="474467" y="72018"/>
                    <a:pt x="470775" y="75711"/>
                    <a:pt x="466159" y="79404"/>
                  </a:cubicBezTo>
                  <a:cubicBezTo>
                    <a:pt x="464313" y="76634"/>
                    <a:pt x="462467" y="74787"/>
                    <a:pt x="459698" y="72941"/>
                  </a:cubicBezTo>
                  <a:cubicBezTo>
                    <a:pt x="462467" y="71094"/>
                    <a:pt x="463390" y="70171"/>
                    <a:pt x="465236" y="68324"/>
                  </a:cubicBezTo>
                  <a:lnTo>
                    <a:pt x="453236" y="68324"/>
                  </a:lnTo>
                  <a:lnTo>
                    <a:pt x="453236" y="74787"/>
                  </a:lnTo>
                  <a:lnTo>
                    <a:pt x="444928" y="74787"/>
                  </a:lnTo>
                  <a:lnTo>
                    <a:pt x="444928" y="39702"/>
                  </a:lnTo>
                  <a:lnTo>
                    <a:pt x="468929" y="39702"/>
                  </a:lnTo>
                  <a:lnTo>
                    <a:pt x="468929" y="63708"/>
                  </a:lnTo>
                  <a:cubicBezTo>
                    <a:pt x="472621" y="60015"/>
                    <a:pt x="474467" y="57245"/>
                    <a:pt x="475390" y="56321"/>
                  </a:cubicBezTo>
                  <a:cubicBezTo>
                    <a:pt x="474467" y="51705"/>
                    <a:pt x="473544" y="46165"/>
                    <a:pt x="472621" y="36932"/>
                  </a:cubicBezTo>
                  <a:lnTo>
                    <a:pt x="443082" y="36932"/>
                  </a:lnTo>
                  <a:lnTo>
                    <a:pt x="443082" y="28622"/>
                  </a:lnTo>
                  <a:lnTo>
                    <a:pt x="448621" y="28622"/>
                  </a:lnTo>
                  <a:cubicBezTo>
                    <a:pt x="448621" y="25852"/>
                    <a:pt x="446775" y="23083"/>
                    <a:pt x="445851" y="19389"/>
                  </a:cubicBezTo>
                  <a:lnTo>
                    <a:pt x="451390" y="16619"/>
                  </a:lnTo>
                  <a:lnTo>
                    <a:pt x="444005" y="16619"/>
                  </a:lnTo>
                  <a:lnTo>
                    <a:pt x="444005" y="9233"/>
                  </a:lnTo>
                  <a:lnTo>
                    <a:pt x="452313" y="9233"/>
                  </a:lnTo>
                  <a:lnTo>
                    <a:pt x="452313" y="923"/>
                  </a:lnTo>
                  <a:lnTo>
                    <a:pt x="462467" y="923"/>
                  </a:lnTo>
                  <a:cubicBezTo>
                    <a:pt x="463390" y="923"/>
                    <a:pt x="464313" y="923"/>
                    <a:pt x="464313" y="1847"/>
                  </a:cubicBezTo>
                  <a:cubicBezTo>
                    <a:pt x="464313" y="1847"/>
                    <a:pt x="464313" y="2770"/>
                    <a:pt x="462467" y="3693"/>
                  </a:cubicBezTo>
                  <a:lnTo>
                    <a:pt x="462467" y="9233"/>
                  </a:lnTo>
                  <a:lnTo>
                    <a:pt x="470775" y="9233"/>
                  </a:lnTo>
                  <a:lnTo>
                    <a:pt x="470775" y="17543"/>
                  </a:lnTo>
                  <a:lnTo>
                    <a:pt x="463390" y="17543"/>
                  </a:lnTo>
                  <a:lnTo>
                    <a:pt x="468929" y="19389"/>
                  </a:lnTo>
                  <a:cubicBezTo>
                    <a:pt x="468929" y="19389"/>
                    <a:pt x="469852" y="19389"/>
                    <a:pt x="469852" y="20313"/>
                  </a:cubicBezTo>
                  <a:cubicBezTo>
                    <a:pt x="469852" y="21236"/>
                    <a:pt x="468929" y="21236"/>
                    <a:pt x="468006" y="21236"/>
                  </a:cubicBezTo>
                  <a:cubicBezTo>
                    <a:pt x="467082" y="24006"/>
                    <a:pt x="465236" y="28622"/>
                    <a:pt x="465236" y="28622"/>
                  </a:cubicBezTo>
                  <a:lnTo>
                    <a:pt x="471698" y="28622"/>
                  </a:lnTo>
                  <a:lnTo>
                    <a:pt x="471698" y="0"/>
                  </a:lnTo>
                  <a:lnTo>
                    <a:pt x="480929" y="0"/>
                  </a:lnTo>
                  <a:cubicBezTo>
                    <a:pt x="481852" y="0"/>
                    <a:pt x="482775" y="0"/>
                    <a:pt x="482775" y="923"/>
                  </a:cubicBezTo>
                  <a:cubicBezTo>
                    <a:pt x="482775" y="1847"/>
                    <a:pt x="481852" y="1847"/>
                    <a:pt x="480929" y="2770"/>
                  </a:cubicBezTo>
                  <a:lnTo>
                    <a:pt x="480929" y="28622"/>
                  </a:lnTo>
                  <a:lnTo>
                    <a:pt x="494775" y="28622"/>
                  </a:lnTo>
                  <a:lnTo>
                    <a:pt x="494775" y="36932"/>
                  </a:lnTo>
                  <a:lnTo>
                    <a:pt x="481852" y="36932"/>
                  </a:lnTo>
                  <a:cubicBezTo>
                    <a:pt x="481852" y="38779"/>
                    <a:pt x="481852" y="41549"/>
                    <a:pt x="482775" y="45242"/>
                  </a:cubicBezTo>
                  <a:cubicBezTo>
                    <a:pt x="482775" y="43395"/>
                    <a:pt x="483698" y="42472"/>
                    <a:pt x="485544" y="37855"/>
                  </a:cubicBezTo>
                  <a:lnTo>
                    <a:pt x="493852" y="43395"/>
                  </a:lnTo>
                  <a:close/>
                  <a:moveTo>
                    <a:pt x="452313" y="17543"/>
                  </a:moveTo>
                  <a:cubicBezTo>
                    <a:pt x="454159" y="23083"/>
                    <a:pt x="455082" y="25852"/>
                    <a:pt x="456005" y="27699"/>
                  </a:cubicBezTo>
                  <a:lnTo>
                    <a:pt x="451390" y="28622"/>
                  </a:lnTo>
                  <a:lnTo>
                    <a:pt x="458775" y="28622"/>
                  </a:lnTo>
                  <a:cubicBezTo>
                    <a:pt x="459698" y="25852"/>
                    <a:pt x="461544" y="22159"/>
                    <a:pt x="462467" y="16619"/>
                  </a:cubicBezTo>
                  <a:lnTo>
                    <a:pt x="452313" y="17543"/>
                  </a:lnTo>
                  <a:lnTo>
                    <a:pt x="452313" y="17543"/>
                  </a:lnTo>
                  <a:close/>
                  <a:moveTo>
                    <a:pt x="461544" y="50782"/>
                  </a:moveTo>
                  <a:lnTo>
                    <a:pt x="461544" y="46165"/>
                  </a:lnTo>
                  <a:lnTo>
                    <a:pt x="454159" y="46165"/>
                  </a:lnTo>
                  <a:lnTo>
                    <a:pt x="454159" y="50782"/>
                  </a:lnTo>
                  <a:lnTo>
                    <a:pt x="461544" y="50782"/>
                  </a:lnTo>
                  <a:close/>
                  <a:moveTo>
                    <a:pt x="454159" y="56321"/>
                  </a:moveTo>
                  <a:lnTo>
                    <a:pt x="454159" y="60938"/>
                  </a:lnTo>
                  <a:lnTo>
                    <a:pt x="461544" y="60938"/>
                  </a:lnTo>
                  <a:lnTo>
                    <a:pt x="461544" y="56321"/>
                  </a:lnTo>
                  <a:lnTo>
                    <a:pt x="454159" y="56321"/>
                  </a:lnTo>
                  <a:close/>
                  <a:moveTo>
                    <a:pt x="489237" y="6463"/>
                  </a:moveTo>
                  <a:cubicBezTo>
                    <a:pt x="491083" y="11080"/>
                    <a:pt x="492929" y="14773"/>
                    <a:pt x="494775" y="21236"/>
                  </a:cubicBezTo>
                  <a:cubicBezTo>
                    <a:pt x="491083" y="22159"/>
                    <a:pt x="490160" y="22159"/>
                    <a:pt x="486467" y="24006"/>
                  </a:cubicBezTo>
                  <a:cubicBezTo>
                    <a:pt x="485544" y="21236"/>
                    <a:pt x="484621" y="14773"/>
                    <a:pt x="481852" y="10156"/>
                  </a:cubicBezTo>
                  <a:lnTo>
                    <a:pt x="489237" y="6463"/>
                  </a:lnTo>
                  <a:close/>
                  <a:moveTo>
                    <a:pt x="534468" y="53552"/>
                  </a:moveTo>
                  <a:cubicBezTo>
                    <a:pt x="542776" y="59091"/>
                    <a:pt x="550160" y="65554"/>
                    <a:pt x="552930" y="68324"/>
                  </a:cubicBezTo>
                  <a:lnTo>
                    <a:pt x="544622" y="76634"/>
                  </a:lnTo>
                  <a:cubicBezTo>
                    <a:pt x="540007" y="70171"/>
                    <a:pt x="534468" y="65554"/>
                    <a:pt x="528006" y="61861"/>
                  </a:cubicBezTo>
                  <a:lnTo>
                    <a:pt x="534468" y="53552"/>
                  </a:lnTo>
                  <a:close/>
                  <a:moveTo>
                    <a:pt x="633238" y="36932"/>
                  </a:moveTo>
                  <a:lnTo>
                    <a:pt x="633238" y="36932"/>
                  </a:lnTo>
                  <a:cubicBezTo>
                    <a:pt x="634161" y="38779"/>
                    <a:pt x="632315" y="38779"/>
                    <a:pt x="631392" y="38779"/>
                  </a:cubicBezTo>
                  <a:lnTo>
                    <a:pt x="630469" y="39702"/>
                  </a:lnTo>
                  <a:lnTo>
                    <a:pt x="655393" y="39702"/>
                  </a:lnTo>
                  <a:lnTo>
                    <a:pt x="659085" y="44319"/>
                  </a:lnTo>
                  <a:cubicBezTo>
                    <a:pt x="654469" y="51705"/>
                    <a:pt x="648931" y="56321"/>
                    <a:pt x="644315" y="60938"/>
                  </a:cubicBezTo>
                  <a:cubicBezTo>
                    <a:pt x="648008" y="62785"/>
                    <a:pt x="660931" y="68324"/>
                    <a:pt x="674777" y="67401"/>
                  </a:cubicBezTo>
                  <a:cubicBezTo>
                    <a:pt x="671085" y="71094"/>
                    <a:pt x="670162" y="72941"/>
                    <a:pt x="668316" y="77557"/>
                  </a:cubicBezTo>
                  <a:cubicBezTo>
                    <a:pt x="664623" y="77557"/>
                    <a:pt x="649854" y="75711"/>
                    <a:pt x="636008" y="66478"/>
                  </a:cubicBezTo>
                  <a:cubicBezTo>
                    <a:pt x="627700" y="71094"/>
                    <a:pt x="621238" y="73864"/>
                    <a:pt x="604623" y="77557"/>
                  </a:cubicBezTo>
                  <a:cubicBezTo>
                    <a:pt x="602776" y="73864"/>
                    <a:pt x="601853" y="72018"/>
                    <a:pt x="598161" y="68324"/>
                  </a:cubicBezTo>
                  <a:cubicBezTo>
                    <a:pt x="606469" y="68324"/>
                    <a:pt x="617546" y="65554"/>
                    <a:pt x="627700" y="60015"/>
                  </a:cubicBezTo>
                  <a:cubicBezTo>
                    <a:pt x="623084" y="56321"/>
                    <a:pt x="621238" y="52628"/>
                    <a:pt x="620315" y="50782"/>
                  </a:cubicBezTo>
                  <a:cubicBezTo>
                    <a:pt x="613854" y="56321"/>
                    <a:pt x="609238" y="59091"/>
                    <a:pt x="605546" y="60938"/>
                  </a:cubicBezTo>
                  <a:cubicBezTo>
                    <a:pt x="602776" y="57245"/>
                    <a:pt x="601853" y="56321"/>
                    <a:pt x="598161" y="53552"/>
                  </a:cubicBezTo>
                  <a:cubicBezTo>
                    <a:pt x="603700" y="50782"/>
                    <a:pt x="614777" y="47088"/>
                    <a:pt x="624007" y="33239"/>
                  </a:cubicBezTo>
                  <a:cubicBezTo>
                    <a:pt x="620315" y="36009"/>
                    <a:pt x="617546" y="37855"/>
                    <a:pt x="612930" y="38779"/>
                  </a:cubicBezTo>
                  <a:cubicBezTo>
                    <a:pt x="611084" y="39702"/>
                    <a:pt x="610161" y="37855"/>
                    <a:pt x="605546" y="33239"/>
                  </a:cubicBezTo>
                  <a:cubicBezTo>
                    <a:pt x="614777" y="30469"/>
                    <a:pt x="621238" y="27699"/>
                    <a:pt x="622161" y="15696"/>
                  </a:cubicBezTo>
                  <a:lnTo>
                    <a:pt x="609238" y="15696"/>
                  </a:lnTo>
                  <a:lnTo>
                    <a:pt x="615700" y="20313"/>
                  </a:lnTo>
                  <a:cubicBezTo>
                    <a:pt x="616623" y="20313"/>
                    <a:pt x="616623" y="21236"/>
                    <a:pt x="616623" y="21236"/>
                  </a:cubicBezTo>
                  <a:lnTo>
                    <a:pt x="615700" y="22159"/>
                  </a:lnTo>
                  <a:lnTo>
                    <a:pt x="613854" y="22159"/>
                  </a:lnTo>
                  <a:cubicBezTo>
                    <a:pt x="609238" y="27699"/>
                    <a:pt x="607392" y="29546"/>
                    <a:pt x="600930" y="34162"/>
                  </a:cubicBezTo>
                  <a:cubicBezTo>
                    <a:pt x="598161" y="30469"/>
                    <a:pt x="594469" y="28622"/>
                    <a:pt x="593545" y="27699"/>
                  </a:cubicBezTo>
                  <a:cubicBezTo>
                    <a:pt x="597238" y="25852"/>
                    <a:pt x="601853" y="22159"/>
                    <a:pt x="607392" y="15696"/>
                  </a:cubicBezTo>
                  <a:lnTo>
                    <a:pt x="595392" y="15696"/>
                  </a:lnTo>
                  <a:lnTo>
                    <a:pt x="595392" y="7386"/>
                  </a:lnTo>
                  <a:lnTo>
                    <a:pt x="628623" y="7386"/>
                  </a:lnTo>
                  <a:lnTo>
                    <a:pt x="628623" y="0"/>
                  </a:lnTo>
                  <a:lnTo>
                    <a:pt x="639700" y="0"/>
                  </a:lnTo>
                  <a:cubicBezTo>
                    <a:pt x="640623" y="0"/>
                    <a:pt x="641546" y="0"/>
                    <a:pt x="641546" y="923"/>
                  </a:cubicBezTo>
                  <a:cubicBezTo>
                    <a:pt x="641546" y="1847"/>
                    <a:pt x="640623" y="1847"/>
                    <a:pt x="639700" y="2770"/>
                  </a:cubicBezTo>
                  <a:lnTo>
                    <a:pt x="639700" y="7386"/>
                  </a:lnTo>
                  <a:lnTo>
                    <a:pt x="672931" y="7386"/>
                  </a:lnTo>
                  <a:lnTo>
                    <a:pt x="672931" y="15696"/>
                  </a:lnTo>
                  <a:lnTo>
                    <a:pt x="648931" y="15696"/>
                  </a:lnTo>
                  <a:lnTo>
                    <a:pt x="648931" y="32316"/>
                  </a:lnTo>
                  <a:cubicBezTo>
                    <a:pt x="648931" y="36009"/>
                    <a:pt x="648008" y="38779"/>
                    <a:pt x="636008" y="39702"/>
                  </a:cubicBezTo>
                  <a:cubicBezTo>
                    <a:pt x="635084" y="35085"/>
                    <a:pt x="632315" y="31392"/>
                    <a:pt x="631392" y="30469"/>
                  </a:cubicBezTo>
                  <a:cubicBezTo>
                    <a:pt x="633238" y="30469"/>
                    <a:pt x="635084" y="31392"/>
                    <a:pt x="636931" y="31392"/>
                  </a:cubicBezTo>
                  <a:cubicBezTo>
                    <a:pt x="637854" y="31392"/>
                    <a:pt x="639700" y="31392"/>
                    <a:pt x="639700" y="29546"/>
                  </a:cubicBezTo>
                  <a:lnTo>
                    <a:pt x="639700" y="15696"/>
                  </a:lnTo>
                  <a:lnTo>
                    <a:pt x="632315" y="15696"/>
                  </a:lnTo>
                  <a:cubicBezTo>
                    <a:pt x="632315" y="19389"/>
                    <a:pt x="631392" y="27699"/>
                    <a:pt x="624931" y="34162"/>
                  </a:cubicBezTo>
                  <a:lnTo>
                    <a:pt x="633238" y="36932"/>
                  </a:lnTo>
                  <a:lnTo>
                    <a:pt x="633238" y="36932"/>
                  </a:lnTo>
                  <a:close/>
                  <a:moveTo>
                    <a:pt x="627700" y="48935"/>
                  </a:moveTo>
                  <a:cubicBezTo>
                    <a:pt x="629546" y="50782"/>
                    <a:pt x="631392" y="53552"/>
                    <a:pt x="635084" y="56321"/>
                  </a:cubicBezTo>
                  <a:cubicBezTo>
                    <a:pt x="639700" y="52628"/>
                    <a:pt x="641546" y="50782"/>
                    <a:pt x="642469" y="48935"/>
                  </a:cubicBezTo>
                  <a:lnTo>
                    <a:pt x="627700" y="48935"/>
                  </a:lnTo>
                  <a:close/>
                  <a:moveTo>
                    <a:pt x="658162" y="15696"/>
                  </a:moveTo>
                  <a:cubicBezTo>
                    <a:pt x="662777" y="19389"/>
                    <a:pt x="666470" y="23083"/>
                    <a:pt x="671085" y="29546"/>
                  </a:cubicBezTo>
                  <a:cubicBezTo>
                    <a:pt x="670162" y="30469"/>
                    <a:pt x="667393" y="31392"/>
                    <a:pt x="662777" y="35085"/>
                  </a:cubicBezTo>
                  <a:cubicBezTo>
                    <a:pt x="658162" y="28622"/>
                    <a:pt x="655393" y="25852"/>
                    <a:pt x="650777" y="21236"/>
                  </a:cubicBezTo>
                  <a:lnTo>
                    <a:pt x="658162" y="15696"/>
                  </a:lnTo>
                  <a:close/>
                  <a:moveTo>
                    <a:pt x="783702" y="24006"/>
                  </a:moveTo>
                  <a:cubicBezTo>
                    <a:pt x="781856" y="25852"/>
                    <a:pt x="770778" y="35085"/>
                    <a:pt x="764317" y="43395"/>
                  </a:cubicBezTo>
                  <a:lnTo>
                    <a:pt x="766163" y="43395"/>
                  </a:lnTo>
                  <a:cubicBezTo>
                    <a:pt x="769855" y="43395"/>
                    <a:pt x="772625" y="46165"/>
                    <a:pt x="772625" y="48935"/>
                  </a:cubicBezTo>
                  <a:cubicBezTo>
                    <a:pt x="772625" y="50782"/>
                    <a:pt x="771701" y="59091"/>
                    <a:pt x="771701" y="60015"/>
                  </a:cubicBezTo>
                  <a:cubicBezTo>
                    <a:pt x="771701" y="64631"/>
                    <a:pt x="773548" y="65554"/>
                    <a:pt x="778163" y="65554"/>
                  </a:cubicBezTo>
                  <a:cubicBezTo>
                    <a:pt x="780009" y="65554"/>
                    <a:pt x="788317" y="65554"/>
                    <a:pt x="796625" y="62785"/>
                  </a:cubicBezTo>
                  <a:lnTo>
                    <a:pt x="796625" y="74787"/>
                  </a:lnTo>
                  <a:cubicBezTo>
                    <a:pt x="788317" y="76634"/>
                    <a:pt x="780009" y="76634"/>
                    <a:pt x="776317" y="76634"/>
                  </a:cubicBezTo>
                  <a:cubicBezTo>
                    <a:pt x="759701" y="76634"/>
                    <a:pt x="759701" y="69248"/>
                    <a:pt x="759701" y="65554"/>
                  </a:cubicBezTo>
                  <a:cubicBezTo>
                    <a:pt x="759701" y="63708"/>
                    <a:pt x="760624" y="58168"/>
                    <a:pt x="760624" y="57245"/>
                  </a:cubicBezTo>
                  <a:cubicBezTo>
                    <a:pt x="760624" y="56321"/>
                    <a:pt x="760624" y="53552"/>
                    <a:pt x="757855" y="53552"/>
                  </a:cubicBezTo>
                  <a:cubicBezTo>
                    <a:pt x="756009" y="53552"/>
                    <a:pt x="754163" y="55398"/>
                    <a:pt x="750470" y="59091"/>
                  </a:cubicBezTo>
                  <a:cubicBezTo>
                    <a:pt x="746778" y="62785"/>
                    <a:pt x="742163" y="68324"/>
                    <a:pt x="733855" y="77557"/>
                  </a:cubicBezTo>
                  <a:lnTo>
                    <a:pt x="724624" y="69248"/>
                  </a:lnTo>
                  <a:cubicBezTo>
                    <a:pt x="741240" y="54475"/>
                    <a:pt x="755086" y="37855"/>
                    <a:pt x="760624" y="31392"/>
                  </a:cubicBezTo>
                  <a:cubicBezTo>
                    <a:pt x="752317" y="34162"/>
                    <a:pt x="740317" y="36009"/>
                    <a:pt x="732932" y="36009"/>
                  </a:cubicBezTo>
                  <a:lnTo>
                    <a:pt x="731086" y="24929"/>
                  </a:lnTo>
                  <a:cubicBezTo>
                    <a:pt x="750470" y="25852"/>
                    <a:pt x="768009" y="21236"/>
                    <a:pt x="776317" y="17543"/>
                  </a:cubicBezTo>
                  <a:lnTo>
                    <a:pt x="783702" y="24006"/>
                  </a:lnTo>
                  <a:close/>
                  <a:moveTo>
                    <a:pt x="745855" y="1847"/>
                  </a:moveTo>
                  <a:cubicBezTo>
                    <a:pt x="753240" y="3693"/>
                    <a:pt x="761548" y="4617"/>
                    <a:pt x="768932" y="4617"/>
                  </a:cubicBezTo>
                  <a:lnTo>
                    <a:pt x="774471" y="4617"/>
                  </a:lnTo>
                  <a:cubicBezTo>
                    <a:pt x="773548" y="8310"/>
                    <a:pt x="773548" y="12003"/>
                    <a:pt x="773548" y="14773"/>
                  </a:cubicBezTo>
                  <a:lnTo>
                    <a:pt x="769855" y="14773"/>
                  </a:lnTo>
                  <a:cubicBezTo>
                    <a:pt x="768009" y="14773"/>
                    <a:pt x="756932" y="14773"/>
                    <a:pt x="744932" y="12003"/>
                  </a:cubicBezTo>
                  <a:lnTo>
                    <a:pt x="745855" y="1847"/>
                  </a:lnTo>
                  <a:close/>
                  <a:moveTo>
                    <a:pt x="921242" y="14773"/>
                  </a:moveTo>
                  <a:cubicBezTo>
                    <a:pt x="900011" y="14773"/>
                    <a:pt x="881549" y="32316"/>
                    <a:pt x="881549" y="47088"/>
                  </a:cubicBezTo>
                  <a:cubicBezTo>
                    <a:pt x="881549" y="57245"/>
                    <a:pt x="888011" y="63708"/>
                    <a:pt x="906472" y="64631"/>
                  </a:cubicBezTo>
                  <a:cubicBezTo>
                    <a:pt x="902780" y="71094"/>
                    <a:pt x="901857" y="74787"/>
                    <a:pt x="900934" y="77557"/>
                  </a:cubicBezTo>
                  <a:cubicBezTo>
                    <a:pt x="888011" y="74787"/>
                    <a:pt x="870472" y="67401"/>
                    <a:pt x="870472" y="48012"/>
                  </a:cubicBezTo>
                  <a:cubicBezTo>
                    <a:pt x="870472" y="36932"/>
                    <a:pt x="876934" y="26776"/>
                    <a:pt x="888011" y="18466"/>
                  </a:cubicBezTo>
                  <a:cubicBezTo>
                    <a:pt x="882472" y="18466"/>
                    <a:pt x="857549" y="21236"/>
                    <a:pt x="850164" y="24006"/>
                  </a:cubicBezTo>
                  <a:lnTo>
                    <a:pt x="848318" y="10156"/>
                  </a:lnTo>
                  <a:lnTo>
                    <a:pt x="853856" y="10156"/>
                  </a:lnTo>
                  <a:cubicBezTo>
                    <a:pt x="859395" y="10156"/>
                    <a:pt x="894472" y="8310"/>
                    <a:pt x="919396" y="1847"/>
                  </a:cubicBezTo>
                  <a:lnTo>
                    <a:pt x="921242" y="14773"/>
                  </a:lnTo>
                  <a:close/>
                  <a:moveTo>
                    <a:pt x="1034782" y="24929"/>
                  </a:moveTo>
                  <a:cubicBezTo>
                    <a:pt x="1035705" y="24929"/>
                    <a:pt x="1035705" y="24929"/>
                    <a:pt x="1034782" y="24929"/>
                  </a:cubicBezTo>
                  <a:cubicBezTo>
                    <a:pt x="1035705" y="26776"/>
                    <a:pt x="1034782" y="26776"/>
                    <a:pt x="1033859" y="26776"/>
                  </a:cubicBezTo>
                  <a:cubicBezTo>
                    <a:pt x="1032935" y="31392"/>
                    <a:pt x="1032935" y="35085"/>
                    <a:pt x="1030166" y="43395"/>
                  </a:cubicBezTo>
                  <a:cubicBezTo>
                    <a:pt x="1033859" y="45242"/>
                    <a:pt x="1039397" y="48935"/>
                    <a:pt x="1043089" y="52628"/>
                  </a:cubicBezTo>
                  <a:cubicBezTo>
                    <a:pt x="1039397" y="57245"/>
                    <a:pt x="1039397" y="58168"/>
                    <a:pt x="1036628" y="62785"/>
                  </a:cubicBezTo>
                  <a:cubicBezTo>
                    <a:pt x="1034782" y="60938"/>
                    <a:pt x="1032012" y="58168"/>
                    <a:pt x="1026474" y="54475"/>
                  </a:cubicBezTo>
                  <a:cubicBezTo>
                    <a:pt x="1023705" y="59091"/>
                    <a:pt x="1017243" y="70171"/>
                    <a:pt x="1007089" y="76634"/>
                  </a:cubicBezTo>
                  <a:cubicBezTo>
                    <a:pt x="1004320" y="72941"/>
                    <a:pt x="1002473" y="72018"/>
                    <a:pt x="997858" y="69248"/>
                  </a:cubicBezTo>
                  <a:cubicBezTo>
                    <a:pt x="1006166" y="65554"/>
                    <a:pt x="1013550" y="56321"/>
                    <a:pt x="1016320" y="48935"/>
                  </a:cubicBezTo>
                  <a:cubicBezTo>
                    <a:pt x="1010781" y="46165"/>
                    <a:pt x="1007089" y="45242"/>
                    <a:pt x="998781" y="43395"/>
                  </a:cubicBezTo>
                  <a:cubicBezTo>
                    <a:pt x="989550" y="61861"/>
                    <a:pt x="985858" y="69248"/>
                    <a:pt x="978473" y="69248"/>
                  </a:cubicBezTo>
                  <a:cubicBezTo>
                    <a:pt x="972012" y="69248"/>
                    <a:pt x="966473" y="63708"/>
                    <a:pt x="966473" y="56321"/>
                  </a:cubicBezTo>
                  <a:cubicBezTo>
                    <a:pt x="966473" y="46165"/>
                    <a:pt x="975704" y="33239"/>
                    <a:pt x="993243" y="33239"/>
                  </a:cubicBezTo>
                  <a:cubicBezTo>
                    <a:pt x="994166" y="30469"/>
                    <a:pt x="998781" y="18466"/>
                    <a:pt x="999704" y="16619"/>
                  </a:cubicBezTo>
                  <a:cubicBezTo>
                    <a:pt x="991396" y="18466"/>
                    <a:pt x="984012" y="19389"/>
                    <a:pt x="980319" y="20313"/>
                  </a:cubicBezTo>
                  <a:lnTo>
                    <a:pt x="977550" y="8310"/>
                  </a:lnTo>
                  <a:cubicBezTo>
                    <a:pt x="990473" y="8310"/>
                    <a:pt x="1002473" y="5540"/>
                    <a:pt x="1008012" y="2770"/>
                  </a:cubicBezTo>
                  <a:lnTo>
                    <a:pt x="1015397" y="9233"/>
                  </a:lnTo>
                  <a:cubicBezTo>
                    <a:pt x="1009858" y="16619"/>
                    <a:pt x="1004320" y="30469"/>
                    <a:pt x="1002473" y="34162"/>
                  </a:cubicBezTo>
                  <a:cubicBezTo>
                    <a:pt x="1009858" y="35085"/>
                    <a:pt x="1016320" y="37855"/>
                    <a:pt x="1019089" y="39702"/>
                  </a:cubicBezTo>
                  <a:cubicBezTo>
                    <a:pt x="1021858" y="30469"/>
                    <a:pt x="1021858" y="24006"/>
                    <a:pt x="1021858" y="21236"/>
                  </a:cubicBezTo>
                  <a:lnTo>
                    <a:pt x="1034782" y="24929"/>
                  </a:lnTo>
                  <a:lnTo>
                    <a:pt x="1034782" y="24929"/>
                  </a:lnTo>
                  <a:close/>
                  <a:moveTo>
                    <a:pt x="976627" y="55398"/>
                  </a:moveTo>
                  <a:cubicBezTo>
                    <a:pt x="976627" y="58168"/>
                    <a:pt x="978473" y="58168"/>
                    <a:pt x="978473" y="58168"/>
                  </a:cubicBezTo>
                  <a:cubicBezTo>
                    <a:pt x="981242" y="58168"/>
                    <a:pt x="986781" y="46165"/>
                    <a:pt x="988627" y="42472"/>
                  </a:cubicBezTo>
                  <a:cubicBezTo>
                    <a:pt x="983089" y="43395"/>
                    <a:pt x="976627" y="48012"/>
                    <a:pt x="976627" y="55398"/>
                  </a:cubicBezTo>
                  <a:close/>
                  <a:moveTo>
                    <a:pt x="1146475" y="3693"/>
                  </a:moveTo>
                  <a:cubicBezTo>
                    <a:pt x="1147398" y="3693"/>
                    <a:pt x="1148321" y="3693"/>
                    <a:pt x="1148321" y="4617"/>
                  </a:cubicBezTo>
                  <a:cubicBezTo>
                    <a:pt x="1148321" y="5540"/>
                    <a:pt x="1147398" y="5540"/>
                    <a:pt x="1146475" y="5540"/>
                  </a:cubicBezTo>
                  <a:lnTo>
                    <a:pt x="1146475" y="20313"/>
                  </a:lnTo>
                  <a:cubicBezTo>
                    <a:pt x="1155706" y="19389"/>
                    <a:pt x="1156629" y="18466"/>
                    <a:pt x="1163091" y="18466"/>
                  </a:cubicBezTo>
                  <a:lnTo>
                    <a:pt x="1163091" y="30469"/>
                  </a:lnTo>
                  <a:lnTo>
                    <a:pt x="1159398" y="30469"/>
                  </a:lnTo>
                  <a:cubicBezTo>
                    <a:pt x="1155706" y="30469"/>
                    <a:pt x="1150168" y="31392"/>
                    <a:pt x="1147398" y="31392"/>
                  </a:cubicBezTo>
                  <a:cubicBezTo>
                    <a:pt x="1147398" y="53552"/>
                    <a:pt x="1144629" y="55398"/>
                    <a:pt x="1128014" y="55398"/>
                  </a:cubicBezTo>
                  <a:cubicBezTo>
                    <a:pt x="1127090" y="51705"/>
                    <a:pt x="1125244" y="46165"/>
                    <a:pt x="1125244" y="45242"/>
                  </a:cubicBezTo>
                  <a:lnTo>
                    <a:pt x="1130783" y="45242"/>
                  </a:lnTo>
                  <a:cubicBezTo>
                    <a:pt x="1136321" y="45242"/>
                    <a:pt x="1136321" y="44319"/>
                    <a:pt x="1137244" y="33239"/>
                  </a:cubicBezTo>
                  <a:cubicBezTo>
                    <a:pt x="1130783" y="34162"/>
                    <a:pt x="1124321" y="35085"/>
                    <a:pt x="1117859" y="36932"/>
                  </a:cubicBezTo>
                  <a:cubicBezTo>
                    <a:pt x="1117859" y="40625"/>
                    <a:pt x="1117859" y="55398"/>
                    <a:pt x="1118783" y="59091"/>
                  </a:cubicBezTo>
                  <a:cubicBezTo>
                    <a:pt x="1120629" y="63708"/>
                    <a:pt x="1126167" y="64631"/>
                    <a:pt x="1131706" y="64631"/>
                  </a:cubicBezTo>
                  <a:cubicBezTo>
                    <a:pt x="1134475" y="64631"/>
                    <a:pt x="1145552" y="64631"/>
                    <a:pt x="1158475" y="60938"/>
                  </a:cubicBezTo>
                  <a:cubicBezTo>
                    <a:pt x="1157552" y="64631"/>
                    <a:pt x="1157552" y="67401"/>
                    <a:pt x="1156629" y="72941"/>
                  </a:cubicBezTo>
                  <a:cubicBezTo>
                    <a:pt x="1145552" y="74787"/>
                    <a:pt x="1128937" y="74787"/>
                    <a:pt x="1128937" y="74787"/>
                  </a:cubicBezTo>
                  <a:cubicBezTo>
                    <a:pt x="1118783" y="74787"/>
                    <a:pt x="1110475" y="72941"/>
                    <a:pt x="1107706" y="62785"/>
                  </a:cubicBezTo>
                  <a:cubicBezTo>
                    <a:pt x="1106782" y="58168"/>
                    <a:pt x="1106782" y="51705"/>
                    <a:pt x="1106782" y="38779"/>
                  </a:cubicBezTo>
                  <a:cubicBezTo>
                    <a:pt x="1096628" y="40625"/>
                    <a:pt x="1095705" y="41549"/>
                    <a:pt x="1090167" y="42472"/>
                  </a:cubicBezTo>
                  <a:lnTo>
                    <a:pt x="1089244" y="29546"/>
                  </a:lnTo>
                  <a:cubicBezTo>
                    <a:pt x="1093859" y="29546"/>
                    <a:pt x="1102167" y="28622"/>
                    <a:pt x="1106782" y="26776"/>
                  </a:cubicBezTo>
                  <a:cubicBezTo>
                    <a:pt x="1106782" y="22159"/>
                    <a:pt x="1106782" y="11080"/>
                    <a:pt x="1105859" y="6463"/>
                  </a:cubicBezTo>
                  <a:lnTo>
                    <a:pt x="1117859" y="8310"/>
                  </a:lnTo>
                  <a:cubicBezTo>
                    <a:pt x="1118783" y="8310"/>
                    <a:pt x="1119706" y="8310"/>
                    <a:pt x="1119706" y="9233"/>
                  </a:cubicBezTo>
                  <a:cubicBezTo>
                    <a:pt x="1119706" y="10156"/>
                    <a:pt x="1118783" y="10156"/>
                    <a:pt x="1117859" y="10156"/>
                  </a:cubicBezTo>
                  <a:cubicBezTo>
                    <a:pt x="1117859" y="12003"/>
                    <a:pt x="1116936" y="22159"/>
                    <a:pt x="1116936" y="24006"/>
                  </a:cubicBezTo>
                  <a:cubicBezTo>
                    <a:pt x="1121552" y="23083"/>
                    <a:pt x="1127090" y="22159"/>
                    <a:pt x="1135398" y="21236"/>
                  </a:cubicBezTo>
                  <a:cubicBezTo>
                    <a:pt x="1135398" y="14773"/>
                    <a:pt x="1135398" y="7386"/>
                    <a:pt x="1133552" y="923"/>
                  </a:cubicBezTo>
                  <a:lnTo>
                    <a:pt x="1146475" y="3693"/>
                  </a:lnTo>
                  <a:lnTo>
                    <a:pt x="1146475" y="3693"/>
                  </a:lnTo>
                  <a:close/>
                  <a:moveTo>
                    <a:pt x="1262784" y="10156"/>
                  </a:moveTo>
                  <a:cubicBezTo>
                    <a:pt x="1257246" y="13850"/>
                    <a:pt x="1243399" y="26776"/>
                    <a:pt x="1240630" y="30469"/>
                  </a:cubicBezTo>
                  <a:cubicBezTo>
                    <a:pt x="1242476" y="29546"/>
                    <a:pt x="1246169" y="28622"/>
                    <a:pt x="1251707" y="28622"/>
                  </a:cubicBezTo>
                  <a:cubicBezTo>
                    <a:pt x="1263707" y="28622"/>
                    <a:pt x="1275708" y="36009"/>
                    <a:pt x="1275708" y="50782"/>
                  </a:cubicBezTo>
                  <a:cubicBezTo>
                    <a:pt x="1275708" y="69248"/>
                    <a:pt x="1258169" y="76634"/>
                    <a:pt x="1244322" y="76634"/>
                  </a:cubicBezTo>
                  <a:cubicBezTo>
                    <a:pt x="1231399" y="76634"/>
                    <a:pt x="1224015" y="70171"/>
                    <a:pt x="1224015" y="62785"/>
                  </a:cubicBezTo>
                  <a:cubicBezTo>
                    <a:pt x="1224015" y="55398"/>
                    <a:pt x="1230476" y="49858"/>
                    <a:pt x="1239707" y="49858"/>
                  </a:cubicBezTo>
                  <a:cubicBezTo>
                    <a:pt x="1246169" y="49858"/>
                    <a:pt x="1255400" y="53552"/>
                    <a:pt x="1257246" y="62785"/>
                  </a:cubicBezTo>
                  <a:cubicBezTo>
                    <a:pt x="1264631" y="59091"/>
                    <a:pt x="1264631" y="52628"/>
                    <a:pt x="1264631" y="50782"/>
                  </a:cubicBezTo>
                  <a:cubicBezTo>
                    <a:pt x="1264631" y="46165"/>
                    <a:pt x="1261861" y="37855"/>
                    <a:pt x="1249861" y="37855"/>
                  </a:cubicBezTo>
                  <a:cubicBezTo>
                    <a:pt x="1235092" y="37855"/>
                    <a:pt x="1226784" y="47088"/>
                    <a:pt x="1214784" y="59091"/>
                  </a:cubicBezTo>
                  <a:lnTo>
                    <a:pt x="1205553" y="50782"/>
                  </a:lnTo>
                  <a:cubicBezTo>
                    <a:pt x="1214784" y="44319"/>
                    <a:pt x="1236938" y="22159"/>
                    <a:pt x="1242476" y="15696"/>
                  </a:cubicBezTo>
                  <a:cubicBezTo>
                    <a:pt x="1235092" y="17543"/>
                    <a:pt x="1222168" y="18466"/>
                    <a:pt x="1216630" y="18466"/>
                  </a:cubicBezTo>
                  <a:lnTo>
                    <a:pt x="1214784" y="7386"/>
                  </a:lnTo>
                  <a:cubicBezTo>
                    <a:pt x="1221245" y="7386"/>
                    <a:pt x="1244322" y="7386"/>
                    <a:pt x="1257246" y="1847"/>
                  </a:cubicBezTo>
                  <a:lnTo>
                    <a:pt x="1262784" y="10156"/>
                  </a:lnTo>
                  <a:lnTo>
                    <a:pt x="1262784" y="10156"/>
                  </a:lnTo>
                  <a:close/>
                  <a:moveTo>
                    <a:pt x="1237861" y="59091"/>
                  </a:moveTo>
                  <a:cubicBezTo>
                    <a:pt x="1235092" y="59091"/>
                    <a:pt x="1233245" y="60938"/>
                    <a:pt x="1233245" y="62785"/>
                  </a:cubicBezTo>
                  <a:cubicBezTo>
                    <a:pt x="1233245" y="66478"/>
                    <a:pt x="1237861" y="68324"/>
                    <a:pt x="1241553" y="68324"/>
                  </a:cubicBezTo>
                  <a:cubicBezTo>
                    <a:pt x="1243399" y="68324"/>
                    <a:pt x="1245246" y="68324"/>
                    <a:pt x="1246169" y="67401"/>
                  </a:cubicBezTo>
                  <a:cubicBezTo>
                    <a:pt x="1246169" y="61861"/>
                    <a:pt x="1242476" y="59091"/>
                    <a:pt x="1237861" y="59091"/>
                  </a:cubicBezTo>
                  <a:close/>
                </a:path>
              </a:pathLst>
            </a:custGeom>
            <a:solidFill>
              <a:srgbClr val="3E3A39"/>
            </a:solidFill>
            <a:ln w="9231" cap="flat">
              <a:noFill/>
              <a:prstDash val="solid"/>
              <a:miter/>
            </a:ln>
          </p:spPr>
          <p:txBody>
            <a:bodyPr rtlCol="0" anchor="ctr"/>
            <a:lstStyle/>
            <a:p>
              <a:endParaRPr lang="ja-JP" altLang="en-US" b="0" i="0">
                <a:latin typeface="Arial" panose="020B0604020202020204" pitchFamily="34" charset="0"/>
              </a:endParaRPr>
            </a:p>
          </p:txBody>
        </p:sp>
        <p:sp>
          <p:nvSpPr>
            <p:cNvPr id="8" name="フリーフォーム 7">
              <a:extLst>
                <a:ext uri="{FF2B5EF4-FFF2-40B4-BE49-F238E27FC236}">
                  <a16:creationId xmlns:a16="http://schemas.microsoft.com/office/drawing/2014/main" id="{A5EBFB3D-7A2D-FB4E-0B39-A1EECCD0E59E}"/>
                </a:ext>
              </a:extLst>
            </p:cNvPr>
            <p:cNvSpPr/>
            <p:nvPr/>
          </p:nvSpPr>
          <p:spPr>
            <a:xfrm>
              <a:off x="4142101" y="-4761261"/>
              <a:ext cx="22154" cy="22260"/>
            </a:xfrm>
            <a:custGeom>
              <a:avLst/>
              <a:gdLst>
                <a:gd name="connsiteX0" fmla="*/ 22154 w 22154"/>
                <a:gd name="connsiteY0" fmla="*/ 11181 h 22260"/>
                <a:gd name="connsiteX1" fmla="*/ 11077 w 22154"/>
                <a:gd name="connsiteY1" fmla="*/ 22260 h 22260"/>
                <a:gd name="connsiteX2" fmla="*/ 0 w 22154"/>
                <a:gd name="connsiteY2" fmla="*/ 11181 h 22260"/>
                <a:gd name="connsiteX3" fmla="*/ 11077 w 22154"/>
                <a:gd name="connsiteY3" fmla="*/ 101 h 22260"/>
                <a:gd name="connsiteX4" fmla="*/ 22154 w 22154"/>
                <a:gd name="connsiteY4" fmla="*/ 11181 h 22260"/>
                <a:gd name="connsiteX5" fmla="*/ 3692 w 22154"/>
                <a:gd name="connsiteY5" fmla="*/ 11181 h 22260"/>
                <a:gd name="connsiteX6" fmla="*/ 10154 w 22154"/>
                <a:gd name="connsiteY6" fmla="*/ 17644 h 22260"/>
                <a:gd name="connsiteX7" fmla="*/ 16616 w 22154"/>
                <a:gd name="connsiteY7" fmla="*/ 11181 h 22260"/>
                <a:gd name="connsiteX8" fmla="*/ 10154 w 22154"/>
                <a:gd name="connsiteY8" fmla="*/ 4718 h 22260"/>
                <a:gd name="connsiteX9" fmla="*/ 3692 w 22154"/>
                <a:gd name="connsiteY9" fmla="*/ 11181 h 22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154" h="22260">
                  <a:moveTo>
                    <a:pt x="22154" y="11181"/>
                  </a:moveTo>
                  <a:cubicBezTo>
                    <a:pt x="22154" y="17644"/>
                    <a:pt x="16616" y="22260"/>
                    <a:pt x="11077" y="22260"/>
                  </a:cubicBezTo>
                  <a:cubicBezTo>
                    <a:pt x="4615" y="22260"/>
                    <a:pt x="0" y="17644"/>
                    <a:pt x="0" y="11181"/>
                  </a:cubicBezTo>
                  <a:cubicBezTo>
                    <a:pt x="0" y="4718"/>
                    <a:pt x="4615" y="101"/>
                    <a:pt x="11077" y="101"/>
                  </a:cubicBezTo>
                  <a:cubicBezTo>
                    <a:pt x="16616" y="-822"/>
                    <a:pt x="22154" y="4718"/>
                    <a:pt x="22154" y="11181"/>
                  </a:cubicBezTo>
                  <a:close/>
                  <a:moveTo>
                    <a:pt x="3692" y="11181"/>
                  </a:moveTo>
                  <a:cubicBezTo>
                    <a:pt x="3692" y="14874"/>
                    <a:pt x="6462" y="17644"/>
                    <a:pt x="10154" y="17644"/>
                  </a:cubicBezTo>
                  <a:cubicBezTo>
                    <a:pt x="13846" y="17644"/>
                    <a:pt x="16616" y="14874"/>
                    <a:pt x="16616" y="11181"/>
                  </a:cubicBezTo>
                  <a:cubicBezTo>
                    <a:pt x="16616" y="7487"/>
                    <a:pt x="13846" y="4718"/>
                    <a:pt x="10154" y="4718"/>
                  </a:cubicBezTo>
                  <a:cubicBezTo>
                    <a:pt x="6462" y="3794"/>
                    <a:pt x="3692" y="7487"/>
                    <a:pt x="3692" y="11181"/>
                  </a:cubicBezTo>
                  <a:close/>
                </a:path>
              </a:pathLst>
            </a:custGeom>
            <a:solidFill>
              <a:srgbClr val="3E3A39"/>
            </a:solidFill>
            <a:ln w="9231" cap="flat">
              <a:noFill/>
              <a:prstDash val="solid"/>
              <a:miter/>
            </a:ln>
          </p:spPr>
          <p:txBody>
            <a:bodyPr rtlCol="0" anchor="ctr"/>
            <a:lstStyle/>
            <a:p>
              <a:endParaRPr lang="ja-JP" altLang="en-US" b="0" i="0">
                <a:latin typeface="Arial" panose="020B0604020202020204" pitchFamily="34" charset="0"/>
              </a:endParaRPr>
            </a:p>
          </p:txBody>
        </p:sp>
      </p:grpSp>
      <p:sp>
        <p:nvSpPr>
          <p:cNvPr id="3" name="テキスト ボックス 2">
            <a:extLst>
              <a:ext uri="{FF2B5EF4-FFF2-40B4-BE49-F238E27FC236}">
                <a16:creationId xmlns:a16="http://schemas.microsoft.com/office/drawing/2014/main" id="{3F3D232E-A8C0-CFAE-2D64-6664B86A7D1D}"/>
              </a:ext>
            </a:extLst>
          </p:cNvPr>
          <p:cNvSpPr txBox="1"/>
          <p:nvPr userDrawn="1"/>
        </p:nvSpPr>
        <p:spPr>
          <a:xfrm>
            <a:off x="532015" y="307571"/>
            <a:ext cx="0" cy="0"/>
          </a:xfrm>
          <a:prstGeom prst="rect">
            <a:avLst/>
          </a:prstGeom>
        </p:spPr>
        <p:txBody>
          <a:bodyPr wrap="none" rtlCol="0">
            <a:noAutofit/>
          </a:bodyPr>
          <a:lstStyle/>
          <a:p>
            <a:pPr marL="0" indent="0" algn="l">
              <a:lnSpc>
                <a:spcPct val="110000"/>
              </a:lnSpc>
              <a:spcBef>
                <a:spcPts val="0"/>
              </a:spcBef>
              <a:buFont typeface="Arial" panose="020B0604020202020204" pitchFamily="34" charset="0"/>
              <a:buNone/>
            </a:pPr>
            <a:endParaRPr kumimoji="1" lang="ja-JP" altLang="en-US" sz="1800" b="0" i="0">
              <a:latin typeface="Arial" panose="020B0604020202020204" pitchFamily="34" charset="0"/>
            </a:endParaRPr>
          </a:p>
        </p:txBody>
      </p:sp>
      <p:sp>
        <p:nvSpPr>
          <p:cNvPr id="15" name="テキスト ボックス 14">
            <a:extLst>
              <a:ext uri="{FF2B5EF4-FFF2-40B4-BE49-F238E27FC236}">
                <a16:creationId xmlns:a16="http://schemas.microsoft.com/office/drawing/2014/main" id="{4F056EF3-BCCB-9C70-099D-725955472428}"/>
              </a:ext>
            </a:extLst>
          </p:cNvPr>
          <p:cNvSpPr txBox="1"/>
          <p:nvPr userDrawn="1"/>
        </p:nvSpPr>
        <p:spPr>
          <a:xfrm>
            <a:off x="452650" y="5164655"/>
            <a:ext cx="1232912" cy="1107996"/>
          </a:xfrm>
          <a:prstGeom prst="rect">
            <a:avLst/>
          </a:prstGeom>
        </p:spPr>
        <p:txBody>
          <a:bodyPr wrap="square" lIns="0" tIns="0" rIns="0" bIns="0" rtlCol="0">
            <a:spAutoFit/>
          </a:bodyPr>
          <a:lstStyle/>
          <a:p>
            <a:pPr marL="0" indent="0" algn="dist">
              <a:lnSpc>
                <a:spcPct val="100000"/>
              </a:lnSpc>
              <a:spcBef>
                <a:spcPts val="0"/>
              </a:spcBef>
              <a:buFont typeface="Arial" panose="020B0604020202020204" pitchFamily="34" charset="0"/>
              <a:buNone/>
            </a:pPr>
            <a:r>
              <a:rPr lang="ja-JP" altLang="en-US" sz="2400" b="1" i="0">
                <a:latin typeface="Meiryo" panose="020B0604030504040204" pitchFamily="34" charset="-128"/>
                <a:ea typeface="Meiryo" panose="020B0604030504040204" pitchFamily="34" charset="-128"/>
              </a:rPr>
              <a:t>担　当：</a:t>
            </a:r>
          </a:p>
          <a:p>
            <a:pPr marL="0" indent="0" algn="dist">
              <a:lnSpc>
                <a:spcPct val="100000"/>
              </a:lnSpc>
              <a:spcBef>
                <a:spcPts val="0"/>
              </a:spcBef>
              <a:buFont typeface="Arial" panose="020B0604020202020204" pitchFamily="34" charset="0"/>
              <a:buNone/>
            </a:pPr>
            <a:r>
              <a:rPr lang="ja-JP" altLang="en-US" sz="2400" b="1" i="0">
                <a:latin typeface="Meiryo" panose="020B0604030504040204" pitchFamily="34" charset="-128"/>
                <a:ea typeface="Meiryo" panose="020B0604030504040204" pitchFamily="34" charset="-128"/>
              </a:rPr>
              <a:t>メール：</a:t>
            </a:r>
          </a:p>
          <a:p>
            <a:pPr marL="0" indent="0" algn="dist">
              <a:lnSpc>
                <a:spcPct val="100000"/>
              </a:lnSpc>
              <a:spcBef>
                <a:spcPts val="0"/>
              </a:spcBef>
              <a:buFont typeface="Arial" panose="020B0604020202020204" pitchFamily="34" charset="0"/>
              <a:buNone/>
            </a:pPr>
            <a:r>
              <a:rPr lang="ja-JP" altLang="en-US" sz="2400" b="1" i="0">
                <a:latin typeface="Meiryo" panose="020B0604030504040204" pitchFamily="34" charset="-128"/>
                <a:ea typeface="Meiryo" panose="020B0604030504040204" pitchFamily="34" charset="-128"/>
              </a:rPr>
              <a:t>電　話：</a:t>
            </a:r>
          </a:p>
        </p:txBody>
      </p:sp>
      <p:cxnSp>
        <p:nvCxnSpPr>
          <p:cNvPr id="23" name="直線コネクタ 22">
            <a:extLst>
              <a:ext uri="{FF2B5EF4-FFF2-40B4-BE49-F238E27FC236}">
                <a16:creationId xmlns:a16="http://schemas.microsoft.com/office/drawing/2014/main" id="{EEF440DD-F48C-083E-906C-EB08E4DBAEA4}"/>
              </a:ext>
            </a:extLst>
          </p:cNvPr>
          <p:cNvCxnSpPr>
            <a:cxnSpLocks/>
          </p:cNvCxnSpPr>
          <p:nvPr userDrawn="1"/>
        </p:nvCxnSpPr>
        <p:spPr>
          <a:xfrm>
            <a:off x="2047285" y="2391815"/>
            <a:ext cx="8097430"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5727E341-B46B-2A7D-EB17-478B3C96BFB6}"/>
              </a:ext>
            </a:extLst>
          </p:cNvPr>
          <p:cNvSpPr txBox="1"/>
          <p:nvPr userDrawn="1"/>
        </p:nvSpPr>
        <p:spPr>
          <a:xfrm>
            <a:off x="1637221" y="1517694"/>
            <a:ext cx="8917558" cy="677108"/>
          </a:xfrm>
          <a:prstGeom prst="rect">
            <a:avLst/>
          </a:prstGeom>
        </p:spPr>
        <p:txBody>
          <a:bodyPr wrap="square" lIns="0" tIns="0" rIns="0" bIns="0" rtlCol="0">
            <a:spAutoFit/>
          </a:bodyPr>
          <a:lstStyle/>
          <a:p>
            <a:pPr marL="0" indent="0" algn="ctr">
              <a:lnSpc>
                <a:spcPct val="110000"/>
              </a:lnSpc>
              <a:spcBef>
                <a:spcPts val="0"/>
              </a:spcBef>
              <a:buFont typeface="Arial" panose="020B0604020202020204" pitchFamily="34" charset="0"/>
              <a:buNone/>
            </a:pPr>
            <a:r>
              <a:rPr lang="ja-JP" altLang="en-US" sz="4000" b="1" i="0">
                <a:latin typeface="Meiryo" panose="020B0604030504040204" pitchFamily="34" charset="-128"/>
                <a:ea typeface="Meiryo" panose="020B0604030504040204" pitchFamily="34" charset="-128"/>
              </a:rPr>
              <a:t>本日は誠にありがとうございました</a:t>
            </a:r>
          </a:p>
        </p:txBody>
      </p:sp>
      <p:sp>
        <p:nvSpPr>
          <p:cNvPr id="9" name="テキスト ボックス 8">
            <a:extLst>
              <a:ext uri="{FF2B5EF4-FFF2-40B4-BE49-F238E27FC236}">
                <a16:creationId xmlns:a16="http://schemas.microsoft.com/office/drawing/2014/main" id="{4BE82A68-3DDD-7894-5D6F-573193D757D5}"/>
              </a:ext>
            </a:extLst>
          </p:cNvPr>
          <p:cNvSpPr txBox="1"/>
          <p:nvPr userDrawn="1"/>
        </p:nvSpPr>
        <p:spPr>
          <a:xfrm>
            <a:off x="2293541" y="2719849"/>
            <a:ext cx="7604919" cy="1421928"/>
          </a:xfrm>
          <a:prstGeom prst="rect">
            <a:avLst/>
          </a:prstGeom>
        </p:spPr>
        <p:txBody>
          <a:bodyPr wrap="square" lIns="0" tIns="0" rIns="0" bIns="0" rtlCol="0">
            <a:spAutoFit/>
          </a:bodyPr>
          <a:lstStyle/>
          <a:p>
            <a:pPr marL="0" indent="0" algn="ctr">
              <a:lnSpc>
                <a:spcPct val="110000"/>
              </a:lnSpc>
              <a:spcBef>
                <a:spcPts val="0"/>
              </a:spcBef>
              <a:buFont typeface="Arial" panose="020B0604020202020204" pitchFamily="34" charset="0"/>
              <a:buNone/>
            </a:pPr>
            <a:r>
              <a:rPr lang="ja-JP" altLang="en-US" sz="2800" b="1" i="0">
                <a:latin typeface="Meiryo" panose="020B0604030504040204" pitchFamily="34" charset="-128"/>
                <a:ea typeface="Meiryo" panose="020B0604030504040204" pitchFamily="34" charset="-128"/>
              </a:rPr>
              <a:t>貴社のビジネス変革の一助となれるよう、</a:t>
            </a:r>
            <a:endParaRPr lang="en-US" altLang="ja-JP" sz="2800" b="1" i="0">
              <a:latin typeface="Meiryo" panose="020B0604030504040204" pitchFamily="34" charset="-128"/>
              <a:ea typeface="Meiryo" panose="020B0604030504040204" pitchFamily="34" charset="-128"/>
            </a:endParaRPr>
          </a:p>
          <a:p>
            <a:pPr marL="0" indent="0" algn="ctr">
              <a:lnSpc>
                <a:spcPct val="110000"/>
              </a:lnSpc>
              <a:spcBef>
                <a:spcPts val="0"/>
              </a:spcBef>
              <a:buFont typeface="Arial" panose="020B0604020202020204" pitchFamily="34" charset="0"/>
              <a:buNone/>
            </a:pPr>
            <a:r>
              <a:rPr lang="ja-JP" altLang="en-US" sz="2800" b="1" i="0">
                <a:latin typeface="Meiryo" panose="020B0604030504040204" pitchFamily="34" charset="-128"/>
                <a:ea typeface="Meiryo" panose="020B0604030504040204" pitchFamily="34" charset="-128"/>
              </a:rPr>
              <a:t>精一杯サポートさせていただきます。</a:t>
            </a:r>
          </a:p>
          <a:p>
            <a:pPr marL="0" indent="0" algn="ctr">
              <a:lnSpc>
                <a:spcPct val="110000"/>
              </a:lnSpc>
              <a:spcBef>
                <a:spcPts val="0"/>
              </a:spcBef>
              <a:buFont typeface="Arial" panose="020B0604020202020204" pitchFamily="34" charset="0"/>
              <a:buNone/>
            </a:pPr>
            <a:r>
              <a:rPr lang="ja-JP" altLang="en-US" sz="2800" b="1" i="0">
                <a:latin typeface="Meiryo" panose="020B0604030504040204" pitchFamily="34" charset="-128"/>
                <a:ea typeface="Meiryo" panose="020B0604030504040204" pitchFamily="34" charset="-128"/>
              </a:rPr>
              <a:t>どうぞよろしくお願いいたします。</a:t>
            </a:r>
          </a:p>
        </p:txBody>
      </p:sp>
      <p:sp>
        <p:nvSpPr>
          <p:cNvPr id="14" name="テキスト プレースホルダー 9">
            <a:extLst>
              <a:ext uri="{FF2B5EF4-FFF2-40B4-BE49-F238E27FC236}">
                <a16:creationId xmlns:a16="http://schemas.microsoft.com/office/drawing/2014/main" id="{AB8297C1-D990-33D2-6020-2A372C7E19DC}"/>
              </a:ext>
            </a:extLst>
          </p:cNvPr>
          <p:cNvSpPr>
            <a:spLocks noGrp="1"/>
          </p:cNvSpPr>
          <p:nvPr>
            <p:ph type="body" sz="quarter" idx="11" hasCustomPrompt="1"/>
          </p:nvPr>
        </p:nvSpPr>
        <p:spPr>
          <a:xfrm>
            <a:off x="1777001" y="5164655"/>
            <a:ext cx="9962349" cy="1107996"/>
          </a:xfrm>
          <a:prstGeom prst="rect">
            <a:avLst/>
          </a:prstGeom>
        </p:spPr>
        <p:txBody>
          <a:bodyPr wrap="square" lIns="0" tIns="0" rIns="0" bIns="0" anchor="t" anchorCtr="0">
            <a:spAutoFit/>
          </a:bodyPr>
          <a:lstStyle>
            <a:lvl1pPr marL="0" marR="0" indent="0" algn="l" defTabSz="914400" rtl="0" eaLnBrk="1" fontAlgn="auto" latinLnBrk="0" hangingPunct="1">
              <a:lnSpc>
                <a:spcPct val="100000"/>
              </a:lnSpc>
              <a:spcBef>
                <a:spcPct val="0"/>
              </a:spcBef>
              <a:spcAft>
                <a:spcPts val="0"/>
              </a:spcAft>
              <a:buClrTx/>
              <a:buSzTx/>
              <a:buFontTx/>
              <a:buNone/>
              <a:tabLst/>
              <a:defRPr sz="2400" b="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l" defTabSz="914400" rtl="0" eaLnBrk="1" fontAlgn="auto" latinLnBrk="0" hangingPunct="1">
              <a:lnSpc>
                <a:spcPct val="100000"/>
              </a:lnSpc>
              <a:spcBef>
                <a:spcPct val="0"/>
              </a:spcBef>
              <a:spcAft>
                <a:spcPts val="0"/>
              </a:spcAft>
              <a:buClrTx/>
              <a:buSzTx/>
              <a:buFontTx/>
              <a:buNone/>
              <a:tabLst/>
              <a:defRPr/>
            </a:pPr>
            <a:r>
              <a:rPr lang="ja-JP" altLang="en-US"/>
              <a:t>部署名　氏名</a:t>
            </a:r>
            <a:endParaRPr lang="en-US" altLang="ja-JP"/>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ja-JP" err="1"/>
              <a:t>XXXX@shiftinc.jp</a:t>
            </a:r>
            <a:endParaRPr lang="en-US" altLang="ja-JP"/>
          </a:p>
          <a:p>
            <a:pPr marL="0" marR="0" lvl="0" indent="0" algn="l" defTabSz="914400" rtl="0" eaLnBrk="1" fontAlgn="auto" latinLnBrk="0" hangingPunct="1">
              <a:lnSpc>
                <a:spcPct val="100000"/>
              </a:lnSpc>
              <a:spcBef>
                <a:spcPct val="0"/>
              </a:spcBef>
              <a:spcAft>
                <a:spcPts val="0"/>
              </a:spcAft>
              <a:buClrTx/>
              <a:buSzTx/>
              <a:buFontTx/>
              <a:buNone/>
              <a:tabLst/>
              <a:defRPr/>
            </a:pPr>
            <a:r>
              <a:rPr lang="en-US" altLang="ja-JP"/>
              <a:t>03-XXXX-XXXX</a:t>
            </a:r>
          </a:p>
        </p:txBody>
      </p:sp>
      <p:sp>
        <p:nvSpPr>
          <p:cNvPr id="4" name="日付プレースホルダー 3">
            <a:extLst>
              <a:ext uri="{FF2B5EF4-FFF2-40B4-BE49-F238E27FC236}">
                <a16:creationId xmlns:a16="http://schemas.microsoft.com/office/drawing/2014/main" id="{17236C85-B321-447D-83CF-DFE1074CAAEC}"/>
              </a:ext>
            </a:extLst>
          </p:cNvPr>
          <p:cNvSpPr txBox="1">
            <a:spLocks/>
          </p:cNvSpPr>
          <p:nvPr userDrawn="1"/>
        </p:nvSpPr>
        <p:spPr>
          <a:xfrm>
            <a:off x="466921" y="6469666"/>
            <a:ext cx="1172098" cy="263644"/>
          </a:xfrm>
          <a:prstGeom prst="rect">
            <a:avLst/>
          </a:prstGeom>
          <a:noFill/>
          <a:ln w="19050">
            <a:solidFill>
              <a:schemeClr val="accent1"/>
            </a:solidFill>
            <a:miter lim="800000"/>
            <a:headEnd/>
            <a:tailEnd/>
          </a:ln>
        </p:spPr>
        <p:txBody>
          <a:bodyPr vert="horz" lIns="0" tIns="45720" rIns="0" bIns="45720" rtlCol="0" anchor="ctr"/>
          <a:lstStyle>
            <a:defPPr>
              <a:defRPr lang="ja-JP"/>
            </a:defPPr>
            <a:lvl1pPr marL="0" algn="l" defTabSz="914400" rtl="0" eaLnBrk="1" latinLnBrk="0" hangingPunct="1">
              <a:defRPr kumimoji="1" sz="700" kern="1200" baseline="0">
                <a:solidFill>
                  <a:schemeClr val="tx1">
                    <a:tint val="75000"/>
                  </a:schemeClr>
                </a:solidFill>
                <a:latin typeface="Arial" panose="020B0604020202020204" pitchFamily="34" charset="0"/>
                <a:ea typeface="メイリオ" panose="020B0604030504040204" pitchFamily="34"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 altLang="ja-JP" sz="1100" b="1" i="1">
                <a:solidFill>
                  <a:schemeClr val="accent1"/>
                </a:solidFill>
              </a:rPr>
              <a:t>CONFIDENTIAL</a:t>
            </a:r>
          </a:p>
        </p:txBody>
      </p:sp>
      <p:sp>
        <p:nvSpPr>
          <p:cNvPr id="10" name="日付プレースホルダー 3">
            <a:extLst>
              <a:ext uri="{FF2B5EF4-FFF2-40B4-BE49-F238E27FC236}">
                <a16:creationId xmlns:a16="http://schemas.microsoft.com/office/drawing/2014/main" id="{B1BB92DA-5EC8-5BD4-74AD-7A49AE0B420B}"/>
              </a:ext>
            </a:extLst>
          </p:cNvPr>
          <p:cNvSpPr txBox="1">
            <a:spLocks/>
          </p:cNvSpPr>
          <p:nvPr userDrawn="1"/>
        </p:nvSpPr>
        <p:spPr>
          <a:xfrm>
            <a:off x="1752817" y="6428399"/>
            <a:ext cx="2013232" cy="365125"/>
          </a:xfrm>
          <a:prstGeom prst="rect">
            <a:avLst/>
          </a:prstGeom>
          <a:noFill/>
          <a:ln w="9525">
            <a:noFill/>
            <a:miter lim="800000"/>
            <a:headEnd/>
            <a:tailEnd/>
          </a:ln>
        </p:spPr>
        <p:txBody>
          <a:bodyPr vert="horz" lIns="0" tIns="45720" rIns="0" bIns="45720" rtlCol="0" anchor="ctr"/>
          <a:lstStyle>
            <a:defPPr>
              <a:defRPr lang="ja-JP"/>
            </a:defPPr>
            <a:lvl1pPr marL="0" algn="l" defTabSz="914400" rtl="0" eaLnBrk="1" latinLnBrk="0" hangingPunct="1">
              <a:defRPr kumimoji="1" sz="700" kern="1200" baseline="0">
                <a:solidFill>
                  <a:schemeClr val="tx1">
                    <a:tint val="75000"/>
                  </a:schemeClr>
                </a:solidFill>
                <a:latin typeface="Arial" panose="020B0604020202020204" pitchFamily="34" charset="0"/>
                <a:ea typeface="メイリオ" panose="020B0604030504040204" pitchFamily="34" charset="-128"/>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 altLang="ja-JP">
                <a:solidFill>
                  <a:schemeClr val="tx2"/>
                </a:solidFill>
              </a:rPr>
              <a:t>Copyright SHIFT Inc., All Rights Reserved.</a:t>
            </a:r>
          </a:p>
        </p:txBody>
      </p:sp>
    </p:spTree>
    <p:extLst>
      <p:ext uri="{BB962C8B-B14F-4D97-AF65-F5344CB8AC3E}">
        <p14:creationId xmlns:p14="http://schemas.microsoft.com/office/powerpoint/2010/main" val="8023741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469">
          <p15:clr>
            <a:srgbClr val="FBAE40"/>
          </p15:clr>
        </p15:guide>
        <p15:guide id="4" pos="2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背表紙白">
    <p:spTree>
      <p:nvGrpSpPr>
        <p:cNvPr id="1" name=""/>
        <p:cNvGrpSpPr/>
        <p:nvPr/>
      </p:nvGrpSpPr>
      <p:grpSpPr>
        <a:xfrm>
          <a:off x="0" y="0"/>
          <a:ext cx="0" cy="0"/>
          <a:chOff x="0" y="0"/>
          <a:chExt cx="0" cy="0"/>
        </a:xfrm>
      </p:grpSpPr>
      <p:grpSp>
        <p:nvGrpSpPr>
          <p:cNvPr id="11" name="グラフィックス 3">
            <a:extLst>
              <a:ext uri="{FF2B5EF4-FFF2-40B4-BE49-F238E27FC236}">
                <a16:creationId xmlns:a16="http://schemas.microsoft.com/office/drawing/2014/main" id="{95E4D1A4-1CE9-5D14-D43A-4A1D09AA0A86}"/>
              </a:ext>
            </a:extLst>
          </p:cNvPr>
          <p:cNvGrpSpPr>
            <a:grpSpLocks noChangeAspect="1"/>
          </p:cNvGrpSpPr>
          <p:nvPr userDrawn="1"/>
        </p:nvGrpSpPr>
        <p:grpSpPr>
          <a:xfrm>
            <a:off x="4054677" y="2843221"/>
            <a:ext cx="4139797" cy="1214436"/>
            <a:chOff x="7943504" y="-4686359"/>
            <a:chExt cx="1051301" cy="308406"/>
          </a:xfrm>
        </p:grpSpPr>
        <p:sp>
          <p:nvSpPr>
            <p:cNvPr id="12" name="フリーフォーム 11">
              <a:extLst>
                <a:ext uri="{FF2B5EF4-FFF2-40B4-BE49-F238E27FC236}">
                  <a16:creationId xmlns:a16="http://schemas.microsoft.com/office/drawing/2014/main" id="{B5561727-5C8E-088D-57D3-574C1AA4D0AB}"/>
                </a:ext>
              </a:extLst>
            </p:cNvPr>
            <p:cNvSpPr/>
            <p:nvPr/>
          </p:nvSpPr>
          <p:spPr>
            <a:xfrm>
              <a:off x="7943504" y="-4548035"/>
              <a:ext cx="1051301" cy="170081"/>
            </a:xfrm>
            <a:custGeom>
              <a:avLst/>
              <a:gdLst>
                <a:gd name="connsiteX0" fmla="*/ 448743 w 1051301"/>
                <a:gd name="connsiteY0" fmla="*/ 706 h 170081"/>
                <a:gd name="connsiteX1" fmla="*/ 426165 w 1051301"/>
                <a:gd name="connsiteY1" fmla="*/ 71279 h 170081"/>
                <a:gd name="connsiteX2" fmla="*/ 325974 w 1051301"/>
                <a:gd name="connsiteY2" fmla="*/ 71279 h 170081"/>
                <a:gd name="connsiteX3" fmla="*/ 348552 w 1051301"/>
                <a:gd name="connsiteY3" fmla="*/ 706 h 170081"/>
                <a:gd name="connsiteX4" fmla="*/ 133353 w 1051301"/>
                <a:gd name="connsiteY4" fmla="*/ 706 h 170081"/>
                <a:gd name="connsiteX5" fmla="*/ 31045 w 1051301"/>
                <a:gd name="connsiteY5" fmla="*/ 52930 h 170081"/>
                <a:gd name="connsiteX6" fmla="*/ 99486 w 1051301"/>
                <a:gd name="connsiteY6" fmla="*/ 100214 h 170081"/>
                <a:gd name="connsiteX7" fmla="*/ 129825 w 1051301"/>
                <a:gd name="connsiteY7" fmla="*/ 100214 h 170081"/>
                <a:gd name="connsiteX8" fmla="*/ 162987 w 1051301"/>
                <a:gd name="connsiteY8" fmla="*/ 121386 h 170081"/>
                <a:gd name="connsiteX9" fmla="*/ 118536 w 1051301"/>
                <a:gd name="connsiteY9" fmla="*/ 141147 h 170081"/>
                <a:gd name="connsiteX10" fmla="*/ 9172 w 1051301"/>
                <a:gd name="connsiteY10" fmla="*/ 141147 h 170081"/>
                <a:gd name="connsiteX11" fmla="*/ 0 w 1051301"/>
                <a:gd name="connsiteY11" fmla="*/ 170082 h 170081"/>
                <a:gd name="connsiteX12" fmla="*/ 127708 w 1051301"/>
                <a:gd name="connsiteY12" fmla="*/ 170082 h 170081"/>
                <a:gd name="connsiteX13" fmla="*/ 230016 w 1051301"/>
                <a:gd name="connsiteY13" fmla="*/ 118563 h 170081"/>
                <a:gd name="connsiteX14" fmla="*/ 160870 w 1051301"/>
                <a:gd name="connsiteY14" fmla="*/ 70573 h 170081"/>
                <a:gd name="connsiteX15" fmla="*/ 131942 w 1051301"/>
                <a:gd name="connsiteY15" fmla="*/ 70573 h 170081"/>
                <a:gd name="connsiteX16" fmla="*/ 98780 w 1051301"/>
                <a:gd name="connsiteY16" fmla="*/ 49401 h 170081"/>
                <a:gd name="connsiteX17" fmla="*/ 143231 w 1051301"/>
                <a:gd name="connsiteY17" fmla="*/ 30347 h 170081"/>
                <a:gd name="connsiteX18" fmla="*/ 279406 w 1051301"/>
                <a:gd name="connsiteY18" fmla="*/ 30347 h 170081"/>
                <a:gd name="connsiteX19" fmla="*/ 234955 w 1051301"/>
                <a:gd name="connsiteY19" fmla="*/ 170082 h 170081"/>
                <a:gd name="connsiteX20" fmla="*/ 294929 w 1051301"/>
                <a:gd name="connsiteY20" fmla="*/ 170082 h 170081"/>
                <a:gd name="connsiteX21" fmla="*/ 317507 w 1051301"/>
                <a:gd name="connsiteY21" fmla="*/ 100214 h 170081"/>
                <a:gd name="connsiteX22" fmla="*/ 416287 w 1051301"/>
                <a:gd name="connsiteY22" fmla="*/ 100214 h 170081"/>
                <a:gd name="connsiteX23" fmla="*/ 394414 w 1051301"/>
                <a:gd name="connsiteY23" fmla="*/ 169376 h 170081"/>
                <a:gd name="connsiteX24" fmla="*/ 454388 w 1051301"/>
                <a:gd name="connsiteY24" fmla="*/ 169376 h 170081"/>
                <a:gd name="connsiteX25" fmla="*/ 508717 w 1051301"/>
                <a:gd name="connsiteY25" fmla="*/ 0 h 170081"/>
                <a:gd name="connsiteX26" fmla="*/ 448743 w 1051301"/>
                <a:gd name="connsiteY26" fmla="*/ 706 h 170081"/>
                <a:gd name="connsiteX27" fmla="*/ 536234 w 1051301"/>
                <a:gd name="connsiteY27" fmla="*/ 706 h 170081"/>
                <a:gd name="connsiteX28" fmla="*/ 481905 w 1051301"/>
                <a:gd name="connsiteY28" fmla="*/ 170082 h 170081"/>
                <a:gd name="connsiteX29" fmla="*/ 541879 w 1051301"/>
                <a:gd name="connsiteY29" fmla="*/ 170082 h 170081"/>
                <a:gd name="connsiteX30" fmla="*/ 596208 w 1051301"/>
                <a:gd name="connsiteY30" fmla="*/ 706 h 170081"/>
                <a:gd name="connsiteX31" fmla="*/ 536234 w 1051301"/>
                <a:gd name="connsiteY31" fmla="*/ 706 h 170081"/>
                <a:gd name="connsiteX32" fmla="*/ 733089 w 1051301"/>
                <a:gd name="connsiteY32" fmla="*/ 706 h 170081"/>
                <a:gd name="connsiteX33" fmla="*/ 596208 w 1051301"/>
                <a:gd name="connsiteY33" fmla="*/ 87511 h 170081"/>
                <a:gd name="connsiteX34" fmla="*/ 570102 w 1051301"/>
                <a:gd name="connsiteY34" fmla="*/ 170082 h 170081"/>
                <a:gd name="connsiteX35" fmla="*/ 630781 w 1051301"/>
                <a:gd name="connsiteY35" fmla="*/ 170082 h 170081"/>
                <a:gd name="connsiteX36" fmla="*/ 653359 w 1051301"/>
                <a:gd name="connsiteY36" fmla="*/ 100214 h 170081"/>
                <a:gd name="connsiteX37" fmla="*/ 802235 w 1051301"/>
                <a:gd name="connsiteY37" fmla="*/ 100214 h 170081"/>
                <a:gd name="connsiteX38" fmla="*/ 811407 w 1051301"/>
                <a:gd name="connsiteY38" fmla="*/ 70573 h 170081"/>
                <a:gd name="connsiteX39" fmla="*/ 664648 w 1051301"/>
                <a:gd name="connsiteY39" fmla="*/ 70573 h 170081"/>
                <a:gd name="connsiteX40" fmla="*/ 728150 w 1051301"/>
                <a:gd name="connsiteY40" fmla="*/ 30347 h 170081"/>
                <a:gd name="connsiteX41" fmla="*/ 903131 w 1051301"/>
                <a:gd name="connsiteY41" fmla="*/ 30347 h 170081"/>
                <a:gd name="connsiteX42" fmla="*/ 858680 w 1051301"/>
                <a:gd name="connsiteY42" fmla="*/ 170082 h 170081"/>
                <a:gd name="connsiteX43" fmla="*/ 918654 w 1051301"/>
                <a:gd name="connsiteY43" fmla="*/ 170082 h 170081"/>
                <a:gd name="connsiteX44" fmla="*/ 963105 w 1051301"/>
                <a:gd name="connsiteY44" fmla="*/ 30347 h 170081"/>
                <a:gd name="connsiteX45" fmla="*/ 1042129 w 1051301"/>
                <a:gd name="connsiteY45" fmla="*/ 30347 h 170081"/>
                <a:gd name="connsiteX46" fmla="*/ 1051301 w 1051301"/>
                <a:gd name="connsiteY46" fmla="*/ 706 h 170081"/>
                <a:gd name="connsiteX47" fmla="*/ 733089 w 1051301"/>
                <a:gd name="connsiteY47" fmla="*/ 706 h 170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051301" h="170081">
                  <a:moveTo>
                    <a:pt x="448743" y="706"/>
                  </a:moveTo>
                  <a:lnTo>
                    <a:pt x="426165" y="71279"/>
                  </a:lnTo>
                  <a:lnTo>
                    <a:pt x="325974" y="71279"/>
                  </a:lnTo>
                  <a:lnTo>
                    <a:pt x="348552" y="706"/>
                  </a:lnTo>
                  <a:lnTo>
                    <a:pt x="133353" y="706"/>
                  </a:lnTo>
                  <a:cubicBezTo>
                    <a:pt x="132647" y="706"/>
                    <a:pt x="46568" y="4234"/>
                    <a:pt x="31045" y="52930"/>
                  </a:cubicBezTo>
                  <a:cubicBezTo>
                    <a:pt x="18345" y="93157"/>
                    <a:pt x="76202" y="100214"/>
                    <a:pt x="99486" y="100214"/>
                  </a:cubicBezTo>
                  <a:lnTo>
                    <a:pt x="129825" y="100214"/>
                  </a:lnTo>
                  <a:cubicBezTo>
                    <a:pt x="139703" y="100214"/>
                    <a:pt x="169337" y="103037"/>
                    <a:pt x="162987" y="121386"/>
                  </a:cubicBezTo>
                  <a:cubicBezTo>
                    <a:pt x="156637" y="139735"/>
                    <a:pt x="122064" y="141147"/>
                    <a:pt x="118536" y="141147"/>
                  </a:cubicBezTo>
                  <a:lnTo>
                    <a:pt x="9172" y="141147"/>
                  </a:lnTo>
                  <a:lnTo>
                    <a:pt x="0" y="170082"/>
                  </a:lnTo>
                  <a:lnTo>
                    <a:pt x="127708" y="170082"/>
                  </a:lnTo>
                  <a:cubicBezTo>
                    <a:pt x="128414" y="170082"/>
                    <a:pt x="214494" y="166553"/>
                    <a:pt x="230016" y="118563"/>
                  </a:cubicBezTo>
                  <a:cubicBezTo>
                    <a:pt x="242717" y="78336"/>
                    <a:pt x="184860" y="70573"/>
                    <a:pt x="160870" y="70573"/>
                  </a:cubicBezTo>
                  <a:lnTo>
                    <a:pt x="131942" y="70573"/>
                  </a:lnTo>
                  <a:cubicBezTo>
                    <a:pt x="121358" y="70573"/>
                    <a:pt x="92430" y="67750"/>
                    <a:pt x="98780" y="49401"/>
                  </a:cubicBezTo>
                  <a:cubicBezTo>
                    <a:pt x="105130" y="31052"/>
                    <a:pt x="139703" y="30347"/>
                    <a:pt x="143231" y="30347"/>
                  </a:cubicBezTo>
                  <a:lnTo>
                    <a:pt x="279406" y="30347"/>
                  </a:lnTo>
                  <a:lnTo>
                    <a:pt x="234955" y="170082"/>
                  </a:lnTo>
                  <a:lnTo>
                    <a:pt x="294929" y="170082"/>
                  </a:lnTo>
                  <a:lnTo>
                    <a:pt x="317507" y="100214"/>
                  </a:lnTo>
                  <a:lnTo>
                    <a:pt x="416287" y="100214"/>
                  </a:lnTo>
                  <a:lnTo>
                    <a:pt x="394414" y="169376"/>
                  </a:lnTo>
                  <a:lnTo>
                    <a:pt x="454388" y="169376"/>
                  </a:lnTo>
                  <a:lnTo>
                    <a:pt x="508717" y="0"/>
                  </a:lnTo>
                  <a:lnTo>
                    <a:pt x="448743" y="706"/>
                  </a:lnTo>
                  <a:close/>
                  <a:moveTo>
                    <a:pt x="536234" y="706"/>
                  </a:moveTo>
                  <a:lnTo>
                    <a:pt x="481905" y="170082"/>
                  </a:lnTo>
                  <a:lnTo>
                    <a:pt x="541879" y="170082"/>
                  </a:lnTo>
                  <a:lnTo>
                    <a:pt x="596208" y="706"/>
                  </a:lnTo>
                  <a:lnTo>
                    <a:pt x="536234" y="706"/>
                  </a:lnTo>
                  <a:close/>
                  <a:moveTo>
                    <a:pt x="733089" y="706"/>
                  </a:moveTo>
                  <a:cubicBezTo>
                    <a:pt x="732383" y="706"/>
                    <a:pt x="623725" y="2117"/>
                    <a:pt x="596208" y="87511"/>
                  </a:cubicBezTo>
                  <a:cubicBezTo>
                    <a:pt x="596208" y="87511"/>
                    <a:pt x="575746" y="152439"/>
                    <a:pt x="570102" y="170082"/>
                  </a:cubicBezTo>
                  <a:lnTo>
                    <a:pt x="630781" y="170082"/>
                  </a:lnTo>
                  <a:lnTo>
                    <a:pt x="653359" y="100214"/>
                  </a:lnTo>
                  <a:lnTo>
                    <a:pt x="802235" y="100214"/>
                  </a:lnTo>
                  <a:lnTo>
                    <a:pt x="811407" y="70573"/>
                  </a:lnTo>
                  <a:lnTo>
                    <a:pt x="664648" y="70573"/>
                  </a:lnTo>
                  <a:cubicBezTo>
                    <a:pt x="679465" y="46578"/>
                    <a:pt x="701338" y="30347"/>
                    <a:pt x="728150" y="30347"/>
                  </a:cubicBezTo>
                  <a:lnTo>
                    <a:pt x="903131" y="30347"/>
                  </a:lnTo>
                  <a:lnTo>
                    <a:pt x="858680" y="170082"/>
                  </a:lnTo>
                  <a:lnTo>
                    <a:pt x="918654" y="170082"/>
                  </a:lnTo>
                  <a:lnTo>
                    <a:pt x="963105" y="30347"/>
                  </a:lnTo>
                  <a:lnTo>
                    <a:pt x="1042129" y="30347"/>
                  </a:lnTo>
                  <a:lnTo>
                    <a:pt x="1051301" y="706"/>
                  </a:lnTo>
                  <a:lnTo>
                    <a:pt x="733089" y="706"/>
                  </a:lnTo>
                  <a:close/>
                </a:path>
              </a:pathLst>
            </a:custGeom>
            <a:solidFill>
              <a:srgbClr val="D70027"/>
            </a:solidFill>
            <a:ln w="7048" cap="flat">
              <a:noFill/>
              <a:prstDash val="solid"/>
              <a:miter/>
            </a:ln>
          </p:spPr>
          <p:txBody>
            <a:bodyPr rtlCol="0" anchor="ctr"/>
            <a:lstStyle/>
            <a:p>
              <a:endParaRPr lang="ja-JP" altLang="en-US" b="0" i="0">
                <a:latin typeface="Arial" panose="020B0604020202020204" pitchFamily="34" charset="0"/>
              </a:endParaRPr>
            </a:p>
          </p:txBody>
        </p:sp>
        <p:sp>
          <p:nvSpPr>
            <p:cNvPr id="13" name="フリーフォーム 12">
              <a:extLst>
                <a:ext uri="{FF2B5EF4-FFF2-40B4-BE49-F238E27FC236}">
                  <a16:creationId xmlns:a16="http://schemas.microsoft.com/office/drawing/2014/main" id="{BB6C599A-BAD0-B76E-F573-A537939C9077}"/>
                </a:ext>
              </a:extLst>
            </p:cNvPr>
            <p:cNvSpPr/>
            <p:nvPr/>
          </p:nvSpPr>
          <p:spPr>
            <a:xfrm>
              <a:off x="7967494" y="-4686359"/>
              <a:ext cx="975099" cy="60693"/>
            </a:xfrm>
            <a:custGeom>
              <a:avLst/>
              <a:gdLst>
                <a:gd name="connsiteX0" fmla="*/ 56446 w 975099"/>
                <a:gd name="connsiteY0" fmla="*/ 25406 h 60693"/>
                <a:gd name="connsiteX1" fmla="*/ 28223 w 975099"/>
                <a:gd name="connsiteY1" fmla="*/ 43756 h 60693"/>
                <a:gd name="connsiteX2" fmla="*/ 46568 w 975099"/>
                <a:gd name="connsiteY2" fmla="*/ 51519 h 60693"/>
                <a:gd name="connsiteX3" fmla="*/ 43745 w 975099"/>
                <a:gd name="connsiteY3" fmla="*/ 59282 h 60693"/>
                <a:gd name="connsiteX4" fmla="*/ 19050 w 975099"/>
                <a:gd name="connsiteY4" fmla="*/ 44461 h 60693"/>
                <a:gd name="connsiteX5" fmla="*/ 27517 w 975099"/>
                <a:gd name="connsiteY5" fmla="*/ 29641 h 60693"/>
                <a:gd name="connsiteX6" fmla="*/ 2117 w 975099"/>
                <a:gd name="connsiteY6" fmla="*/ 35287 h 60693"/>
                <a:gd name="connsiteX7" fmla="*/ 0 w 975099"/>
                <a:gd name="connsiteY7" fmla="*/ 25406 h 60693"/>
                <a:gd name="connsiteX8" fmla="*/ 15523 w 975099"/>
                <a:gd name="connsiteY8" fmla="*/ 23995 h 60693"/>
                <a:gd name="connsiteX9" fmla="*/ 26812 w 975099"/>
                <a:gd name="connsiteY9" fmla="*/ 14115 h 60693"/>
                <a:gd name="connsiteX10" fmla="*/ 29634 w 975099"/>
                <a:gd name="connsiteY10" fmla="*/ 11292 h 60693"/>
                <a:gd name="connsiteX11" fmla="*/ 11995 w 975099"/>
                <a:gd name="connsiteY11" fmla="*/ 12703 h 60693"/>
                <a:gd name="connsiteX12" fmla="*/ 11289 w 975099"/>
                <a:gd name="connsiteY12" fmla="*/ 3529 h 60693"/>
                <a:gd name="connsiteX13" fmla="*/ 18345 w 975099"/>
                <a:gd name="connsiteY13" fmla="*/ 3529 h 60693"/>
                <a:gd name="connsiteX14" fmla="*/ 38806 w 975099"/>
                <a:gd name="connsiteY14" fmla="*/ 2117 h 60693"/>
                <a:gd name="connsiteX15" fmla="*/ 44451 w 975099"/>
                <a:gd name="connsiteY15" fmla="*/ 706 h 60693"/>
                <a:gd name="connsiteX16" fmla="*/ 47979 w 975099"/>
                <a:gd name="connsiteY16" fmla="*/ 5646 h 60693"/>
                <a:gd name="connsiteX17" fmla="*/ 28223 w 975099"/>
                <a:gd name="connsiteY17" fmla="*/ 22584 h 60693"/>
                <a:gd name="connsiteX18" fmla="*/ 55740 w 975099"/>
                <a:gd name="connsiteY18" fmla="*/ 17643 h 60693"/>
                <a:gd name="connsiteX19" fmla="*/ 56446 w 975099"/>
                <a:gd name="connsiteY19" fmla="*/ 25406 h 60693"/>
                <a:gd name="connsiteX20" fmla="*/ 134764 w 975099"/>
                <a:gd name="connsiteY20" fmla="*/ 49401 h 60693"/>
                <a:gd name="connsiteX21" fmla="*/ 153815 w 975099"/>
                <a:gd name="connsiteY21" fmla="*/ 28229 h 60693"/>
                <a:gd name="connsiteX22" fmla="*/ 137586 w 975099"/>
                <a:gd name="connsiteY22" fmla="*/ 11292 h 60693"/>
                <a:gd name="connsiteX23" fmla="*/ 119242 w 975099"/>
                <a:gd name="connsiteY23" fmla="*/ 52224 h 60693"/>
                <a:gd name="connsiteX24" fmla="*/ 105836 w 975099"/>
                <a:gd name="connsiteY24" fmla="*/ 32464 h 60693"/>
                <a:gd name="connsiteX25" fmla="*/ 136175 w 975099"/>
                <a:gd name="connsiteY25" fmla="*/ 2823 h 60693"/>
                <a:gd name="connsiteX26" fmla="*/ 162281 w 975099"/>
                <a:gd name="connsiteY26" fmla="*/ 27524 h 60693"/>
                <a:gd name="connsiteX27" fmla="*/ 154520 w 975099"/>
                <a:gd name="connsiteY27" fmla="*/ 47284 h 60693"/>
                <a:gd name="connsiteX28" fmla="*/ 140409 w 975099"/>
                <a:gd name="connsiteY28" fmla="*/ 56459 h 60693"/>
                <a:gd name="connsiteX29" fmla="*/ 134764 w 975099"/>
                <a:gd name="connsiteY29" fmla="*/ 49401 h 60693"/>
                <a:gd name="connsiteX30" fmla="*/ 114303 w 975099"/>
                <a:gd name="connsiteY30" fmla="*/ 32464 h 60693"/>
                <a:gd name="connsiteX31" fmla="*/ 119242 w 975099"/>
                <a:gd name="connsiteY31" fmla="*/ 42344 h 60693"/>
                <a:gd name="connsiteX32" fmla="*/ 124181 w 975099"/>
                <a:gd name="connsiteY32" fmla="*/ 35287 h 60693"/>
                <a:gd name="connsiteX33" fmla="*/ 129120 w 975099"/>
                <a:gd name="connsiteY33" fmla="*/ 12703 h 60693"/>
                <a:gd name="connsiteX34" fmla="*/ 114303 w 975099"/>
                <a:gd name="connsiteY34" fmla="*/ 32464 h 60693"/>
                <a:gd name="connsiteX35" fmla="*/ 234955 w 975099"/>
                <a:gd name="connsiteY35" fmla="*/ 11292 h 60693"/>
                <a:gd name="connsiteX36" fmla="*/ 234955 w 975099"/>
                <a:gd name="connsiteY36" fmla="*/ 0 h 60693"/>
                <a:gd name="connsiteX37" fmla="*/ 243422 w 975099"/>
                <a:gd name="connsiteY37" fmla="*/ 0 h 60693"/>
                <a:gd name="connsiteX38" fmla="*/ 244833 w 975099"/>
                <a:gd name="connsiteY38" fmla="*/ 706 h 60693"/>
                <a:gd name="connsiteX39" fmla="*/ 242717 w 975099"/>
                <a:gd name="connsiteY39" fmla="*/ 2117 h 60693"/>
                <a:gd name="connsiteX40" fmla="*/ 242717 w 975099"/>
                <a:gd name="connsiteY40" fmla="*/ 11292 h 60693"/>
                <a:gd name="connsiteX41" fmla="*/ 251889 w 975099"/>
                <a:gd name="connsiteY41" fmla="*/ 11292 h 60693"/>
                <a:gd name="connsiteX42" fmla="*/ 247656 w 975099"/>
                <a:gd name="connsiteY42" fmla="*/ 9175 h 60693"/>
                <a:gd name="connsiteX43" fmla="*/ 252595 w 975099"/>
                <a:gd name="connsiteY43" fmla="*/ 706 h 60693"/>
                <a:gd name="connsiteX44" fmla="*/ 260356 w 975099"/>
                <a:gd name="connsiteY44" fmla="*/ 3529 h 60693"/>
                <a:gd name="connsiteX45" fmla="*/ 261061 w 975099"/>
                <a:gd name="connsiteY45" fmla="*/ 4234 h 60693"/>
                <a:gd name="connsiteX46" fmla="*/ 258945 w 975099"/>
                <a:gd name="connsiteY46" fmla="*/ 4940 h 60693"/>
                <a:gd name="connsiteX47" fmla="*/ 255417 w 975099"/>
                <a:gd name="connsiteY47" fmla="*/ 11292 h 60693"/>
                <a:gd name="connsiteX48" fmla="*/ 267412 w 975099"/>
                <a:gd name="connsiteY48" fmla="*/ 11292 h 60693"/>
                <a:gd name="connsiteX49" fmla="*/ 267412 w 975099"/>
                <a:gd name="connsiteY49" fmla="*/ 25406 h 60693"/>
                <a:gd name="connsiteX50" fmla="*/ 259650 w 975099"/>
                <a:gd name="connsiteY50" fmla="*/ 25406 h 60693"/>
                <a:gd name="connsiteX51" fmla="*/ 259650 w 975099"/>
                <a:gd name="connsiteY51" fmla="*/ 16938 h 60693"/>
                <a:gd name="connsiteX52" fmla="*/ 219433 w 975099"/>
                <a:gd name="connsiteY52" fmla="*/ 16938 h 60693"/>
                <a:gd name="connsiteX53" fmla="*/ 219433 w 975099"/>
                <a:gd name="connsiteY53" fmla="*/ 25406 h 60693"/>
                <a:gd name="connsiteX54" fmla="*/ 211671 w 975099"/>
                <a:gd name="connsiteY54" fmla="*/ 25406 h 60693"/>
                <a:gd name="connsiteX55" fmla="*/ 211671 w 975099"/>
                <a:gd name="connsiteY55" fmla="*/ 11292 h 60693"/>
                <a:gd name="connsiteX56" fmla="*/ 222961 w 975099"/>
                <a:gd name="connsiteY56" fmla="*/ 11292 h 60693"/>
                <a:gd name="connsiteX57" fmla="*/ 218727 w 975099"/>
                <a:gd name="connsiteY57" fmla="*/ 4234 h 60693"/>
                <a:gd name="connsiteX58" fmla="*/ 225077 w 975099"/>
                <a:gd name="connsiteY58" fmla="*/ 706 h 60693"/>
                <a:gd name="connsiteX59" fmla="*/ 230722 w 975099"/>
                <a:gd name="connsiteY59" fmla="*/ 9175 h 60693"/>
                <a:gd name="connsiteX60" fmla="*/ 227194 w 975099"/>
                <a:gd name="connsiteY60" fmla="*/ 11292 h 60693"/>
                <a:gd name="connsiteX61" fmla="*/ 234955 w 975099"/>
                <a:gd name="connsiteY61" fmla="*/ 11292 h 60693"/>
                <a:gd name="connsiteX62" fmla="*/ 243422 w 975099"/>
                <a:gd name="connsiteY62" fmla="*/ 35993 h 60693"/>
                <a:gd name="connsiteX63" fmla="*/ 261767 w 975099"/>
                <a:gd name="connsiteY63" fmla="*/ 35993 h 60693"/>
                <a:gd name="connsiteX64" fmla="*/ 261767 w 975099"/>
                <a:gd name="connsiteY64" fmla="*/ 50107 h 60693"/>
                <a:gd name="connsiteX65" fmla="*/ 258239 w 975099"/>
                <a:gd name="connsiteY65" fmla="*/ 55753 h 60693"/>
                <a:gd name="connsiteX66" fmla="*/ 249067 w 975099"/>
                <a:gd name="connsiteY66" fmla="*/ 57165 h 60693"/>
                <a:gd name="connsiteX67" fmla="*/ 246244 w 975099"/>
                <a:gd name="connsiteY67" fmla="*/ 49401 h 60693"/>
                <a:gd name="connsiteX68" fmla="*/ 250478 w 975099"/>
                <a:gd name="connsiteY68" fmla="*/ 50107 h 60693"/>
                <a:gd name="connsiteX69" fmla="*/ 253300 w 975099"/>
                <a:gd name="connsiteY69" fmla="*/ 43050 h 60693"/>
                <a:gd name="connsiteX70" fmla="*/ 243422 w 975099"/>
                <a:gd name="connsiteY70" fmla="*/ 43050 h 60693"/>
                <a:gd name="connsiteX71" fmla="*/ 243422 w 975099"/>
                <a:gd name="connsiteY71" fmla="*/ 59987 h 60693"/>
                <a:gd name="connsiteX72" fmla="*/ 235661 w 975099"/>
                <a:gd name="connsiteY72" fmla="*/ 59987 h 60693"/>
                <a:gd name="connsiteX73" fmla="*/ 235661 w 975099"/>
                <a:gd name="connsiteY73" fmla="*/ 42344 h 60693"/>
                <a:gd name="connsiteX74" fmla="*/ 225783 w 975099"/>
                <a:gd name="connsiteY74" fmla="*/ 42344 h 60693"/>
                <a:gd name="connsiteX75" fmla="*/ 225783 w 975099"/>
                <a:gd name="connsiteY75" fmla="*/ 55753 h 60693"/>
                <a:gd name="connsiteX76" fmla="*/ 218022 w 975099"/>
                <a:gd name="connsiteY76" fmla="*/ 55753 h 60693"/>
                <a:gd name="connsiteX77" fmla="*/ 218022 w 975099"/>
                <a:gd name="connsiteY77" fmla="*/ 35993 h 60693"/>
                <a:gd name="connsiteX78" fmla="*/ 235661 w 975099"/>
                <a:gd name="connsiteY78" fmla="*/ 35993 h 60693"/>
                <a:gd name="connsiteX79" fmla="*/ 235661 w 975099"/>
                <a:gd name="connsiteY79" fmla="*/ 33170 h 60693"/>
                <a:gd name="connsiteX80" fmla="*/ 222961 w 975099"/>
                <a:gd name="connsiteY80" fmla="*/ 33170 h 60693"/>
                <a:gd name="connsiteX81" fmla="*/ 222961 w 975099"/>
                <a:gd name="connsiteY81" fmla="*/ 19055 h 60693"/>
                <a:gd name="connsiteX82" fmla="*/ 256122 w 975099"/>
                <a:gd name="connsiteY82" fmla="*/ 19055 h 60693"/>
                <a:gd name="connsiteX83" fmla="*/ 256122 w 975099"/>
                <a:gd name="connsiteY83" fmla="*/ 33170 h 60693"/>
                <a:gd name="connsiteX84" fmla="*/ 243422 w 975099"/>
                <a:gd name="connsiteY84" fmla="*/ 33170 h 60693"/>
                <a:gd name="connsiteX85" fmla="*/ 243422 w 975099"/>
                <a:gd name="connsiteY85" fmla="*/ 35993 h 60693"/>
                <a:gd name="connsiteX86" fmla="*/ 230016 w 975099"/>
                <a:gd name="connsiteY86" fmla="*/ 24701 h 60693"/>
                <a:gd name="connsiteX87" fmla="*/ 230016 w 975099"/>
                <a:gd name="connsiteY87" fmla="*/ 28935 h 60693"/>
                <a:gd name="connsiteX88" fmla="*/ 248361 w 975099"/>
                <a:gd name="connsiteY88" fmla="*/ 28935 h 60693"/>
                <a:gd name="connsiteX89" fmla="*/ 248361 w 975099"/>
                <a:gd name="connsiteY89" fmla="*/ 24701 h 60693"/>
                <a:gd name="connsiteX90" fmla="*/ 230016 w 975099"/>
                <a:gd name="connsiteY90" fmla="*/ 24701 h 60693"/>
                <a:gd name="connsiteX91" fmla="*/ 339380 w 975099"/>
                <a:gd name="connsiteY91" fmla="*/ 11292 h 60693"/>
                <a:gd name="connsiteX92" fmla="*/ 339380 w 975099"/>
                <a:gd name="connsiteY92" fmla="*/ 16938 h 60693"/>
                <a:gd name="connsiteX93" fmla="*/ 318918 w 975099"/>
                <a:gd name="connsiteY93" fmla="*/ 16938 h 60693"/>
                <a:gd name="connsiteX94" fmla="*/ 318918 w 975099"/>
                <a:gd name="connsiteY94" fmla="*/ 11292 h 60693"/>
                <a:gd name="connsiteX95" fmla="*/ 339380 w 975099"/>
                <a:gd name="connsiteY95" fmla="*/ 11292 h 60693"/>
                <a:gd name="connsiteX96" fmla="*/ 327385 w 975099"/>
                <a:gd name="connsiteY96" fmla="*/ 56459 h 60693"/>
                <a:gd name="connsiteX97" fmla="*/ 327385 w 975099"/>
                <a:gd name="connsiteY97" fmla="*/ 59282 h 60693"/>
                <a:gd name="connsiteX98" fmla="*/ 320329 w 975099"/>
                <a:gd name="connsiteY98" fmla="*/ 59282 h 60693"/>
                <a:gd name="connsiteX99" fmla="*/ 320329 w 975099"/>
                <a:gd name="connsiteY99" fmla="*/ 35993 h 60693"/>
                <a:gd name="connsiteX100" fmla="*/ 338674 w 975099"/>
                <a:gd name="connsiteY100" fmla="*/ 35993 h 60693"/>
                <a:gd name="connsiteX101" fmla="*/ 338674 w 975099"/>
                <a:gd name="connsiteY101" fmla="*/ 58576 h 60693"/>
                <a:gd name="connsiteX102" fmla="*/ 332324 w 975099"/>
                <a:gd name="connsiteY102" fmla="*/ 58576 h 60693"/>
                <a:gd name="connsiteX103" fmla="*/ 332324 w 975099"/>
                <a:gd name="connsiteY103" fmla="*/ 56459 h 60693"/>
                <a:gd name="connsiteX104" fmla="*/ 327385 w 975099"/>
                <a:gd name="connsiteY104" fmla="*/ 56459 h 60693"/>
                <a:gd name="connsiteX105" fmla="*/ 337263 w 975099"/>
                <a:gd name="connsiteY105" fmla="*/ 2823 h 60693"/>
                <a:gd name="connsiteX106" fmla="*/ 337263 w 975099"/>
                <a:gd name="connsiteY106" fmla="*/ 8469 h 60693"/>
                <a:gd name="connsiteX107" fmla="*/ 321740 w 975099"/>
                <a:gd name="connsiteY107" fmla="*/ 8469 h 60693"/>
                <a:gd name="connsiteX108" fmla="*/ 321740 w 975099"/>
                <a:gd name="connsiteY108" fmla="*/ 2823 h 60693"/>
                <a:gd name="connsiteX109" fmla="*/ 337263 w 975099"/>
                <a:gd name="connsiteY109" fmla="*/ 2823 h 60693"/>
                <a:gd name="connsiteX110" fmla="*/ 337263 w 975099"/>
                <a:gd name="connsiteY110" fmla="*/ 19761 h 60693"/>
                <a:gd name="connsiteX111" fmla="*/ 337263 w 975099"/>
                <a:gd name="connsiteY111" fmla="*/ 25406 h 60693"/>
                <a:gd name="connsiteX112" fmla="*/ 321740 w 975099"/>
                <a:gd name="connsiteY112" fmla="*/ 25406 h 60693"/>
                <a:gd name="connsiteX113" fmla="*/ 321740 w 975099"/>
                <a:gd name="connsiteY113" fmla="*/ 19761 h 60693"/>
                <a:gd name="connsiteX114" fmla="*/ 337263 w 975099"/>
                <a:gd name="connsiteY114" fmla="*/ 19761 h 60693"/>
                <a:gd name="connsiteX115" fmla="*/ 337263 w 975099"/>
                <a:gd name="connsiteY115" fmla="*/ 28229 h 60693"/>
                <a:gd name="connsiteX116" fmla="*/ 337263 w 975099"/>
                <a:gd name="connsiteY116" fmla="*/ 33875 h 60693"/>
                <a:gd name="connsiteX117" fmla="*/ 321740 w 975099"/>
                <a:gd name="connsiteY117" fmla="*/ 33875 h 60693"/>
                <a:gd name="connsiteX118" fmla="*/ 321740 w 975099"/>
                <a:gd name="connsiteY118" fmla="*/ 28229 h 60693"/>
                <a:gd name="connsiteX119" fmla="*/ 337263 w 975099"/>
                <a:gd name="connsiteY119" fmla="*/ 28229 h 60693"/>
                <a:gd name="connsiteX120" fmla="*/ 333030 w 975099"/>
                <a:gd name="connsiteY120" fmla="*/ 50107 h 60693"/>
                <a:gd name="connsiteX121" fmla="*/ 333030 w 975099"/>
                <a:gd name="connsiteY121" fmla="*/ 43050 h 60693"/>
                <a:gd name="connsiteX122" fmla="*/ 327385 w 975099"/>
                <a:gd name="connsiteY122" fmla="*/ 43050 h 60693"/>
                <a:gd name="connsiteX123" fmla="*/ 327385 w 975099"/>
                <a:gd name="connsiteY123" fmla="*/ 50107 h 60693"/>
                <a:gd name="connsiteX124" fmla="*/ 333030 w 975099"/>
                <a:gd name="connsiteY124" fmla="*/ 50107 h 60693"/>
                <a:gd name="connsiteX125" fmla="*/ 377481 w 975099"/>
                <a:gd name="connsiteY125" fmla="*/ 33170 h 60693"/>
                <a:gd name="connsiteX126" fmla="*/ 377481 w 975099"/>
                <a:gd name="connsiteY126" fmla="*/ 33170 h 60693"/>
                <a:gd name="connsiteX127" fmla="*/ 376070 w 975099"/>
                <a:gd name="connsiteY127" fmla="*/ 34581 h 60693"/>
                <a:gd name="connsiteX128" fmla="*/ 371130 w 975099"/>
                <a:gd name="connsiteY128" fmla="*/ 43756 h 60693"/>
                <a:gd name="connsiteX129" fmla="*/ 373247 w 975099"/>
                <a:gd name="connsiteY129" fmla="*/ 47990 h 60693"/>
                <a:gd name="connsiteX130" fmla="*/ 374658 w 975099"/>
                <a:gd name="connsiteY130" fmla="*/ 42344 h 60693"/>
                <a:gd name="connsiteX131" fmla="*/ 379597 w 975099"/>
                <a:gd name="connsiteY131" fmla="*/ 47284 h 60693"/>
                <a:gd name="connsiteX132" fmla="*/ 373247 w 975099"/>
                <a:gd name="connsiteY132" fmla="*/ 59282 h 60693"/>
                <a:gd name="connsiteX133" fmla="*/ 366192 w 975099"/>
                <a:gd name="connsiteY133" fmla="*/ 50813 h 60693"/>
                <a:gd name="connsiteX134" fmla="*/ 356314 w 975099"/>
                <a:gd name="connsiteY134" fmla="*/ 60693 h 60693"/>
                <a:gd name="connsiteX135" fmla="*/ 351375 w 975099"/>
                <a:gd name="connsiteY135" fmla="*/ 55753 h 60693"/>
                <a:gd name="connsiteX136" fmla="*/ 355608 w 975099"/>
                <a:gd name="connsiteY136" fmla="*/ 52224 h 60693"/>
                <a:gd name="connsiteX137" fmla="*/ 346435 w 975099"/>
                <a:gd name="connsiteY137" fmla="*/ 52224 h 60693"/>
                <a:gd name="connsiteX138" fmla="*/ 346435 w 975099"/>
                <a:gd name="connsiteY138" fmla="*/ 57165 h 60693"/>
                <a:gd name="connsiteX139" fmla="*/ 340085 w 975099"/>
                <a:gd name="connsiteY139" fmla="*/ 57165 h 60693"/>
                <a:gd name="connsiteX140" fmla="*/ 340085 w 975099"/>
                <a:gd name="connsiteY140" fmla="*/ 30347 h 60693"/>
                <a:gd name="connsiteX141" fmla="*/ 358430 w 975099"/>
                <a:gd name="connsiteY141" fmla="*/ 30347 h 60693"/>
                <a:gd name="connsiteX142" fmla="*/ 358430 w 975099"/>
                <a:gd name="connsiteY142" fmla="*/ 48696 h 60693"/>
                <a:gd name="connsiteX143" fmla="*/ 363369 w 975099"/>
                <a:gd name="connsiteY143" fmla="*/ 43050 h 60693"/>
                <a:gd name="connsiteX144" fmla="*/ 361253 w 975099"/>
                <a:gd name="connsiteY144" fmla="*/ 28229 h 60693"/>
                <a:gd name="connsiteX145" fmla="*/ 338674 w 975099"/>
                <a:gd name="connsiteY145" fmla="*/ 28229 h 60693"/>
                <a:gd name="connsiteX146" fmla="*/ 338674 w 975099"/>
                <a:gd name="connsiteY146" fmla="*/ 21878 h 60693"/>
                <a:gd name="connsiteX147" fmla="*/ 342908 w 975099"/>
                <a:gd name="connsiteY147" fmla="*/ 21878 h 60693"/>
                <a:gd name="connsiteX148" fmla="*/ 340791 w 975099"/>
                <a:gd name="connsiteY148" fmla="*/ 14820 h 60693"/>
                <a:gd name="connsiteX149" fmla="*/ 345024 w 975099"/>
                <a:gd name="connsiteY149" fmla="*/ 12703 h 60693"/>
                <a:gd name="connsiteX150" fmla="*/ 339380 w 975099"/>
                <a:gd name="connsiteY150" fmla="*/ 12703 h 60693"/>
                <a:gd name="connsiteX151" fmla="*/ 339380 w 975099"/>
                <a:gd name="connsiteY151" fmla="*/ 7057 h 60693"/>
                <a:gd name="connsiteX152" fmla="*/ 345730 w 975099"/>
                <a:gd name="connsiteY152" fmla="*/ 7057 h 60693"/>
                <a:gd name="connsiteX153" fmla="*/ 345730 w 975099"/>
                <a:gd name="connsiteY153" fmla="*/ 706 h 60693"/>
                <a:gd name="connsiteX154" fmla="*/ 353491 w 975099"/>
                <a:gd name="connsiteY154" fmla="*/ 706 h 60693"/>
                <a:gd name="connsiteX155" fmla="*/ 354902 w 975099"/>
                <a:gd name="connsiteY155" fmla="*/ 1412 h 60693"/>
                <a:gd name="connsiteX156" fmla="*/ 353491 w 975099"/>
                <a:gd name="connsiteY156" fmla="*/ 2823 h 60693"/>
                <a:gd name="connsiteX157" fmla="*/ 353491 w 975099"/>
                <a:gd name="connsiteY157" fmla="*/ 7057 h 60693"/>
                <a:gd name="connsiteX158" fmla="*/ 359841 w 975099"/>
                <a:gd name="connsiteY158" fmla="*/ 7057 h 60693"/>
                <a:gd name="connsiteX159" fmla="*/ 359841 w 975099"/>
                <a:gd name="connsiteY159" fmla="*/ 13409 h 60693"/>
                <a:gd name="connsiteX160" fmla="*/ 354197 w 975099"/>
                <a:gd name="connsiteY160" fmla="*/ 13409 h 60693"/>
                <a:gd name="connsiteX161" fmla="*/ 358430 w 975099"/>
                <a:gd name="connsiteY161" fmla="*/ 14820 h 60693"/>
                <a:gd name="connsiteX162" fmla="*/ 359136 w 975099"/>
                <a:gd name="connsiteY162" fmla="*/ 15526 h 60693"/>
                <a:gd name="connsiteX163" fmla="*/ 357725 w 975099"/>
                <a:gd name="connsiteY163" fmla="*/ 16232 h 60693"/>
                <a:gd name="connsiteX164" fmla="*/ 355608 w 975099"/>
                <a:gd name="connsiteY164" fmla="*/ 21878 h 60693"/>
                <a:gd name="connsiteX165" fmla="*/ 360547 w 975099"/>
                <a:gd name="connsiteY165" fmla="*/ 21878 h 60693"/>
                <a:gd name="connsiteX166" fmla="*/ 360547 w 975099"/>
                <a:gd name="connsiteY166" fmla="*/ 0 h 60693"/>
                <a:gd name="connsiteX167" fmla="*/ 367603 w 975099"/>
                <a:gd name="connsiteY167" fmla="*/ 0 h 60693"/>
                <a:gd name="connsiteX168" fmla="*/ 369014 w 975099"/>
                <a:gd name="connsiteY168" fmla="*/ 706 h 60693"/>
                <a:gd name="connsiteX169" fmla="*/ 367603 w 975099"/>
                <a:gd name="connsiteY169" fmla="*/ 2117 h 60693"/>
                <a:gd name="connsiteX170" fmla="*/ 367603 w 975099"/>
                <a:gd name="connsiteY170" fmla="*/ 21878 h 60693"/>
                <a:gd name="connsiteX171" fmla="*/ 378186 w 975099"/>
                <a:gd name="connsiteY171" fmla="*/ 21878 h 60693"/>
                <a:gd name="connsiteX172" fmla="*/ 378186 w 975099"/>
                <a:gd name="connsiteY172" fmla="*/ 28229 h 60693"/>
                <a:gd name="connsiteX173" fmla="*/ 368308 w 975099"/>
                <a:gd name="connsiteY173" fmla="*/ 28229 h 60693"/>
                <a:gd name="connsiteX174" fmla="*/ 369014 w 975099"/>
                <a:gd name="connsiteY174" fmla="*/ 34581 h 60693"/>
                <a:gd name="connsiteX175" fmla="*/ 371130 w 975099"/>
                <a:gd name="connsiteY175" fmla="*/ 28935 h 60693"/>
                <a:gd name="connsiteX176" fmla="*/ 377481 w 975099"/>
                <a:gd name="connsiteY176" fmla="*/ 33170 h 60693"/>
                <a:gd name="connsiteX177" fmla="*/ 345730 w 975099"/>
                <a:gd name="connsiteY177" fmla="*/ 13409 h 60693"/>
                <a:gd name="connsiteX178" fmla="*/ 348552 w 975099"/>
                <a:gd name="connsiteY178" fmla="*/ 21172 h 60693"/>
                <a:gd name="connsiteX179" fmla="*/ 345024 w 975099"/>
                <a:gd name="connsiteY179" fmla="*/ 21878 h 60693"/>
                <a:gd name="connsiteX180" fmla="*/ 350669 w 975099"/>
                <a:gd name="connsiteY180" fmla="*/ 21878 h 60693"/>
                <a:gd name="connsiteX181" fmla="*/ 353491 w 975099"/>
                <a:gd name="connsiteY181" fmla="*/ 12703 h 60693"/>
                <a:gd name="connsiteX182" fmla="*/ 345730 w 975099"/>
                <a:gd name="connsiteY182" fmla="*/ 13409 h 60693"/>
                <a:gd name="connsiteX183" fmla="*/ 345730 w 975099"/>
                <a:gd name="connsiteY183" fmla="*/ 13409 h 60693"/>
                <a:gd name="connsiteX184" fmla="*/ 352786 w 975099"/>
                <a:gd name="connsiteY184" fmla="*/ 38815 h 60693"/>
                <a:gd name="connsiteX185" fmla="*/ 352786 w 975099"/>
                <a:gd name="connsiteY185" fmla="*/ 35287 h 60693"/>
                <a:gd name="connsiteX186" fmla="*/ 347141 w 975099"/>
                <a:gd name="connsiteY186" fmla="*/ 35287 h 60693"/>
                <a:gd name="connsiteX187" fmla="*/ 347141 w 975099"/>
                <a:gd name="connsiteY187" fmla="*/ 38815 h 60693"/>
                <a:gd name="connsiteX188" fmla="*/ 352786 w 975099"/>
                <a:gd name="connsiteY188" fmla="*/ 38815 h 60693"/>
                <a:gd name="connsiteX189" fmla="*/ 347141 w 975099"/>
                <a:gd name="connsiteY189" fmla="*/ 43050 h 60693"/>
                <a:gd name="connsiteX190" fmla="*/ 347141 w 975099"/>
                <a:gd name="connsiteY190" fmla="*/ 46579 h 60693"/>
                <a:gd name="connsiteX191" fmla="*/ 352786 w 975099"/>
                <a:gd name="connsiteY191" fmla="*/ 46579 h 60693"/>
                <a:gd name="connsiteX192" fmla="*/ 352786 w 975099"/>
                <a:gd name="connsiteY192" fmla="*/ 43050 h 60693"/>
                <a:gd name="connsiteX193" fmla="*/ 347141 w 975099"/>
                <a:gd name="connsiteY193" fmla="*/ 43050 h 60693"/>
                <a:gd name="connsiteX194" fmla="*/ 373953 w 975099"/>
                <a:gd name="connsiteY194" fmla="*/ 4940 h 60693"/>
                <a:gd name="connsiteX195" fmla="*/ 378186 w 975099"/>
                <a:gd name="connsiteY195" fmla="*/ 16232 h 60693"/>
                <a:gd name="connsiteX196" fmla="*/ 371836 w 975099"/>
                <a:gd name="connsiteY196" fmla="*/ 18349 h 60693"/>
                <a:gd name="connsiteX197" fmla="*/ 368308 w 975099"/>
                <a:gd name="connsiteY197" fmla="*/ 7763 h 60693"/>
                <a:gd name="connsiteX198" fmla="*/ 373953 w 975099"/>
                <a:gd name="connsiteY198" fmla="*/ 4940 h 60693"/>
                <a:gd name="connsiteX199" fmla="*/ 408526 w 975099"/>
                <a:gd name="connsiteY199" fmla="*/ 40933 h 60693"/>
                <a:gd name="connsiteX200" fmla="*/ 422637 w 975099"/>
                <a:gd name="connsiteY200" fmla="*/ 52224 h 60693"/>
                <a:gd name="connsiteX201" fmla="*/ 416287 w 975099"/>
                <a:gd name="connsiteY201" fmla="*/ 58576 h 60693"/>
                <a:gd name="connsiteX202" fmla="*/ 403587 w 975099"/>
                <a:gd name="connsiteY202" fmla="*/ 47284 h 60693"/>
                <a:gd name="connsiteX203" fmla="*/ 408526 w 975099"/>
                <a:gd name="connsiteY203" fmla="*/ 40933 h 60693"/>
                <a:gd name="connsiteX204" fmla="*/ 484022 w 975099"/>
                <a:gd name="connsiteY204" fmla="*/ 28229 h 60693"/>
                <a:gd name="connsiteX205" fmla="*/ 484022 w 975099"/>
                <a:gd name="connsiteY205" fmla="*/ 28229 h 60693"/>
                <a:gd name="connsiteX206" fmla="*/ 482611 w 975099"/>
                <a:gd name="connsiteY206" fmla="*/ 29641 h 60693"/>
                <a:gd name="connsiteX207" fmla="*/ 481905 w 975099"/>
                <a:gd name="connsiteY207" fmla="*/ 30347 h 60693"/>
                <a:gd name="connsiteX208" fmla="*/ 500956 w 975099"/>
                <a:gd name="connsiteY208" fmla="*/ 30347 h 60693"/>
                <a:gd name="connsiteX209" fmla="*/ 503778 w 975099"/>
                <a:gd name="connsiteY209" fmla="*/ 33875 h 60693"/>
                <a:gd name="connsiteX210" fmla="*/ 492489 w 975099"/>
                <a:gd name="connsiteY210" fmla="*/ 46579 h 60693"/>
                <a:gd name="connsiteX211" fmla="*/ 515773 w 975099"/>
                <a:gd name="connsiteY211" fmla="*/ 51519 h 60693"/>
                <a:gd name="connsiteX212" fmla="*/ 510834 w 975099"/>
                <a:gd name="connsiteY212" fmla="*/ 59282 h 60693"/>
                <a:gd name="connsiteX213" fmla="*/ 486139 w 975099"/>
                <a:gd name="connsiteY213" fmla="*/ 50813 h 60693"/>
                <a:gd name="connsiteX214" fmla="*/ 462149 w 975099"/>
                <a:gd name="connsiteY214" fmla="*/ 59282 h 60693"/>
                <a:gd name="connsiteX215" fmla="*/ 457210 w 975099"/>
                <a:gd name="connsiteY215" fmla="*/ 52224 h 60693"/>
                <a:gd name="connsiteX216" fmla="*/ 479789 w 975099"/>
                <a:gd name="connsiteY216" fmla="*/ 45873 h 60693"/>
                <a:gd name="connsiteX217" fmla="*/ 474144 w 975099"/>
                <a:gd name="connsiteY217" fmla="*/ 38815 h 60693"/>
                <a:gd name="connsiteX218" fmla="*/ 462855 w 975099"/>
                <a:gd name="connsiteY218" fmla="*/ 46579 h 60693"/>
                <a:gd name="connsiteX219" fmla="*/ 457210 w 975099"/>
                <a:gd name="connsiteY219" fmla="*/ 40933 h 60693"/>
                <a:gd name="connsiteX220" fmla="*/ 476966 w 975099"/>
                <a:gd name="connsiteY220" fmla="*/ 25406 h 60693"/>
                <a:gd name="connsiteX221" fmla="*/ 468499 w 975099"/>
                <a:gd name="connsiteY221" fmla="*/ 29641 h 60693"/>
                <a:gd name="connsiteX222" fmla="*/ 462855 w 975099"/>
                <a:gd name="connsiteY222" fmla="*/ 25406 h 60693"/>
                <a:gd name="connsiteX223" fmla="*/ 475555 w 975099"/>
                <a:gd name="connsiteY223" fmla="*/ 11998 h 60693"/>
                <a:gd name="connsiteX224" fmla="*/ 465677 w 975099"/>
                <a:gd name="connsiteY224" fmla="*/ 11998 h 60693"/>
                <a:gd name="connsiteX225" fmla="*/ 470616 w 975099"/>
                <a:gd name="connsiteY225" fmla="*/ 15526 h 60693"/>
                <a:gd name="connsiteX226" fmla="*/ 471322 w 975099"/>
                <a:gd name="connsiteY226" fmla="*/ 16232 h 60693"/>
                <a:gd name="connsiteX227" fmla="*/ 470616 w 975099"/>
                <a:gd name="connsiteY227" fmla="*/ 16938 h 60693"/>
                <a:gd name="connsiteX228" fmla="*/ 469205 w 975099"/>
                <a:gd name="connsiteY228" fmla="*/ 16938 h 60693"/>
                <a:gd name="connsiteX229" fmla="*/ 459327 w 975099"/>
                <a:gd name="connsiteY229" fmla="*/ 26112 h 60693"/>
                <a:gd name="connsiteX230" fmla="*/ 453682 w 975099"/>
                <a:gd name="connsiteY230" fmla="*/ 21172 h 60693"/>
                <a:gd name="connsiteX231" fmla="*/ 464266 w 975099"/>
                <a:gd name="connsiteY231" fmla="*/ 11998 h 60693"/>
                <a:gd name="connsiteX232" fmla="*/ 455094 w 975099"/>
                <a:gd name="connsiteY232" fmla="*/ 11998 h 60693"/>
                <a:gd name="connsiteX233" fmla="*/ 455094 w 975099"/>
                <a:gd name="connsiteY233" fmla="*/ 5646 h 60693"/>
                <a:gd name="connsiteX234" fmla="*/ 480494 w 975099"/>
                <a:gd name="connsiteY234" fmla="*/ 5646 h 60693"/>
                <a:gd name="connsiteX235" fmla="*/ 480494 w 975099"/>
                <a:gd name="connsiteY235" fmla="*/ 0 h 60693"/>
                <a:gd name="connsiteX236" fmla="*/ 488961 w 975099"/>
                <a:gd name="connsiteY236" fmla="*/ 0 h 60693"/>
                <a:gd name="connsiteX237" fmla="*/ 490372 w 975099"/>
                <a:gd name="connsiteY237" fmla="*/ 706 h 60693"/>
                <a:gd name="connsiteX238" fmla="*/ 488961 w 975099"/>
                <a:gd name="connsiteY238" fmla="*/ 2117 h 60693"/>
                <a:gd name="connsiteX239" fmla="*/ 488961 w 975099"/>
                <a:gd name="connsiteY239" fmla="*/ 5646 h 60693"/>
                <a:gd name="connsiteX240" fmla="*/ 514361 w 975099"/>
                <a:gd name="connsiteY240" fmla="*/ 5646 h 60693"/>
                <a:gd name="connsiteX241" fmla="*/ 514361 w 975099"/>
                <a:gd name="connsiteY241" fmla="*/ 11998 h 60693"/>
                <a:gd name="connsiteX242" fmla="*/ 496017 w 975099"/>
                <a:gd name="connsiteY242" fmla="*/ 11998 h 60693"/>
                <a:gd name="connsiteX243" fmla="*/ 496017 w 975099"/>
                <a:gd name="connsiteY243" fmla="*/ 24701 h 60693"/>
                <a:gd name="connsiteX244" fmla="*/ 486139 w 975099"/>
                <a:gd name="connsiteY244" fmla="*/ 30347 h 60693"/>
                <a:gd name="connsiteX245" fmla="*/ 482611 w 975099"/>
                <a:gd name="connsiteY245" fmla="*/ 23289 h 60693"/>
                <a:gd name="connsiteX246" fmla="*/ 486844 w 975099"/>
                <a:gd name="connsiteY246" fmla="*/ 23995 h 60693"/>
                <a:gd name="connsiteX247" fmla="*/ 488961 w 975099"/>
                <a:gd name="connsiteY247" fmla="*/ 22584 h 60693"/>
                <a:gd name="connsiteX248" fmla="*/ 488961 w 975099"/>
                <a:gd name="connsiteY248" fmla="*/ 11998 h 60693"/>
                <a:gd name="connsiteX249" fmla="*/ 483316 w 975099"/>
                <a:gd name="connsiteY249" fmla="*/ 11998 h 60693"/>
                <a:gd name="connsiteX250" fmla="*/ 477672 w 975099"/>
                <a:gd name="connsiteY250" fmla="*/ 26112 h 60693"/>
                <a:gd name="connsiteX251" fmla="*/ 484022 w 975099"/>
                <a:gd name="connsiteY251" fmla="*/ 28229 h 60693"/>
                <a:gd name="connsiteX252" fmla="*/ 484022 w 975099"/>
                <a:gd name="connsiteY252" fmla="*/ 28229 h 60693"/>
                <a:gd name="connsiteX253" fmla="*/ 479789 w 975099"/>
                <a:gd name="connsiteY253" fmla="*/ 37404 h 60693"/>
                <a:gd name="connsiteX254" fmla="*/ 485433 w 975099"/>
                <a:gd name="connsiteY254" fmla="*/ 43050 h 60693"/>
                <a:gd name="connsiteX255" fmla="*/ 491078 w 975099"/>
                <a:gd name="connsiteY255" fmla="*/ 37404 h 60693"/>
                <a:gd name="connsiteX256" fmla="*/ 479789 w 975099"/>
                <a:gd name="connsiteY256" fmla="*/ 37404 h 60693"/>
                <a:gd name="connsiteX257" fmla="*/ 503072 w 975099"/>
                <a:gd name="connsiteY257" fmla="*/ 11998 h 60693"/>
                <a:gd name="connsiteX258" fmla="*/ 512950 w 975099"/>
                <a:gd name="connsiteY258" fmla="*/ 22584 h 60693"/>
                <a:gd name="connsiteX259" fmla="*/ 506600 w 975099"/>
                <a:gd name="connsiteY259" fmla="*/ 26818 h 60693"/>
                <a:gd name="connsiteX260" fmla="*/ 497428 w 975099"/>
                <a:gd name="connsiteY260" fmla="*/ 16232 h 60693"/>
                <a:gd name="connsiteX261" fmla="*/ 503072 w 975099"/>
                <a:gd name="connsiteY261" fmla="*/ 11998 h 60693"/>
                <a:gd name="connsiteX262" fmla="*/ 599030 w 975099"/>
                <a:gd name="connsiteY262" fmla="*/ 18349 h 60693"/>
                <a:gd name="connsiteX263" fmla="*/ 584213 w 975099"/>
                <a:gd name="connsiteY263" fmla="*/ 33170 h 60693"/>
                <a:gd name="connsiteX264" fmla="*/ 585624 w 975099"/>
                <a:gd name="connsiteY264" fmla="*/ 33170 h 60693"/>
                <a:gd name="connsiteX265" fmla="*/ 590563 w 975099"/>
                <a:gd name="connsiteY265" fmla="*/ 37404 h 60693"/>
                <a:gd name="connsiteX266" fmla="*/ 589858 w 975099"/>
                <a:gd name="connsiteY266" fmla="*/ 45873 h 60693"/>
                <a:gd name="connsiteX267" fmla="*/ 594797 w 975099"/>
                <a:gd name="connsiteY267" fmla="*/ 50107 h 60693"/>
                <a:gd name="connsiteX268" fmla="*/ 608908 w 975099"/>
                <a:gd name="connsiteY268" fmla="*/ 47990 h 60693"/>
                <a:gd name="connsiteX269" fmla="*/ 608908 w 975099"/>
                <a:gd name="connsiteY269" fmla="*/ 57165 h 60693"/>
                <a:gd name="connsiteX270" fmla="*/ 593385 w 975099"/>
                <a:gd name="connsiteY270" fmla="*/ 58576 h 60693"/>
                <a:gd name="connsiteX271" fmla="*/ 580685 w 975099"/>
                <a:gd name="connsiteY271" fmla="*/ 50107 h 60693"/>
                <a:gd name="connsiteX272" fmla="*/ 581391 w 975099"/>
                <a:gd name="connsiteY272" fmla="*/ 43756 h 60693"/>
                <a:gd name="connsiteX273" fmla="*/ 579274 w 975099"/>
                <a:gd name="connsiteY273" fmla="*/ 40933 h 60693"/>
                <a:gd name="connsiteX274" fmla="*/ 573629 w 975099"/>
                <a:gd name="connsiteY274" fmla="*/ 45167 h 60693"/>
                <a:gd name="connsiteX275" fmla="*/ 560929 w 975099"/>
                <a:gd name="connsiteY275" fmla="*/ 59282 h 60693"/>
                <a:gd name="connsiteX276" fmla="*/ 553874 w 975099"/>
                <a:gd name="connsiteY276" fmla="*/ 52930 h 60693"/>
                <a:gd name="connsiteX277" fmla="*/ 581391 w 975099"/>
                <a:gd name="connsiteY277" fmla="*/ 23995 h 60693"/>
                <a:gd name="connsiteX278" fmla="*/ 560224 w 975099"/>
                <a:gd name="connsiteY278" fmla="*/ 27524 h 60693"/>
                <a:gd name="connsiteX279" fmla="*/ 558813 w 975099"/>
                <a:gd name="connsiteY279" fmla="*/ 19055 h 60693"/>
                <a:gd name="connsiteX280" fmla="*/ 593385 w 975099"/>
                <a:gd name="connsiteY280" fmla="*/ 13409 h 60693"/>
                <a:gd name="connsiteX281" fmla="*/ 599030 w 975099"/>
                <a:gd name="connsiteY281" fmla="*/ 18349 h 60693"/>
                <a:gd name="connsiteX282" fmla="*/ 570102 w 975099"/>
                <a:gd name="connsiteY282" fmla="*/ 1412 h 60693"/>
                <a:gd name="connsiteX283" fmla="*/ 587741 w 975099"/>
                <a:gd name="connsiteY283" fmla="*/ 3529 h 60693"/>
                <a:gd name="connsiteX284" fmla="*/ 591974 w 975099"/>
                <a:gd name="connsiteY284" fmla="*/ 3529 h 60693"/>
                <a:gd name="connsiteX285" fmla="*/ 591269 w 975099"/>
                <a:gd name="connsiteY285" fmla="*/ 11292 h 60693"/>
                <a:gd name="connsiteX286" fmla="*/ 588446 w 975099"/>
                <a:gd name="connsiteY286" fmla="*/ 11292 h 60693"/>
                <a:gd name="connsiteX287" fmla="*/ 569396 w 975099"/>
                <a:gd name="connsiteY287" fmla="*/ 9175 h 60693"/>
                <a:gd name="connsiteX288" fmla="*/ 570102 w 975099"/>
                <a:gd name="connsiteY288" fmla="*/ 1412 h 60693"/>
                <a:gd name="connsiteX289" fmla="*/ 704160 w 975099"/>
                <a:gd name="connsiteY289" fmla="*/ 11292 h 60693"/>
                <a:gd name="connsiteX290" fmla="*/ 673821 w 975099"/>
                <a:gd name="connsiteY290" fmla="*/ 35993 h 60693"/>
                <a:gd name="connsiteX291" fmla="*/ 692871 w 975099"/>
                <a:gd name="connsiteY291" fmla="*/ 49401 h 60693"/>
                <a:gd name="connsiteX292" fmla="*/ 688638 w 975099"/>
                <a:gd name="connsiteY292" fmla="*/ 59282 h 60693"/>
                <a:gd name="connsiteX293" fmla="*/ 665354 w 975099"/>
                <a:gd name="connsiteY293" fmla="*/ 36698 h 60693"/>
                <a:gd name="connsiteX294" fmla="*/ 678760 w 975099"/>
                <a:gd name="connsiteY294" fmla="*/ 14115 h 60693"/>
                <a:gd name="connsiteX295" fmla="*/ 649831 w 975099"/>
                <a:gd name="connsiteY295" fmla="*/ 18349 h 60693"/>
                <a:gd name="connsiteX296" fmla="*/ 648420 w 975099"/>
                <a:gd name="connsiteY296" fmla="*/ 7763 h 60693"/>
                <a:gd name="connsiteX297" fmla="*/ 652653 w 975099"/>
                <a:gd name="connsiteY297" fmla="*/ 7763 h 60693"/>
                <a:gd name="connsiteX298" fmla="*/ 702749 w 975099"/>
                <a:gd name="connsiteY298" fmla="*/ 1412 h 60693"/>
                <a:gd name="connsiteX299" fmla="*/ 704160 w 975099"/>
                <a:gd name="connsiteY299" fmla="*/ 11292 h 60693"/>
                <a:gd name="connsiteX300" fmla="*/ 790945 w 975099"/>
                <a:gd name="connsiteY300" fmla="*/ 19055 h 60693"/>
                <a:gd name="connsiteX301" fmla="*/ 790945 w 975099"/>
                <a:gd name="connsiteY301" fmla="*/ 19055 h 60693"/>
                <a:gd name="connsiteX302" fmla="*/ 790240 w 975099"/>
                <a:gd name="connsiteY302" fmla="*/ 20466 h 60693"/>
                <a:gd name="connsiteX303" fmla="*/ 787418 w 975099"/>
                <a:gd name="connsiteY303" fmla="*/ 33170 h 60693"/>
                <a:gd name="connsiteX304" fmla="*/ 797296 w 975099"/>
                <a:gd name="connsiteY304" fmla="*/ 40227 h 60693"/>
                <a:gd name="connsiteX305" fmla="*/ 792357 w 975099"/>
                <a:gd name="connsiteY305" fmla="*/ 47990 h 60693"/>
                <a:gd name="connsiteX306" fmla="*/ 784595 w 975099"/>
                <a:gd name="connsiteY306" fmla="*/ 41638 h 60693"/>
                <a:gd name="connsiteX307" fmla="*/ 769778 w 975099"/>
                <a:gd name="connsiteY307" fmla="*/ 58576 h 60693"/>
                <a:gd name="connsiteX308" fmla="*/ 762723 w 975099"/>
                <a:gd name="connsiteY308" fmla="*/ 52930 h 60693"/>
                <a:gd name="connsiteX309" fmla="*/ 776834 w 975099"/>
                <a:gd name="connsiteY309" fmla="*/ 37404 h 60693"/>
                <a:gd name="connsiteX310" fmla="*/ 763428 w 975099"/>
                <a:gd name="connsiteY310" fmla="*/ 33170 h 60693"/>
                <a:gd name="connsiteX311" fmla="*/ 747906 w 975099"/>
                <a:gd name="connsiteY311" fmla="*/ 52930 h 60693"/>
                <a:gd name="connsiteX312" fmla="*/ 738733 w 975099"/>
                <a:gd name="connsiteY312" fmla="*/ 43050 h 60693"/>
                <a:gd name="connsiteX313" fmla="*/ 759195 w 975099"/>
                <a:gd name="connsiteY313" fmla="*/ 25406 h 60693"/>
                <a:gd name="connsiteX314" fmla="*/ 764134 w 975099"/>
                <a:gd name="connsiteY314" fmla="*/ 12703 h 60693"/>
                <a:gd name="connsiteX315" fmla="*/ 749317 w 975099"/>
                <a:gd name="connsiteY315" fmla="*/ 15526 h 60693"/>
                <a:gd name="connsiteX316" fmla="*/ 747200 w 975099"/>
                <a:gd name="connsiteY316" fmla="*/ 6352 h 60693"/>
                <a:gd name="connsiteX317" fmla="*/ 770484 w 975099"/>
                <a:gd name="connsiteY317" fmla="*/ 2117 h 60693"/>
                <a:gd name="connsiteX318" fmla="*/ 776128 w 975099"/>
                <a:gd name="connsiteY318" fmla="*/ 7057 h 60693"/>
                <a:gd name="connsiteX319" fmla="*/ 766250 w 975099"/>
                <a:gd name="connsiteY319" fmla="*/ 26112 h 60693"/>
                <a:gd name="connsiteX320" fmla="*/ 778951 w 975099"/>
                <a:gd name="connsiteY320" fmla="*/ 30347 h 60693"/>
                <a:gd name="connsiteX321" fmla="*/ 781067 w 975099"/>
                <a:gd name="connsiteY321" fmla="*/ 16232 h 60693"/>
                <a:gd name="connsiteX322" fmla="*/ 790945 w 975099"/>
                <a:gd name="connsiteY322" fmla="*/ 19055 h 60693"/>
                <a:gd name="connsiteX323" fmla="*/ 790945 w 975099"/>
                <a:gd name="connsiteY323" fmla="*/ 19055 h 60693"/>
                <a:gd name="connsiteX324" fmla="*/ 746494 w 975099"/>
                <a:gd name="connsiteY324" fmla="*/ 42344 h 60693"/>
                <a:gd name="connsiteX325" fmla="*/ 747906 w 975099"/>
                <a:gd name="connsiteY325" fmla="*/ 44461 h 60693"/>
                <a:gd name="connsiteX326" fmla="*/ 755667 w 975099"/>
                <a:gd name="connsiteY326" fmla="*/ 32464 h 60693"/>
                <a:gd name="connsiteX327" fmla="*/ 746494 w 975099"/>
                <a:gd name="connsiteY327" fmla="*/ 42344 h 60693"/>
                <a:gd name="connsiteX328" fmla="*/ 876320 w 975099"/>
                <a:gd name="connsiteY328" fmla="*/ 2823 h 60693"/>
                <a:gd name="connsiteX329" fmla="*/ 877731 w 975099"/>
                <a:gd name="connsiteY329" fmla="*/ 3529 h 60693"/>
                <a:gd name="connsiteX330" fmla="*/ 876320 w 975099"/>
                <a:gd name="connsiteY330" fmla="*/ 4234 h 60693"/>
                <a:gd name="connsiteX331" fmla="*/ 876320 w 975099"/>
                <a:gd name="connsiteY331" fmla="*/ 15526 h 60693"/>
                <a:gd name="connsiteX332" fmla="*/ 889020 w 975099"/>
                <a:gd name="connsiteY332" fmla="*/ 14115 h 60693"/>
                <a:gd name="connsiteX333" fmla="*/ 889020 w 975099"/>
                <a:gd name="connsiteY333" fmla="*/ 23289 h 60693"/>
                <a:gd name="connsiteX334" fmla="*/ 886198 w 975099"/>
                <a:gd name="connsiteY334" fmla="*/ 23289 h 60693"/>
                <a:gd name="connsiteX335" fmla="*/ 877025 w 975099"/>
                <a:gd name="connsiteY335" fmla="*/ 23995 h 60693"/>
                <a:gd name="connsiteX336" fmla="*/ 862208 w 975099"/>
                <a:gd name="connsiteY336" fmla="*/ 42344 h 60693"/>
                <a:gd name="connsiteX337" fmla="*/ 860091 w 975099"/>
                <a:gd name="connsiteY337" fmla="*/ 34581 h 60693"/>
                <a:gd name="connsiteX338" fmla="*/ 864325 w 975099"/>
                <a:gd name="connsiteY338" fmla="*/ 34581 h 60693"/>
                <a:gd name="connsiteX339" fmla="*/ 869264 w 975099"/>
                <a:gd name="connsiteY339" fmla="*/ 25406 h 60693"/>
                <a:gd name="connsiteX340" fmla="*/ 854447 w 975099"/>
                <a:gd name="connsiteY340" fmla="*/ 28229 h 60693"/>
                <a:gd name="connsiteX341" fmla="*/ 855152 w 975099"/>
                <a:gd name="connsiteY341" fmla="*/ 45167 h 60693"/>
                <a:gd name="connsiteX342" fmla="*/ 865030 w 975099"/>
                <a:gd name="connsiteY342" fmla="*/ 49401 h 60693"/>
                <a:gd name="connsiteX343" fmla="*/ 885492 w 975099"/>
                <a:gd name="connsiteY343" fmla="*/ 46579 h 60693"/>
                <a:gd name="connsiteX344" fmla="*/ 884081 w 975099"/>
                <a:gd name="connsiteY344" fmla="*/ 55753 h 60693"/>
                <a:gd name="connsiteX345" fmla="*/ 862914 w 975099"/>
                <a:gd name="connsiteY345" fmla="*/ 57165 h 60693"/>
                <a:gd name="connsiteX346" fmla="*/ 846686 w 975099"/>
                <a:gd name="connsiteY346" fmla="*/ 47990 h 60693"/>
                <a:gd name="connsiteX347" fmla="*/ 845980 w 975099"/>
                <a:gd name="connsiteY347" fmla="*/ 29641 h 60693"/>
                <a:gd name="connsiteX348" fmla="*/ 833280 w 975099"/>
                <a:gd name="connsiteY348" fmla="*/ 32464 h 60693"/>
                <a:gd name="connsiteX349" fmla="*/ 832574 w 975099"/>
                <a:gd name="connsiteY349" fmla="*/ 22584 h 60693"/>
                <a:gd name="connsiteX350" fmla="*/ 845980 w 975099"/>
                <a:gd name="connsiteY350" fmla="*/ 20466 h 60693"/>
                <a:gd name="connsiteX351" fmla="*/ 845274 w 975099"/>
                <a:gd name="connsiteY351" fmla="*/ 4940 h 60693"/>
                <a:gd name="connsiteX352" fmla="*/ 854447 w 975099"/>
                <a:gd name="connsiteY352" fmla="*/ 6352 h 60693"/>
                <a:gd name="connsiteX353" fmla="*/ 855858 w 975099"/>
                <a:gd name="connsiteY353" fmla="*/ 7057 h 60693"/>
                <a:gd name="connsiteX354" fmla="*/ 854447 w 975099"/>
                <a:gd name="connsiteY354" fmla="*/ 7763 h 60693"/>
                <a:gd name="connsiteX355" fmla="*/ 853741 w 975099"/>
                <a:gd name="connsiteY355" fmla="*/ 18349 h 60693"/>
                <a:gd name="connsiteX356" fmla="*/ 867853 w 975099"/>
                <a:gd name="connsiteY356" fmla="*/ 16232 h 60693"/>
                <a:gd name="connsiteX357" fmla="*/ 866442 w 975099"/>
                <a:gd name="connsiteY357" fmla="*/ 706 h 60693"/>
                <a:gd name="connsiteX358" fmla="*/ 876320 w 975099"/>
                <a:gd name="connsiteY358" fmla="*/ 2823 h 60693"/>
                <a:gd name="connsiteX359" fmla="*/ 876320 w 975099"/>
                <a:gd name="connsiteY359" fmla="*/ 2823 h 60693"/>
                <a:gd name="connsiteX360" fmla="*/ 965221 w 975099"/>
                <a:gd name="connsiteY360" fmla="*/ 7763 h 60693"/>
                <a:gd name="connsiteX361" fmla="*/ 948288 w 975099"/>
                <a:gd name="connsiteY361" fmla="*/ 23289 h 60693"/>
                <a:gd name="connsiteX362" fmla="*/ 956755 w 975099"/>
                <a:gd name="connsiteY362" fmla="*/ 21878 h 60693"/>
                <a:gd name="connsiteX363" fmla="*/ 975100 w 975099"/>
                <a:gd name="connsiteY363" fmla="*/ 38815 h 60693"/>
                <a:gd name="connsiteX364" fmla="*/ 951110 w 975099"/>
                <a:gd name="connsiteY364" fmla="*/ 58576 h 60693"/>
                <a:gd name="connsiteX365" fmla="*/ 935588 w 975099"/>
                <a:gd name="connsiteY365" fmla="*/ 47990 h 60693"/>
                <a:gd name="connsiteX366" fmla="*/ 947582 w 975099"/>
                <a:gd name="connsiteY366" fmla="*/ 38110 h 60693"/>
                <a:gd name="connsiteX367" fmla="*/ 960988 w 975099"/>
                <a:gd name="connsiteY367" fmla="*/ 47990 h 60693"/>
                <a:gd name="connsiteX368" fmla="*/ 966633 w 975099"/>
                <a:gd name="connsiteY368" fmla="*/ 38815 h 60693"/>
                <a:gd name="connsiteX369" fmla="*/ 955344 w 975099"/>
                <a:gd name="connsiteY369" fmla="*/ 28935 h 60693"/>
                <a:gd name="connsiteX370" fmla="*/ 928532 w 975099"/>
                <a:gd name="connsiteY370" fmla="*/ 45167 h 60693"/>
                <a:gd name="connsiteX371" fmla="*/ 921476 w 975099"/>
                <a:gd name="connsiteY371" fmla="*/ 38815 h 60693"/>
                <a:gd name="connsiteX372" fmla="*/ 949699 w 975099"/>
                <a:gd name="connsiteY372" fmla="*/ 11998 h 60693"/>
                <a:gd name="connsiteX373" fmla="*/ 929943 w 975099"/>
                <a:gd name="connsiteY373" fmla="*/ 14115 h 60693"/>
                <a:gd name="connsiteX374" fmla="*/ 928532 w 975099"/>
                <a:gd name="connsiteY374" fmla="*/ 5646 h 60693"/>
                <a:gd name="connsiteX375" fmla="*/ 960988 w 975099"/>
                <a:gd name="connsiteY375" fmla="*/ 1412 h 60693"/>
                <a:gd name="connsiteX376" fmla="*/ 965221 w 975099"/>
                <a:gd name="connsiteY376" fmla="*/ 7763 h 60693"/>
                <a:gd name="connsiteX377" fmla="*/ 965221 w 975099"/>
                <a:gd name="connsiteY377" fmla="*/ 7763 h 60693"/>
                <a:gd name="connsiteX378" fmla="*/ 946171 w 975099"/>
                <a:gd name="connsiteY378" fmla="*/ 45167 h 60693"/>
                <a:gd name="connsiteX379" fmla="*/ 942643 w 975099"/>
                <a:gd name="connsiteY379" fmla="*/ 47990 h 60693"/>
                <a:gd name="connsiteX380" fmla="*/ 948993 w 975099"/>
                <a:gd name="connsiteY380" fmla="*/ 52224 h 60693"/>
                <a:gd name="connsiteX381" fmla="*/ 952521 w 975099"/>
                <a:gd name="connsiteY381" fmla="*/ 51519 h 60693"/>
                <a:gd name="connsiteX382" fmla="*/ 946171 w 975099"/>
                <a:gd name="connsiteY382" fmla="*/ 45167 h 60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Lst>
              <a:rect l="l" t="t" r="r" b="b"/>
              <a:pathLst>
                <a:path w="975099" h="60693">
                  <a:moveTo>
                    <a:pt x="56446" y="25406"/>
                  </a:moveTo>
                  <a:cubicBezTo>
                    <a:pt x="40218" y="25406"/>
                    <a:pt x="28223" y="34581"/>
                    <a:pt x="28223" y="43756"/>
                  </a:cubicBezTo>
                  <a:cubicBezTo>
                    <a:pt x="28223" y="47990"/>
                    <a:pt x="30340" y="51519"/>
                    <a:pt x="46568" y="51519"/>
                  </a:cubicBezTo>
                  <a:cubicBezTo>
                    <a:pt x="45157" y="55047"/>
                    <a:pt x="44451" y="57165"/>
                    <a:pt x="43745" y="59282"/>
                  </a:cubicBezTo>
                  <a:cubicBezTo>
                    <a:pt x="33867" y="58576"/>
                    <a:pt x="19050" y="57870"/>
                    <a:pt x="19050" y="44461"/>
                  </a:cubicBezTo>
                  <a:cubicBezTo>
                    <a:pt x="19050" y="36698"/>
                    <a:pt x="24695" y="31758"/>
                    <a:pt x="27517" y="29641"/>
                  </a:cubicBezTo>
                  <a:cubicBezTo>
                    <a:pt x="18345" y="30347"/>
                    <a:pt x="8467" y="33170"/>
                    <a:pt x="2117" y="35287"/>
                  </a:cubicBezTo>
                  <a:lnTo>
                    <a:pt x="0" y="25406"/>
                  </a:lnTo>
                  <a:cubicBezTo>
                    <a:pt x="2822" y="25406"/>
                    <a:pt x="7056" y="25406"/>
                    <a:pt x="15523" y="23995"/>
                  </a:cubicBezTo>
                  <a:cubicBezTo>
                    <a:pt x="17639" y="22584"/>
                    <a:pt x="21873" y="18349"/>
                    <a:pt x="26812" y="14115"/>
                  </a:cubicBezTo>
                  <a:lnTo>
                    <a:pt x="29634" y="11292"/>
                  </a:lnTo>
                  <a:cubicBezTo>
                    <a:pt x="17639" y="11998"/>
                    <a:pt x="15523" y="12703"/>
                    <a:pt x="11995" y="12703"/>
                  </a:cubicBezTo>
                  <a:lnTo>
                    <a:pt x="11289" y="3529"/>
                  </a:lnTo>
                  <a:lnTo>
                    <a:pt x="18345" y="3529"/>
                  </a:lnTo>
                  <a:cubicBezTo>
                    <a:pt x="22578" y="3529"/>
                    <a:pt x="31045" y="3529"/>
                    <a:pt x="38806" y="2117"/>
                  </a:cubicBezTo>
                  <a:cubicBezTo>
                    <a:pt x="40923" y="2117"/>
                    <a:pt x="42334" y="1412"/>
                    <a:pt x="44451" y="706"/>
                  </a:cubicBezTo>
                  <a:lnTo>
                    <a:pt x="47979" y="5646"/>
                  </a:lnTo>
                  <a:cubicBezTo>
                    <a:pt x="44451" y="9175"/>
                    <a:pt x="38806" y="13409"/>
                    <a:pt x="28223" y="22584"/>
                  </a:cubicBezTo>
                  <a:cubicBezTo>
                    <a:pt x="46568" y="19761"/>
                    <a:pt x="48684" y="19055"/>
                    <a:pt x="55740" y="17643"/>
                  </a:cubicBezTo>
                  <a:lnTo>
                    <a:pt x="56446" y="25406"/>
                  </a:lnTo>
                  <a:close/>
                  <a:moveTo>
                    <a:pt x="134764" y="49401"/>
                  </a:moveTo>
                  <a:cubicBezTo>
                    <a:pt x="149581" y="46579"/>
                    <a:pt x="153815" y="35287"/>
                    <a:pt x="153815" y="28229"/>
                  </a:cubicBezTo>
                  <a:cubicBezTo>
                    <a:pt x="153815" y="20466"/>
                    <a:pt x="148876" y="11998"/>
                    <a:pt x="137586" y="11292"/>
                  </a:cubicBezTo>
                  <a:cubicBezTo>
                    <a:pt x="135470" y="35287"/>
                    <a:pt x="126297" y="52224"/>
                    <a:pt x="119242" y="52224"/>
                  </a:cubicBezTo>
                  <a:cubicBezTo>
                    <a:pt x="114303" y="52224"/>
                    <a:pt x="105836" y="44461"/>
                    <a:pt x="105836" y="32464"/>
                  </a:cubicBezTo>
                  <a:cubicBezTo>
                    <a:pt x="105836" y="19055"/>
                    <a:pt x="118536" y="2823"/>
                    <a:pt x="136175" y="2823"/>
                  </a:cubicBezTo>
                  <a:cubicBezTo>
                    <a:pt x="149581" y="2823"/>
                    <a:pt x="162281" y="11998"/>
                    <a:pt x="162281" y="27524"/>
                  </a:cubicBezTo>
                  <a:cubicBezTo>
                    <a:pt x="162281" y="37404"/>
                    <a:pt x="158048" y="43050"/>
                    <a:pt x="154520" y="47284"/>
                  </a:cubicBezTo>
                  <a:cubicBezTo>
                    <a:pt x="150287" y="52224"/>
                    <a:pt x="144642" y="54342"/>
                    <a:pt x="140409" y="56459"/>
                  </a:cubicBezTo>
                  <a:cubicBezTo>
                    <a:pt x="138292" y="53636"/>
                    <a:pt x="137586" y="52224"/>
                    <a:pt x="134764" y="49401"/>
                  </a:cubicBezTo>
                  <a:close/>
                  <a:moveTo>
                    <a:pt x="114303" y="32464"/>
                  </a:moveTo>
                  <a:cubicBezTo>
                    <a:pt x="114303" y="38110"/>
                    <a:pt x="117125" y="42344"/>
                    <a:pt x="119242" y="42344"/>
                  </a:cubicBezTo>
                  <a:cubicBezTo>
                    <a:pt x="121358" y="42344"/>
                    <a:pt x="122769" y="38110"/>
                    <a:pt x="124181" y="35287"/>
                  </a:cubicBezTo>
                  <a:cubicBezTo>
                    <a:pt x="128414" y="23995"/>
                    <a:pt x="129120" y="16232"/>
                    <a:pt x="129120" y="12703"/>
                  </a:cubicBezTo>
                  <a:cubicBezTo>
                    <a:pt x="119947" y="16232"/>
                    <a:pt x="114303" y="26112"/>
                    <a:pt x="114303" y="32464"/>
                  </a:cubicBezTo>
                  <a:close/>
                  <a:moveTo>
                    <a:pt x="234955" y="11292"/>
                  </a:moveTo>
                  <a:lnTo>
                    <a:pt x="234955" y="0"/>
                  </a:lnTo>
                  <a:lnTo>
                    <a:pt x="243422" y="0"/>
                  </a:lnTo>
                  <a:cubicBezTo>
                    <a:pt x="244128" y="0"/>
                    <a:pt x="244833" y="0"/>
                    <a:pt x="244833" y="706"/>
                  </a:cubicBezTo>
                  <a:cubicBezTo>
                    <a:pt x="244833" y="1412"/>
                    <a:pt x="244128" y="1412"/>
                    <a:pt x="242717" y="2117"/>
                  </a:cubicBezTo>
                  <a:lnTo>
                    <a:pt x="242717" y="11292"/>
                  </a:lnTo>
                  <a:lnTo>
                    <a:pt x="251889" y="11292"/>
                  </a:lnTo>
                  <a:cubicBezTo>
                    <a:pt x="249772" y="10586"/>
                    <a:pt x="248361" y="9880"/>
                    <a:pt x="247656" y="9175"/>
                  </a:cubicBezTo>
                  <a:cubicBezTo>
                    <a:pt x="250478" y="6352"/>
                    <a:pt x="251889" y="2117"/>
                    <a:pt x="252595" y="706"/>
                  </a:cubicBezTo>
                  <a:lnTo>
                    <a:pt x="260356" y="3529"/>
                  </a:lnTo>
                  <a:cubicBezTo>
                    <a:pt x="261061" y="3529"/>
                    <a:pt x="261061" y="4234"/>
                    <a:pt x="261061" y="4234"/>
                  </a:cubicBezTo>
                  <a:cubicBezTo>
                    <a:pt x="261061" y="4940"/>
                    <a:pt x="260356" y="4940"/>
                    <a:pt x="258945" y="4940"/>
                  </a:cubicBezTo>
                  <a:cubicBezTo>
                    <a:pt x="258239" y="7763"/>
                    <a:pt x="256122" y="9880"/>
                    <a:pt x="255417" y="11292"/>
                  </a:cubicBezTo>
                  <a:lnTo>
                    <a:pt x="267412" y="11292"/>
                  </a:lnTo>
                  <a:lnTo>
                    <a:pt x="267412" y="25406"/>
                  </a:lnTo>
                  <a:lnTo>
                    <a:pt x="259650" y="25406"/>
                  </a:lnTo>
                  <a:lnTo>
                    <a:pt x="259650" y="16938"/>
                  </a:lnTo>
                  <a:lnTo>
                    <a:pt x="219433" y="16938"/>
                  </a:lnTo>
                  <a:lnTo>
                    <a:pt x="219433" y="25406"/>
                  </a:lnTo>
                  <a:lnTo>
                    <a:pt x="211671" y="25406"/>
                  </a:lnTo>
                  <a:lnTo>
                    <a:pt x="211671" y="11292"/>
                  </a:lnTo>
                  <a:lnTo>
                    <a:pt x="222961" y="11292"/>
                  </a:lnTo>
                  <a:cubicBezTo>
                    <a:pt x="220844" y="7763"/>
                    <a:pt x="220844" y="7057"/>
                    <a:pt x="218727" y="4234"/>
                  </a:cubicBezTo>
                  <a:lnTo>
                    <a:pt x="225077" y="706"/>
                  </a:lnTo>
                  <a:cubicBezTo>
                    <a:pt x="225783" y="1412"/>
                    <a:pt x="228605" y="4940"/>
                    <a:pt x="230722" y="9175"/>
                  </a:cubicBezTo>
                  <a:cubicBezTo>
                    <a:pt x="230016" y="9880"/>
                    <a:pt x="227900" y="11292"/>
                    <a:pt x="227194" y="11292"/>
                  </a:cubicBezTo>
                  <a:lnTo>
                    <a:pt x="234955" y="11292"/>
                  </a:lnTo>
                  <a:close/>
                  <a:moveTo>
                    <a:pt x="243422" y="35993"/>
                  </a:moveTo>
                  <a:lnTo>
                    <a:pt x="261767" y="35993"/>
                  </a:lnTo>
                  <a:lnTo>
                    <a:pt x="261767" y="50107"/>
                  </a:lnTo>
                  <a:cubicBezTo>
                    <a:pt x="261767" y="52224"/>
                    <a:pt x="261767" y="54342"/>
                    <a:pt x="258239" y="55753"/>
                  </a:cubicBezTo>
                  <a:cubicBezTo>
                    <a:pt x="257534" y="55753"/>
                    <a:pt x="254711" y="57165"/>
                    <a:pt x="249067" y="57165"/>
                  </a:cubicBezTo>
                  <a:cubicBezTo>
                    <a:pt x="249067" y="55047"/>
                    <a:pt x="247656" y="51519"/>
                    <a:pt x="246244" y="49401"/>
                  </a:cubicBezTo>
                  <a:cubicBezTo>
                    <a:pt x="246950" y="49401"/>
                    <a:pt x="249772" y="50107"/>
                    <a:pt x="250478" y="50107"/>
                  </a:cubicBezTo>
                  <a:cubicBezTo>
                    <a:pt x="253300" y="50107"/>
                    <a:pt x="253300" y="49401"/>
                    <a:pt x="253300" y="43050"/>
                  </a:cubicBezTo>
                  <a:lnTo>
                    <a:pt x="243422" y="43050"/>
                  </a:lnTo>
                  <a:lnTo>
                    <a:pt x="243422" y="59987"/>
                  </a:lnTo>
                  <a:lnTo>
                    <a:pt x="235661" y="59987"/>
                  </a:lnTo>
                  <a:lnTo>
                    <a:pt x="235661" y="42344"/>
                  </a:lnTo>
                  <a:lnTo>
                    <a:pt x="225783" y="42344"/>
                  </a:lnTo>
                  <a:lnTo>
                    <a:pt x="225783" y="55753"/>
                  </a:lnTo>
                  <a:lnTo>
                    <a:pt x="218022" y="55753"/>
                  </a:lnTo>
                  <a:lnTo>
                    <a:pt x="218022" y="35993"/>
                  </a:lnTo>
                  <a:lnTo>
                    <a:pt x="235661" y="35993"/>
                  </a:lnTo>
                  <a:lnTo>
                    <a:pt x="235661" y="33170"/>
                  </a:lnTo>
                  <a:lnTo>
                    <a:pt x="222961" y="33170"/>
                  </a:lnTo>
                  <a:lnTo>
                    <a:pt x="222961" y="19055"/>
                  </a:lnTo>
                  <a:lnTo>
                    <a:pt x="256122" y="19055"/>
                  </a:lnTo>
                  <a:lnTo>
                    <a:pt x="256122" y="33170"/>
                  </a:lnTo>
                  <a:lnTo>
                    <a:pt x="243422" y="33170"/>
                  </a:lnTo>
                  <a:lnTo>
                    <a:pt x="243422" y="35993"/>
                  </a:lnTo>
                  <a:close/>
                  <a:moveTo>
                    <a:pt x="230016" y="24701"/>
                  </a:moveTo>
                  <a:lnTo>
                    <a:pt x="230016" y="28935"/>
                  </a:lnTo>
                  <a:lnTo>
                    <a:pt x="248361" y="28935"/>
                  </a:lnTo>
                  <a:lnTo>
                    <a:pt x="248361" y="24701"/>
                  </a:lnTo>
                  <a:lnTo>
                    <a:pt x="230016" y="24701"/>
                  </a:lnTo>
                  <a:close/>
                  <a:moveTo>
                    <a:pt x="339380" y="11292"/>
                  </a:moveTo>
                  <a:lnTo>
                    <a:pt x="339380" y="16938"/>
                  </a:lnTo>
                  <a:lnTo>
                    <a:pt x="318918" y="16938"/>
                  </a:lnTo>
                  <a:lnTo>
                    <a:pt x="318918" y="11292"/>
                  </a:lnTo>
                  <a:lnTo>
                    <a:pt x="339380" y="11292"/>
                  </a:lnTo>
                  <a:close/>
                  <a:moveTo>
                    <a:pt x="327385" y="56459"/>
                  </a:moveTo>
                  <a:lnTo>
                    <a:pt x="327385" y="59282"/>
                  </a:lnTo>
                  <a:lnTo>
                    <a:pt x="320329" y="59282"/>
                  </a:lnTo>
                  <a:lnTo>
                    <a:pt x="320329" y="35993"/>
                  </a:lnTo>
                  <a:lnTo>
                    <a:pt x="338674" y="35993"/>
                  </a:lnTo>
                  <a:lnTo>
                    <a:pt x="338674" y="58576"/>
                  </a:lnTo>
                  <a:lnTo>
                    <a:pt x="332324" y="58576"/>
                  </a:lnTo>
                  <a:lnTo>
                    <a:pt x="332324" y="56459"/>
                  </a:lnTo>
                  <a:lnTo>
                    <a:pt x="327385" y="56459"/>
                  </a:lnTo>
                  <a:close/>
                  <a:moveTo>
                    <a:pt x="337263" y="2823"/>
                  </a:moveTo>
                  <a:lnTo>
                    <a:pt x="337263" y="8469"/>
                  </a:lnTo>
                  <a:lnTo>
                    <a:pt x="321740" y="8469"/>
                  </a:lnTo>
                  <a:lnTo>
                    <a:pt x="321740" y="2823"/>
                  </a:lnTo>
                  <a:lnTo>
                    <a:pt x="337263" y="2823"/>
                  </a:lnTo>
                  <a:close/>
                  <a:moveTo>
                    <a:pt x="337263" y="19761"/>
                  </a:moveTo>
                  <a:lnTo>
                    <a:pt x="337263" y="25406"/>
                  </a:lnTo>
                  <a:lnTo>
                    <a:pt x="321740" y="25406"/>
                  </a:lnTo>
                  <a:lnTo>
                    <a:pt x="321740" y="19761"/>
                  </a:lnTo>
                  <a:lnTo>
                    <a:pt x="337263" y="19761"/>
                  </a:lnTo>
                  <a:close/>
                  <a:moveTo>
                    <a:pt x="337263" y="28229"/>
                  </a:moveTo>
                  <a:lnTo>
                    <a:pt x="337263" y="33875"/>
                  </a:lnTo>
                  <a:lnTo>
                    <a:pt x="321740" y="33875"/>
                  </a:lnTo>
                  <a:lnTo>
                    <a:pt x="321740" y="28229"/>
                  </a:lnTo>
                  <a:lnTo>
                    <a:pt x="337263" y="28229"/>
                  </a:lnTo>
                  <a:close/>
                  <a:moveTo>
                    <a:pt x="333030" y="50107"/>
                  </a:moveTo>
                  <a:lnTo>
                    <a:pt x="333030" y="43050"/>
                  </a:lnTo>
                  <a:lnTo>
                    <a:pt x="327385" y="43050"/>
                  </a:lnTo>
                  <a:lnTo>
                    <a:pt x="327385" y="50107"/>
                  </a:lnTo>
                  <a:lnTo>
                    <a:pt x="333030" y="50107"/>
                  </a:lnTo>
                  <a:close/>
                  <a:moveTo>
                    <a:pt x="377481" y="33170"/>
                  </a:moveTo>
                  <a:lnTo>
                    <a:pt x="377481" y="33170"/>
                  </a:lnTo>
                  <a:cubicBezTo>
                    <a:pt x="378186" y="34581"/>
                    <a:pt x="377481" y="34581"/>
                    <a:pt x="376070" y="34581"/>
                  </a:cubicBezTo>
                  <a:cubicBezTo>
                    <a:pt x="373247" y="39521"/>
                    <a:pt x="371836" y="42344"/>
                    <a:pt x="371130" y="43756"/>
                  </a:cubicBezTo>
                  <a:cubicBezTo>
                    <a:pt x="371130" y="44461"/>
                    <a:pt x="372542" y="47990"/>
                    <a:pt x="373247" y="47990"/>
                  </a:cubicBezTo>
                  <a:cubicBezTo>
                    <a:pt x="373953" y="47990"/>
                    <a:pt x="374658" y="43756"/>
                    <a:pt x="374658" y="42344"/>
                  </a:cubicBezTo>
                  <a:cubicBezTo>
                    <a:pt x="376070" y="44461"/>
                    <a:pt x="376775" y="45873"/>
                    <a:pt x="379597" y="47284"/>
                  </a:cubicBezTo>
                  <a:cubicBezTo>
                    <a:pt x="378186" y="55047"/>
                    <a:pt x="376775" y="59282"/>
                    <a:pt x="373247" y="59282"/>
                  </a:cubicBezTo>
                  <a:cubicBezTo>
                    <a:pt x="370425" y="59282"/>
                    <a:pt x="367603" y="53636"/>
                    <a:pt x="366192" y="50813"/>
                  </a:cubicBezTo>
                  <a:cubicBezTo>
                    <a:pt x="362664" y="55047"/>
                    <a:pt x="359841" y="57870"/>
                    <a:pt x="356314" y="60693"/>
                  </a:cubicBezTo>
                  <a:cubicBezTo>
                    <a:pt x="354902" y="58576"/>
                    <a:pt x="353491" y="57165"/>
                    <a:pt x="351375" y="55753"/>
                  </a:cubicBezTo>
                  <a:cubicBezTo>
                    <a:pt x="353491" y="54342"/>
                    <a:pt x="354197" y="53636"/>
                    <a:pt x="355608" y="52224"/>
                  </a:cubicBezTo>
                  <a:lnTo>
                    <a:pt x="346435" y="52224"/>
                  </a:lnTo>
                  <a:lnTo>
                    <a:pt x="346435" y="57165"/>
                  </a:lnTo>
                  <a:lnTo>
                    <a:pt x="340085" y="57165"/>
                  </a:lnTo>
                  <a:lnTo>
                    <a:pt x="340085" y="30347"/>
                  </a:lnTo>
                  <a:lnTo>
                    <a:pt x="358430" y="30347"/>
                  </a:lnTo>
                  <a:lnTo>
                    <a:pt x="358430" y="48696"/>
                  </a:lnTo>
                  <a:cubicBezTo>
                    <a:pt x="361253" y="45873"/>
                    <a:pt x="362664" y="43756"/>
                    <a:pt x="363369" y="43050"/>
                  </a:cubicBezTo>
                  <a:cubicBezTo>
                    <a:pt x="362664" y="39521"/>
                    <a:pt x="361958" y="35287"/>
                    <a:pt x="361253" y="28229"/>
                  </a:cubicBezTo>
                  <a:lnTo>
                    <a:pt x="338674" y="28229"/>
                  </a:lnTo>
                  <a:lnTo>
                    <a:pt x="338674" y="21878"/>
                  </a:lnTo>
                  <a:lnTo>
                    <a:pt x="342908" y="21878"/>
                  </a:lnTo>
                  <a:cubicBezTo>
                    <a:pt x="342908" y="19761"/>
                    <a:pt x="341497" y="17643"/>
                    <a:pt x="340791" y="14820"/>
                  </a:cubicBezTo>
                  <a:lnTo>
                    <a:pt x="345024" y="12703"/>
                  </a:lnTo>
                  <a:lnTo>
                    <a:pt x="339380" y="12703"/>
                  </a:lnTo>
                  <a:lnTo>
                    <a:pt x="339380" y="7057"/>
                  </a:lnTo>
                  <a:lnTo>
                    <a:pt x="345730" y="7057"/>
                  </a:lnTo>
                  <a:lnTo>
                    <a:pt x="345730" y="706"/>
                  </a:lnTo>
                  <a:lnTo>
                    <a:pt x="353491" y="706"/>
                  </a:lnTo>
                  <a:cubicBezTo>
                    <a:pt x="354197" y="706"/>
                    <a:pt x="354902" y="706"/>
                    <a:pt x="354902" y="1412"/>
                  </a:cubicBezTo>
                  <a:cubicBezTo>
                    <a:pt x="354902" y="1412"/>
                    <a:pt x="354902" y="2117"/>
                    <a:pt x="353491" y="2823"/>
                  </a:cubicBezTo>
                  <a:lnTo>
                    <a:pt x="353491" y="7057"/>
                  </a:lnTo>
                  <a:lnTo>
                    <a:pt x="359841" y="7057"/>
                  </a:lnTo>
                  <a:lnTo>
                    <a:pt x="359841" y="13409"/>
                  </a:lnTo>
                  <a:lnTo>
                    <a:pt x="354197" y="13409"/>
                  </a:lnTo>
                  <a:lnTo>
                    <a:pt x="358430" y="14820"/>
                  </a:lnTo>
                  <a:cubicBezTo>
                    <a:pt x="358430" y="14820"/>
                    <a:pt x="359136" y="14820"/>
                    <a:pt x="359136" y="15526"/>
                  </a:cubicBezTo>
                  <a:cubicBezTo>
                    <a:pt x="359136" y="16232"/>
                    <a:pt x="358430" y="16232"/>
                    <a:pt x="357725" y="16232"/>
                  </a:cubicBezTo>
                  <a:cubicBezTo>
                    <a:pt x="357019" y="18349"/>
                    <a:pt x="355608" y="21878"/>
                    <a:pt x="355608" y="21878"/>
                  </a:cubicBezTo>
                  <a:lnTo>
                    <a:pt x="360547" y="21878"/>
                  </a:lnTo>
                  <a:lnTo>
                    <a:pt x="360547" y="0"/>
                  </a:lnTo>
                  <a:lnTo>
                    <a:pt x="367603" y="0"/>
                  </a:lnTo>
                  <a:cubicBezTo>
                    <a:pt x="368308" y="0"/>
                    <a:pt x="369014" y="0"/>
                    <a:pt x="369014" y="706"/>
                  </a:cubicBezTo>
                  <a:cubicBezTo>
                    <a:pt x="369014" y="1412"/>
                    <a:pt x="368308" y="1412"/>
                    <a:pt x="367603" y="2117"/>
                  </a:cubicBezTo>
                  <a:lnTo>
                    <a:pt x="367603" y="21878"/>
                  </a:lnTo>
                  <a:lnTo>
                    <a:pt x="378186" y="21878"/>
                  </a:lnTo>
                  <a:lnTo>
                    <a:pt x="378186" y="28229"/>
                  </a:lnTo>
                  <a:lnTo>
                    <a:pt x="368308" y="28229"/>
                  </a:lnTo>
                  <a:cubicBezTo>
                    <a:pt x="368308" y="29641"/>
                    <a:pt x="368308" y="31758"/>
                    <a:pt x="369014" y="34581"/>
                  </a:cubicBezTo>
                  <a:cubicBezTo>
                    <a:pt x="369014" y="33170"/>
                    <a:pt x="369719" y="32464"/>
                    <a:pt x="371130" y="28935"/>
                  </a:cubicBezTo>
                  <a:lnTo>
                    <a:pt x="377481" y="33170"/>
                  </a:lnTo>
                  <a:close/>
                  <a:moveTo>
                    <a:pt x="345730" y="13409"/>
                  </a:moveTo>
                  <a:cubicBezTo>
                    <a:pt x="347141" y="17643"/>
                    <a:pt x="347847" y="19761"/>
                    <a:pt x="348552" y="21172"/>
                  </a:cubicBezTo>
                  <a:lnTo>
                    <a:pt x="345024" y="21878"/>
                  </a:lnTo>
                  <a:lnTo>
                    <a:pt x="350669" y="21878"/>
                  </a:lnTo>
                  <a:cubicBezTo>
                    <a:pt x="351375" y="19761"/>
                    <a:pt x="352786" y="16938"/>
                    <a:pt x="353491" y="12703"/>
                  </a:cubicBezTo>
                  <a:lnTo>
                    <a:pt x="345730" y="13409"/>
                  </a:lnTo>
                  <a:lnTo>
                    <a:pt x="345730" y="13409"/>
                  </a:lnTo>
                  <a:close/>
                  <a:moveTo>
                    <a:pt x="352786" y="38815"/>
                  </a:moveTo>
                  <a:lnTo>
                    <a:pt x="352786" y="35287"/>
                  </a:lnTo>
                  <a:lnTo>
                    <a:pt x="347141" y="35287"/>
                  </a:lnTo>
                  <a:lnTo>
                    <a:pt x="347141" y="38815"/>
                  </a:lnTo>
                  <a:lnTo>
                    <a:pt x="352786" y="38815"/>
                  </a:lnTo>
                  <a:close/>
                  <a:moveTo>
                    <a:pt x="347141" y="43050"/>
                  </a:moveTo>
                  <a:lnTo>
                    <a:pt x="347141" y="46579"/>
                  </a:lnTo>
                  <a:lnTo>
                    <a:pt x="352786" y="46579"/>
                  </a:lnTo>
                  <a:lnTo>
                    <a:pt x="352786" y="43050"/>
                  </a:lnTo>
                  <a:lnTo>
                    <a:pt x="347141" y="43050"/>
                  </a:lnTo>
                  <a:close/>
                  <a:moveTo>
                    <a:pt x="373953" y="4940"/>
                  </a:moveTo>
                  <a:cubicBezTo>
                    <a:pt x="375364" y="8469"/>
                    <a:pt x="376775" y="11292"/>
                    <a:pt x="378186" y="16232"/>
                  </a:cubicBezTo>
                  <a:cubicBezTo>
                    <a:pt x="375364" y="16938"/>
                    <a:pt x="374658" y="16938"/>
                    <a:pt x="371836" y="18349"/>
                  </a:cubicBezTo>
                  <a:cubicBezTo>
                    <a:pt x="371130" y="16232"/>
                    <a:pt x="370425" y="11292"/>
                    <a:pt x="368308" y="7763"/>
                  </a:cubicBezTo>
                  <a:lnTo>
                    <a:pt x="373953" y="4940"/>
                  </a:lnTo>
                  <a:close/>
                  <a:moveTo>
                    <a:pt x="408526" y="40933"/>
                  </a:moveTo>
                  <a:cubicBezTo>
                    <a:pt x="414876" y="45167"/>
                    <a:pt x="420520" y="50107"/>
                    <a:pt x="422637" y="52224"/>
                  </a:cubicBezTo>
                  <a:lnTo>
                    <a:pt x="416287" y="58576"/>
                  </a:lnTo>
                  <a:cubicBezTo>
                    <a:pt x="412759" y="53636"/>
                    <a:pt x="408526" y="50107"/>
                    <a:pt x="403587" y="47284"/>
                  </a:cubicBezTo>
                  <a:lnTo>
                    <a:pt x="408526" y="40933"/>
                  </a:lnTo>
                  <a:close/>
                  <a:moveTo>
                    <a:pt x="484022" y="28229"/>
                  </a:moveTo>
                  <a:lnTo>
                    <a:pt x="484022" y="28229"/>
                  </a:lnTo>
                  <a:cubicBezTo>
                    <a:pt x="484728" y="29641"/>
                    <a:pt x="483316" y="29641"/>
                    <a:pt x="482611" y="29641"/>
                  </a:cubicBezTo>
                  <a:lnTo>
                    <a:pt x="481905" y="30347"/>
                  </a:lnTo>
                  <a:lnTo>
                    <a:pt x="500956" y="30347"/>
                  </a:lnTo>
                  <a:lnTo>
                    <a:pt x="503778" y="33875"/>
                  </a:lnTo>
                  <a:cubicBezTo>
                    <a:pt x="500250" y="39521"/>
                    <a:pt x="496017" y="43050"/>
                    <a:pt x="492489" y="46579"/>
                  </a:cubicBezTo>
                  <a:cubicBezTo>
                    <a:pt x="495311" y="47990"/>
                    <a:pt x="505189" y="52224"/>
                    <a:pt x="515773" y="51519"/>
                  </a:cubicBezTo>
                  <a:cubicBezTo>
                    <a:pt x="512950" y="54342"/>
                    <a:pt x="512245" y="55753"/>
                    <a:pt x="510834" y="59282"/>
                  </a:cubicBezTo>
                  <a:cubicBezTo>
                    <a:pt x="508011" y="59282"/>
                    <a:pt x="496722" y="57870"/>
                    <a:pt x="486139" y="50813"/>
                  </a:cubicBezTo>
                  <a:cubicBezTo>
                    <a:pt x="479789" y="54342"/>
                    <a:pt x="474849" y="56459"/>
                    <a:pt x="462149" y="59282"/>
                  </a:cubicBezTo>
                  <a:cubicBezTo>
                    <a:pt x="460738" y="56459"/>
                    <a:pt x="460033" y="55047"/>
                    <a:pt x="457210" y="52224"/>
                  </a:cubicBezTo>
                  <a:cubicBezTo>
                    <a:pt x="463560" y="52224"/>
                    <a:pt x="472027" y="50107"/>
                    <a:pt x="479789" y="45873"/>
                  </a:cubicBezTo>
                  <a:cubicBezTo>
                    <a:pt x="476261" y="43050"/>
                    <a:pt x="474849" y="40227"/>
                    <a:pt x="474144" y="38815"/>
                  </a:cubicBezTo>
                  <a:cubicBezTo>
                    <a:pt x="469205" y="43050"/>
                    <a:pt x="465677" y="45167"/>
                    <a:pt x="462855" y="46579"/>
                  </a:cubicBezTo>
                  <a:cubicBezTo>
                    <a:pt x="460738" y="43756"/>
                    <a:pt x="460033" y="43050"/>
                    <a:pt x="457210" y="40933"/>
                  </a:cubicBezTo>
                  <a:cubicBezTo>
                    <a:pt x="461444" y="38815"/>
                    <a:pt x="469910" y="35993"/>
                    <a:pt x="476966" y="25406"/>
                  </a:cubicBezTo>
                  <a:cubicBezTo>
                    <a:pt x="474144" y="27524"/>
                    <a:pt x="472027" y="28935"/>
                    <a:pt x="468499" y="29641"/>
                  </a:cubicBezTo>
                  <a:cubicBezTo>
                    <a:pt x="467088" y="30347"/>
                    <a:pt x="466383" y="28935"/>
                    <a:pt x="462855" y="25406"/>
                  </a:cubicBezTo>
                  <a:cubicBezTo>
                    <a:pt x="469910" y="23289"/>
                    <a:pt x="474849" y="21172"/>
                    <a:pt x="475555" y="11998"/>
                  </a:cubicBezTo>
                  <a:lnTo>
                    <a:pt x="465677" y="11998"/>
                  </a:lnTo>
                  <a:lnTo>
                    <a:pt x="470616" y="15526"/>
                  </a:lnTo>
                  <a:cubicBezTo>
                    <a:pt x="471322" y="15526"/>
                    <a:pt x="471322" y="16232"/>
                    <a:pt x="471322" y="16232"/>
                  </a:cubicBezTo>
                  <a:lnTo>
                    <a:pt x="470616" y="16938"/>
                  </a:lnTo>
                  <a:lnTo>
                    <a:pt x="469205" y="16938"/>
                  </a:lnTo>
                  <a:cubicBezTo>
                    <a:pt x="465677" y="21172"/>
                    <a:pt x="464266" y="22584"/>
                    <a:pt x="459327" y="26112"/>
                  </a:cubicBezTo>
                  <a:cubicBezTo>
                    <a:pt x="457210" y="23289"/>
                    <a:pt x="454388" y="21878"/>
                    <a:pt x="453682" y="21172"/>
                  </a:cubicBezTo>
                  <a:cubicBezTo>
                    <a:pt x="456505" y="19761"/>
                    <a:pt x="460033" y="16938"/>
                    <a:pt x="464266" y="11998"/>
                  </a:cubicBezTo>
                  <a:lnTo>
                    <a:pt x="455094" y="11998"/>
                  </a:lnTo>
                  <a:lnTo>
                    <a:pt x="455094" y="5646"/>
                  </a:lnTo>
                  <a:lnTo>
                    <a:pt x="480494" y="5646"/>
                  </a:lnTo>
                  <a:lnTo>
                    <a:pt x="480494" y="0"/>
                  </a:lnTo>
                  <a:lnTo>
                    <a:pt x="488961" y="0"/>
                  </a:lnTo>
                  <a:cubicBezTo>
                    <a:pt x="489666" y="0"/>
                    <a:pt x="490372" y="0"/>
                    <a:pt x="490372" y="706"/>
                  </a:cubicBezTo>
                  <a:cubicBezTo>
                    <a:pt x="490372" y="1412"/>
                    <a:pt x="489666" y="1412"/>
                    <a:pt x="488961" y="2117"/>
                  </a:cubicBezTo>
                  <a:lnTo>
                    <a:pt x="488961" y="5646"/>
                  </a:lnTo>
                  <a:lnTo>
                    <a:pt x="514361" y="5646"/>
                  </a:lnTo>
                  <a:lnTo>
                    <a:pt x="514361" y="11998"/>
                  </a:lnTo>
                  <a:lnTo>
                    <a:pt x="496017" y="11998"/>
                  </a:lnTo>
                  <a:lnTo>
                    <a:pt x="496017" y="24701"/>
                  </a:lnTo>
                  <a:cubicBezTo>
                    <a:pt x="496017" y="27524"/>
                    <a:pt x="495311" y="29641"/>
                    <a:pt x="486139" y="30347"/>
                  </a:cubicBezTo>
                  <a:cubicBezTo>
                    <a:pt x="485433" y="26818"/>
                    <a:pt x="483316" y="23995"/>
                    <a:pt x="482611" y="23289"/>
                  </a:cubicBezTo>
                  <a:cubicBezTo>
                    <a:pt x="484022" y="23289"/>
                    <a:pt x="485433" y="23995"/>
                    <a:pt x="486844" y="23995"/>
                  </a:cubicBezTo>
                  <a:cubicBezTo>
                    <a:pt x="487550" y="23995"/>
                    <a:pt x="488961" y="23995"/>
                    <a:pt x="488961" y="22584"/>
                  </a:cubicBezTo>
                  <a:lnTo>
                    <a:pt x="488961" y="11998"/>
                  </a:lnTo>
                  <a:lnTo>
                    <a:pt x="483316" y="11998"/>
                  </a:lnTo>
                  <a:cubicBezTo>
                    <a:pt x="483316" y="14820"/>
                    <a:pt x="482611" y="21172"/>
                    <a:pt x="477672" y="26112"/>
                  </a:cubicBezTo>
                  <a:lnTo>
                    <a:pt x="484022" y="28229"/>
                  </a:lnTo>
                  <a:lnTo>
                    <a:pt x="484022" y="28229"/>
                  </a:lnTo>
                  <a:close/>
                  <a:moveTo>
                    <a:pt x="479789" y="37404"/>
                  </a:moveTo>
                  <a:cubicBezTo>
                    <a:pt x="481200" y="38815"/>
                    <a:pt x="482611" y="40933"/>
                    <a:pt x="485433" y="43050"/>
                  </a:cubicBezTo>
                  <a:cubicBezTo>
                    <a:pt x="488961" y="40227"/>
                    <a:pt x="490372" y="38815"/>
                    <a:pt x="491078" y="37404"/>
                  </a:cubicBezTo>
                  <a:lnTo>
                    <a:pt x="479789" y="37404"/>
                  </a:lnTo>
                  <a:close/>
                  <a:moveTo>
                    <a:pt x="503072" y="11998"/>
                  </a:moveTo>
                  <a:cubicBezTo>
                    <a:pt x="506600" y="14820"/>
                    <a:pt x="509422" y="17643"/>
                    <a:pt x="512950" y="22584"/>
                  </a:cubicBezTo>
                  <a:cubicBezTo>
                    <a:pt x="512245" y="23289"/>
                    <a:pt x="510128" y="23995"/>
                    <a:pt x="506600" y="26818"/>
                  </a:cubicBezTo>
                  <a:cubicBezTo>
                    <a:pt x="503072" y="21878"/>
                    <a:pt x="500956" y="19761"/>
                    <a:pt x="497428" y="16232"/>
                  </a:cubicBezTo>
                  <a:lnTo>
                    <a:pt x="503072" y="11998"/>
                  </a:lnTo>
                  <a:close/>
                  <a:moveTo>
                    <a:pt x="599030" y="18349"/>
                  </a:moveTo>
                  <a:cubicBezTo>
                    <a:pt x="597619" y="19761"/>
                    <a:pt x="589152" y="26818"/>
                    <a:pt x="584213" y="33170"/>
                  </a:cubicBezTo>
                  <a:lnTo>
                    <a:pt x="585624" y="33170"/>
                  </a:lnTo>
                  <a:cubicBezTo>
                    <a:pt x="588446" y="33170"/>
                    <a:pt x="590563" y="35287"/>
                    <a:pt x="590563" y="37404"/>
                  </a:cubicBezTo>
                  <a:cubicBezTo>
                    <a:pt x="590563" y="38815"/>
                    <a:pt x="589858" y="45167"/>
                    <a:pt x="589858" y="45873"/>
                  </a:cubicBezTo>
                  <a:cubicBezTo>
                    <a:pt x="589858" y="49401"/>
                    <a:pt x="591269" y="50107"/>
                    <a:pt x="594797" y="50107"/>
                  </a:cubicBezTo>
                  <a:cubicBezTo>
                    <a:pt x="596208" y="50107"/>
                    <a:pt x="602558" y="50107"/>
                    <a:pt x="608908" y="47990"/>
                  </a:cubicBezTo>
                  <a:lnTo>
                    <a:pt x="608908" y="57165"/>
                  </a:lnTo>
                  <a:cubicBezTo>
                    <a:pt x="602558" y="58576"/>
                    <a:pt x="596208" y="58576"/>
                    <a:pt x="593385" y="58576"/>
                  </a:cubicBezTo>
                  <a:cubicBezTo>
                    <a:pt x="580685" y="58576"/>
                    <a:pt x="580685" y="52930"/>
                    <a:pt x="580685" y="50107"/>
                  </a:cubicBezTo>
                  <a:cubicBezTo>
                    <a:pt x="580685" y="48696"/>
                    <a:pt x="581391" y="44461"/>
                    <a:pt x="581391" y="43756"/>
                  </a:cubicBezTo>
                  <a:cubicBezTo>
                    <a:pt x="581391" y="43050"/>
                    <a:pt x="581391" y="40933"/>
                    <a:pt x="579274" y="40933"/>
                  </a:cubicBezTo>
                  <a:cubicBezTo>
                    <a:pt x="577863" y="40933"/>
                    <a:pt x="576452" y="42344"/>
                    <a:pt x="573629" y="45167"/>
                  </a:cubicBezTo>
                  <a:cubicBezTo>
                    <a:pt x="570807" y="47990"/>
                    <a:pt x="567279" y="52224"/>
                    <a:pt x="560929" y="59282"/>
                  </a:cubicBezTo>
                  <a:lnTo>
                    <a:pt x="553874" y="52930"/>
                  </a:lnTo>
                  <a:cubicBezTo>
                    <a:pt x="566574" y="41638"/>
                    <a:pt x="577157" y="28935"/>
                    <a:pt x="581391" y="23995"/>
                  </a:cubicBezTo>
                  <a:cubicBezTo>
                    <a:pt x="575041" y="26112"/>
                    <a:pt x="565868" y="27524"/>
                    <a:pt x="560224" y="27524"/>
                  </a:cubicBezTo>
                  <a:lnTo>
                    <a:pt x="558813" y="19055"/>
                  </a:lnTo>
                  <a:cubicBezTo>
                    <a:pt x="573629" y="19761"/>
                    <a:pt x="587035" y="16232"/>
                    <a:pt x="593385" y="13409"/>
                  </a:cubicBezTo>
                  <a:lnTo>
                    <a:pt x="599030" y="18349"/>
                  </a:lnTo>
                  <a:close/>
                  <a:moveTo>
                    <a:pt x="570102" y="1412"/>
                  </a:moveTo>
                  <a:cubicBezTo>
                    <a:pt x="575746" y="2823"/>
                    <a:pt x="582096" y="3529"/>
                    <a:pt x="587741" y="3529"/>
                  </a:cubicBezTo>
                  <a:lnTo>
                    <a:pt x="591974" y="3529"/>
                  </a:lnTo>
                  <a:cubicBezTo>
                    <a:pt x="591269" y="6352"/>
                    <a:pt x="591269" y="9175"/>
                    <a:pt x="591269" y="11292"/>
                  </a:cubicBezTo>
                  <a:lnTo>
                    <a:pt x="588446" y="11292"/>
                  </a:lnTo>
                  <a:cubicBezTo>
                    <a:pt x="587035" y="11292"/>
                    <a:pt x="578569" y="11292"/>
                    <a:pt x="569396" y="9175"/>
                  </a:cubicBezTo>
                  <a:lnTo>
                    <a:pt x="570102" y="1412"/>
                  </a:lnTo>
                  <a:close/>
                  <a:moveTo>
                    <a:pt x="704160" y="11292"/>
                  </a:moveTo>
                  <a:cubicBezTo>
                    <a:pt x="687932" y="11292"/>
                    <a:pt x="673821" y="24701"/>
                    <a:pt x="673821" y="35993"/>
                  </a:cubicBezTo>
                  <a:cubicBezTo>
                    <a:pt x="673821" y="43756"/>
                    <a:pt x="678760" y="48696"/>
                    <a:pt x="692871" y="49401"/>
                  </a:cubicBezTo>
                  <a:cubicBezTo>
                    <a:pt x="690049" y="54342"/>
                    <a:pt x="689343" y="57165"/>
                    <a:pt x="688638" y="59282"/>
                  </a:cubicBezTo>
                  <a:cubicBezTo>
                    <a:pt x="678760" y="57165"/>
                    <a:pt x="665354" y="51519"/>
                    <a:pt x="665354" y="36698"/>
                  </a:cubicBezTo>
                  <a:cubicBezTo>
                    <a:pt x="665354" y="28229"/>
                    <a:pt x="670293" y="20466"/>
                    <a:pt x="678760" y="14115"/>
                  </a:cubicBezTo>
                  <a:cubicBezTo>
                    <a:pt x="674526" y="14115"/>
                    <a:pt x="655476" y="16232"/>
                    <a:pt x="649831" y="18349"/>
                  </a:cubicBezTo>
                  <a:lnTo>
                    <a:pt x="648420" y="7763"/>
                  </a:lnTo>
                  <a:lnTo>
                    <a:pt x="652653" y="7763"/>
                  </a:lnTo>
                  <a:cubicBezTo>
                    <a:pt x="656887" y="7763"/>
                    <a:pt x="683699" y="6352"/>
                    <a:pt x="702749" y="1412"/>
                  </a:cubicBezTo>
                  <a:lnTo>
                    <a:pt x="704160" y="11292"/>
                  </a:lnTo>
                  <a:close/>
                  <a:moveTo>
                    <a:pt x="790945" y="19055"/>
                  </a:moveTo>
                  <a:cubicBezTo>
                    <a:pt x="791651" y="19055"/>
                    <a:pt x="791651" y="19055"/>
                    <a:pt x="790945" y="19055"/>
                  </a:cubicBezTo>
                  <a:cubicBezTo>
                    <a:pt x="791651" y="20466"/>
                    <a:pt x="790945" y="20466"/>
                    <a:pt x="790240" y="20466"/>
                  </a:cubicBezTo>
                  <a:cubicBezTo>
                    <a:pt x="789534" y="23995"/>
                    <a:pt x="789534" y="26818"/>
                    <a:pt x="787418" y="33170"/>
                  </a:cubicBezTo>
                  <a:cubicBezTo>
                    <a:pt x="790240" y="34581"/>
                    <a:pt x="794473" y="37404"/>
                    <a:pt x="797296" y="40227"/>
                  </a:cubicBezTo>
                  <a:cubicBezTo>
                    <a:pt x="794473" y="43756"/>
                    <a:pt x="794473" y="44461"/>
                    <a:pt x="792357" y="47990"/>
                  </a:cubicBezTo>
                  <a:cubicBezTo>
                    <a:pt x="790945" y="46579"/>
                    <a:pt x="788829" y="44461"/>
                    <a:pt x="784595" y="41638"/>
                  </a:cubicBezTo>
                  <a:cubicBezTo>
                    <a:pt x="782479" y="45167"/>
                    <a:pt x="777540" y="53636"/>
                    <a:pt x="769778" y="58576"/>
                  </a:cubicBezTo>
                  <a:cubicBezTo>
                    <a:pt x="767662" y="55753"/>
                    <a:pt x="766250" y="55047"/>
                    <a:pt x="762723" y="52930"/>
                  </a:cubicBezTo>
                  <a:cubicBezTo>
                    <a:pt x="769073" y="50107"/>
                    <a:pt x="774717" y="43050"/>
                    <a:pt x="776834" y="37404"/>
                  </a:cubicBezTo>
                  <a:cubicBezTo>
                    <a:pt x="772601" y="35287"/>
                    <a:pt x="769778" y="34581"/>
                    <a:pt x="763428" y="33170"/>
                  </a:cubicBezTo>
                  <a:cubicBezTo>
                    <a:pt x="756372" y="47284"/>
                    <a:pt x="753550" y="52930"/>
                    <a:pt x="747906" y="52930"/>
                  </a:cubicBezTo>
                  <a:cubicBezTo>
                    <a:pt x="742967" y="52930"/>
                    <a:pt x="738733" y="48696"/>
                    <a:pt x="738733" y="43050"/>
                  </a:cubicBezTo>
                  <a:cubicBezTo>
                    <a:pt x="738733" y="35287"/>
                    <a:pt x="745789" y="25406"/>
                    <a:pt x="759195" y="25406"/>
                  </a:cubicBezTo>
                  <a:cubicBezTo>
                    <a:pt x="759900" y="23289"/>
                    <a:pt x="763428" y="14115"/>
                    <a:pt x="764134" y="12703"/>
                  </a:cubicBezTo>
                  <a:cubicBezTo>
                    <a:pt x="757784" y="14115"/>
                    <a:pt x="752139" y="14820"/>
                    <a:pt x="749317" y="15526"/>
                  </a:cubicBezTo>
                  <a:lnTo>
                    <a:pt x="747200" y="6352"/>
                  </a:lnTo>
                  <a:cubicBezTo>
                    <a:pt x="757078" y="6352"/>
                    <a:pt x="766250" y="4234"/>
                    <a:pt x="770484" y="2117"/>
                  </a:cubicBezTo>
                  <a:lnTo>
                    <a:pt x="776128" y="7057"/>
                  </a:lnTo>
                  <a:cubicBezTo>
                    <a:pt x="771895" y="12703"/>
                    <a:pt x="767662" y="23289"/>
                    <a:pt x="766250" y="26112"/>
                  </a:cubicBezTo>
                  <a:cubicBezTo>
                    <a:pt x="771895" y="26818"/>
                    <a:pt x="776834" y="28935"/>
                    <a:pt x="778951" y="30347"/>
                  </a:cubicBezTo>
                  <a:cubicBezTo>
                    <a:pt x="781067" y="23289"/>
                    <a:pt x="781067" y="18349"/>
                    <a:pt x="781067" y="16232"/>
                  </a:cubicBezTo>
                  <a:lnTo>
                    <a:pt x="790945" y="19055"/>
                  </a:lnTo>
                  <a:lnTo>
                    <a:pt x="790945" y="19055"/>
                  </a:lnTo>
                  <a:close/>
                  <a:moveTo>
                    <a:pt x="746494" y="42344"/>
                  </a:moveTo>
                  <a:cubicBezTo>
                    <a:pt x="746494" y="44461"/>
                    <a:pt x="747906" y="44461"/>
                    <a:pt x="747906" y="44461"/>
                  </a:cubicBezTo>
                  <a:cubicBezTo>
                    <a:pt x="750022" y="44461"/>
                    <a:pt x="754256" y="35287"/>
                    <a:pt x="755667" y="32464"/>
                  </a:cubicBezTo>
                  <a:cubicBezTo>
                    <a:pt x="751433" y="33170"/>
                    <a:pt x="746494" y="36698"/>
                    <a:pt x="746494" y="42344"/>
                  </a:cubicBezTo>
                  <a:close/>
                  <a:moveTo>
                    <a:pt x="876320" y="2823"/>
                  </a:moveTo>
                  <a:cubicBezTo>
                    <a:pt x="877025" y="2823"/>
                    <a:pt x="877731" y="2823"/>
                    <a:pt x="877731" y="3529"/>
                  </a:cubicBezTo>
                  <a:cubicBezTo>
                    <a:pt x="877731" y="4234"/>
                    <a:pt x="877025" y="4234"/>
                    <a:pt x="876320" y="4234"/>
                  </a:cubicBezTo>
                  <a:lnTo>
                    <a:pt x="876320" y="15526"/>
                  </a:lnTo>
                  <a:cubicBezTo>
                    <a:pt x="883375" y="14820"/>
                    <a:pt x="884081" y="14115"/>
                    <a:pt x="889020" y="14115"/>
                  </a:cubicBezTo>
                  <a:lnTo>
                    <a:pt x="889020" y="23289"/>
                  </a:lnTo>
                  <a:lnTo>
                    <a:pt x="886198" y="23289"/>
                  </a:lnTo>
                  <a:cubicBezTo>
                    <a:pt x="883375" y="23289"/>
                    <a:pt x="879142" y="23995"/>
                    <a:pt x="877025" y="23995"/>
                  </a:cubicBezTo>
                  <a:cubicBezTo>
                    <a:pt x="877025" y="40933"/>
                    <a:pt x="874908" y="42344"/>
                    <a:pt x="862208" y="42344"/>
                  </a:cubicBezTo>
                  <a:cubicBezTo>
                    <a:pt x="861503" y="39521"/>
                    <a:pt x="860091" y="35287"/>
                    <a:pt x="860091" y="34581"/>
                  </a:cubicBezTo>
                  <a:lnTo>
                    <a:pt x="864325" y="34581"/>
                  </a:lnTo>
                  <a:cubicBezTo>
                    <a:pt x="868558" y="34581"/>
                    <a:pt x="868558" y="33875"/>
                    <a:pt x="869264" y="25406"/>
                  </a:cubicBezTo>
                  <a:cubicBezTo>
                    <a:pt x="864325" y="26112"/>
                    <a:pt x="859386" y="26818"/>
                    <a:pt x="854447" y="28229"/>
                  </a:cubicBezTo>
                  <a:cubicBezTo>
                    <a:pt x="854447" y="31052"/>
                    <a:pt x="854447" y="42344"/>
                    <a:pt x="855152" y="45167"/>
                  </a:cubicBezTo>
                  <a:cubicBezTo>
                    <a:pt x="856564" y="48696"/>
                    <a:pt x="860797" y="49401"/>
                    <a:pt x="865030" y="49401"/>
                  </a:cubicBezTo>
                  <a:cubicBezTo>
                    <a:pt x="867147" y="49401"/>
                    <a:pt x="875614" y="49401"/>
                    <a:pt x="885492" y="46579"/>
                  </a:cubicBezTo>
                  <a:cubicBezTo>
                    <a:pt x="884786" y="49401"/>
                    <a:pt x="884786" y="51519"/>
                    <a:pt x="884081" y="55753"/>
                  </a:cubicBezTo>
                  <a:cubicBezTo>
                    <a:pt x="875614" y="57165"/>
                    <a:pt x="862914" y="57165"/>
                    <a:pt x="862914" y="57165"/>
                  </a:cubicBezTo>
                  <a:cubicBezTo>
                    <a:pt x="855152" y="57165"/>
                    <a:pt x="848802" y="55753"/>
                    <a:pt x="846686" y="47990"/>
                  </a:cubicBezTo>
                  <a:cubicBezTo>
                    <a:pt x="845980" y="44461"/>
                    <a:pt x="845980" y="39521"/>
                    <a:pt x="845980" y="29641"/>
                  </a:cubicBezTo>
                  <a:cubicBezTo>
                    <a:pt x="838219" y="31052"/>
                    <a:pt x="837513" y="31758"/>
                    <a:pt x="833280" y="32464"/>
                  </a:cubicBezTo>
                  <a:lnTo>
                    <a:pt x="832574" y="22584"/>
                  </a:lnTo>
                  <a:cubicBezTo>
                    <a:pt x="836102" y="22584"/>
                    <a:pt x="842452" y="21878"/>
                    <a:pt x="845980" y="20466"/>
                  </a:cubicBezTo>
                  <a:cubicBezTo>
                    <a:pt x="845980" y="16938"/>
                    <a:pt x="845980" y="8469"/>
                    <a:pt x="845274" y="4940"/>
                  </a:cubicBezTo>
                  <a:lnTo>
                    <a:pt x="854447" y="6352"/>
                  </a:lnTo>
                  <a:cubicBezTo>
                    <a:pt x="855152" y="6352"/>
                    <a:pt x="855858" y="6352"/>
                    <a:pt x="855858" y="7057"/>
                  </a:cubicBezTo>
                  <a:cubicBezTo>
                    <a:pt x="855858" y="7763"/>
                    <a:pt x="855152" y="7763"/>
                    <a:pt x="854447" y="7763"/>
                  </a:cubicBezTo>
                  <a:cubicBezTo>
                    <a:pt x="854447" y="9175"/>
                    <a:pt x="853741" y="16938"/>
                    <a:pt x="853741" y="18349"/>
                  </a:cubicBezTo>
                  <a:cubicBezTo>
                    <a:pt x="857269" y="17643"/>
                    <a:pt x="861503" y="16938"/>
                    <a:pt x="867853" y="16232"/>
                  </a:cubicBezTo>
                  <a:cubicBezTo>
                    <a:pt x="867853" y="11292"/>
                    <a:pt x="867853" y="5646"/>
                    <a:pt x="866442" y="706"/>
                  </a:cubicBezTo>
                  <a:lnTo>
                    <a:pt x="876320" y="2823"/>
                  </a:lnTo>
                  <a:lnTo>
                    <a:pt x="876320" y="2823"/>
                  </a:lnTo>
                  <a:close/>
                  <a:moveTo>
                    <a:pt x="965221" y="7763"/>
                  </a:moveTo>
                  <a:cubicBezTo>
                    <a:pt x="960988" y="10586"/>
                    <a:pt x="950405" y="20466"/>
                    <a:pt x="948288" y="23289"/>
                  </a:cubicBezTo>
                  <a:cubicBezTo>
                    <a:pt x="949699" y="22584"/>
                    <a:pt x="952521" y="21878"/>
                    <a:pt x="956755" y="21878"/>
                  </a:cubicBezTo>
                  <a:cubicBezTo>
                    <a:pt x="965927" y="21878"/>
                    <a:pt x="975100" y="27524"/>
                    <a:pt x="975100" y="38815"/>
                  </a:cubicBezTo>
                  <a:cubicBezTo>
                    <a:pt x="975100" y="52930"/>
                    <a:pt x="961694" y="58576"/>
                    <a:pt x="951110" y="58576"/>
                  </a:cubicBezTo>
                  <a:cubicBezTo>
                    <a:pt x="941232" y="58576"/>
                    <a:pt x="935588" y="53636"/>
                    <a:pt x="935588" y="47990"/>
                  </a:cubicBezTo>
                  <a:cubicBezTo>
                    <a:pt x="935588" y="42344"/>
                    <a:pt x="940526" y="38110"/>
                    <a:pt x="947582" y="38110"/>
                  </a:cubicBezTo>
                  <a:cubicBezTo>
                    <a:pt x="952521" y="38110"/>
                    <a:pt x="959577" y="40933"/>
                    <a:pt x="960988" y="47990"/>
                  </a:cubicBezTo>
                  <a:cubicBezTo>
                    <a:pt x="966633" y="45167"/>
                    <a:pt x="966633" y="40227"/>
                    <a:pt x="966633" y="38815"/>
                  </a:cubicBezTo>
                  <a:cubicBezTo>
                    <a:pt x="966633" y="35287"/>
                    <a:pt x="964516" y="28935"/>
                    <a:pt x="955344" y="28935"/>
                  </a:cubicBezTo>
                  <a:cubicBezTo>
                    <a:pt x="944054" y="28935"/>
                    <a:pt x="937704" y="35993"/>
                    <a:pt x="928532" y="45167"/>
                  </a:cubicBezTo>
                  <a:lnTo>
                    <a:pt x="921476" y="38815"/>
                  </a:lnTo>
                  <a:cubicBezTo>
                    <a:pt x="928532" y="33875"/>
                    <a:pt x="945466" y="16938"/>
                    <a:pt x="949699" y="11998"/>
                  </a:cubicBezTo>
                  <a:cubicBezTo>
                    <a:pt x="944054" y="13409"/>
                    <a:pt x="934176" y="14115"/>
                    <a:pt x="929943" y="14115"/>
                  </a:cubicBezTo>
                  <a:lnTo>
                    <a:pt x="928532" y="5646"/>
                  </a:lnTo>
                  <a:cubicBezTo>
                    <a:pt x="933471" y="5646"/>
                    <a:pt x="951110" y="5646"/>
                    <a:pt x="960988" y="1412"/>
                  </a:cubicBezTo>
                  <a:lnTo>
                    <a:pt x="965221" y="7763"/>
                  </a:lnTo>
                  <a:lnTo>
                    <a:pt x="965221" y="7763"/>
                  </a:lnTo>
                  <a:close/>
                  <a:moveTo>
                    <a:pt x="946171" y="45167"/>
                  </a:moveTo>
                  <a:cubicBezTo>
                    <a:pt x="944054" y="45167"/>
                    <a:pt x="942643" y="46579"/>
                    <a:pt x="942643" y="47990"/>
                  </a:cubicBezTo>
                  <a:cubicBezTo>
                    <a:pt x="942643" y="50813"/>
                    <a:pt x="946171" y="52224"/>
                    <a:pt x="948993" y="52224"/>
                  </a:cubicBezTo>
                  <a:cubicBezTo>
                    <a:pt x="950405" y="52224"/>
                    <a:pt x="951816" y="52224"/>
                    <a:pt x="952521" y="51519"/>
                  </a:cubicBezTo>
                  <a:cubicBezTo>
                    <a:pt x="952521" y="47284"/>
                    <a:pt x="949699" y="45167"/>
                    <a:pt x="946171" y="45167"/>
                  </a:cubicBezTo>
                  <a:close/>
                </a:path>
              </a:pathLst>
            </a:custGeom>
            <a:solidFill>
              <a:srgbClr val="3E3A39"/>
            </a:solidFill>
            <a:ln w="7048" cap="flat">
              <a:noFill/>
              <a:prstDash val="solid"/>
              <a:miter/>
            </a:ln>
          </p:spPr>
          <p:txBody>
            <a:bodyPr rtlCol="0" anchor="ctr"/>
            <a:lstStyle/>
            <a:p>
              <a:endParaRPr lang="ja-JP" altLang="en-US" b="0" i="0">
                <a:latin typeface="Arial" panose="020B0604020202020204" pitchFamily="34" charset="0"/>
              </a:endParaRPr>
            </a:p>
          </p:txBody>
        </p:sp>
        <p:sp>
          <p:nvSpPr>
            <p:cNvPr id="14" name="フリーフォーム 13">
              <a:extLst>
                <a:ext uri="{FF2B5EF4-FFF2-40B4-BE49-F238E27FC236}">
                  <a16:creationId xmlns:a16="http://schemas.microsoft.com/office/drawing/2014/main" id="{27DAFE75-3081-B23F-91BC-AED8B87E6D99}"/>
                </a:ext>
              </a:extLst>
            </p:cNvPr>
            <p:cNvSpPr/>
            <p:nvPr/>
          </p:nvSpPr>
          <p:spPr>
            <a:xfrm>
              <a:off x="8970816" y="-4645504"/>
              <a:ext cx="16933" cy="17014"/>
            </a:xfrm>
            <a:custGeom>
              <a:avLst/>
              <a:gdLst>
                <a:gd name="connsiteX0" fmla="*/ 16934 w 16933"/>
                <a:gd name="connsiteY0" fmla="*/ 8546 h 17014"/>
                <a:gd name="connsiteX1" fmla="*/ 8467 w 16933"/>
                <a:gd name="connsiteY1" fmla="*/ 17015 h 17014"/>
                <a:gd name="connsiteX2" fmla="*/ 0 w 16933"/>
                <a:gd name="connsiteY2" fmla="*/ 8546 h 17014"/>
                <a:gd name="connsiteX3" fmla="*/ 8467 w 16933"/>
                <a:gd name="connsiteY3" fmla="*/ 77 h 17014"/>
                <a:gd name="connsiteX4" fmla="*/ 16934 w 16933"/>
                <a:gd name="connsiteY4" fmla="*/ 8546 h 17014"/>
                <a:gd name="connsiteX5" fmla="*/ 2822 w 16933"/>
                <a:gd name="connsiteY5" fmla="*/ 8546 h 17014"/>
                <a:gd name="connsiteX6" fmla="*/ 7761 w 16933"/>
                <a:gd name="connsiteY6" fmla="*/ 13486 h 17014"/>
                <a:gd name="connsiteX7" fmla="*/ 12700 w 16933"/>
                <a:gd name="connsiteY7" fmla="*/ 8546 h 17014"/>
                <a:gd name="connsiteX8" fmla="*/ 7761 w 16933"/>
                <a:gd name="connsiteY8" fmla="*/ 3606 h 17014"/>
                <a:gd name="connsiteX9" fmla="*/ 2822 w 16933"/>
                <a:gd name="connsiteY9" fmla="*/ 8546 h 17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933" h="17014">
                  <a:moveTo>
                    <a:pt x="16934" y="8546"/>
                  </a:moveTo>
                  <a:cubicBezTo>
                    <a:pt x="16934" y="13486"/>
                    <a:pt x="12700" y="17015"/>
                    <a:pt x="8467" y="17015"/>
                  </a:cubicBezTo>
                  <a:cubicBezTo>
                    <a:pt x="3528" y="17015"/>
                    <a:pt x="0" y="13486"/>
                    <a:pt x="0" y="8546"/>
                  </a:cubicBezTo>
                  <a:cubicBezTo>
                    <a:pt x="0" y="3606"/>
                    <a:pt x="3528" y="77"/>
                    <a:pt x="8467" y="77"/>
                  </a:cubicBezTo>
                  <a:cubicBezTo>
                    <a:pt x="12700" y="-628"/>
                    <a:pt x="16934" y="3606"/>
                    <a:pt x="16934" y="8546"/>
                  </a:cubicBezTo>
                  <a:close/>
                  <a:moveTo>
                    <a:pt x="2822" y="8546"/>
                  </a:moveTo>
                  <a:cubicBezTo>
                    <a:pt x="2822" y="11369"/>
                    <a:pt x="4939" y="13486"/>
                    <a:pt x="7761" y="13486"/>
                  </a:cubicBezTo>
                  <a:cubicBezTo>
                    <a:pt x="10584" y="13486"/>
                    <a:pt x="12700" y="11369"/>
                    <a:pt x="12700" y="8546"/>
                  </a:cubicBezTo>
                  <a:cubicBezTo>
                    <a:pt x="12700" y="5723"/>
                    <a:pt x="10584" y="3606"/>
                    <a:pt x="7761" y="3606"/>
                  </a:cubicBezTo>
                  <a:cubicBezTo>
                    <a:pt x="4939" y="2900"/>
                    <a:pt x="2822" y="5723"/>
                    <a:pt x="2822" y="8546"/>
                  </a:cubicBezTo>
                  <a:close/>
                </a:path>
              </a:pathLst>
            </a:custGeom>
            <a:solidFill>
              <a:srgbClr val="3E3A39"/>
            </a:solidFill>
            <a:ln w="7048" cap="flat">
              <a:noFill/>
              <a:prstDash val="solid"/>
              <a:miter/>
            </a:ln>
          </p:spPr>
          <p:txBody>
            <a:bodyPr rtlCol="0" anchor="ctr"/>
            <a:lstStyle/>
            <a:p>
              <a:endParaRPr lang="ja-JP" altLang="en-US" b="0" i="0">
                <a:latin typeface="Arial" panose="020B0604020202020204" pitchFamily="34" charset="0"/>
              </a:endParaRPr>
            </a:p>
          </p:txBody>
        </p:sp>
      </p:grpSp>
    </p:spTree>
    <p:extLst>
      <p:ext uri="{BB962C8B-B14F-4D97-AF65-F5344CB8AC3E}">
        <p14:creationId xmlns:p14="http://schemas.microsoft.com/office/powerpoint/2010/main" val="13116619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401">
          <p15:clr>
            <a:srgbClr val="FBAE40"/>
          </p15:clr>
        </p15:guide>
        <p15:guide id="4" pos="27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098932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EF11240-4840-CDAD-8AE2-312BC1F616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Arial" panose="020B0604020202020204" pitchFamily="34" charset="0"/>
              </a:defRPr>
            </a:lvl1pPr>
          </a:lstStyle>
          <a:p>
            <a:endParaRPr lang="ja-JP" altLang="en-US"/>
          </a:p>
        </p:txBody>
      </p:sp>
      <p:sp>
        <p:nvSpPr>
          <p:cNvPr id="4" name="スライド番号プレースホルダー 5">
            <a:extLst>
              <a:ext uri="{FF2B5EF4-FFF2-40B4-BE49-F238E27FC236}">
                <a16:creationId xmlns:a16="http://schemas.microsoft.com/office/drawing/2014/main" id="{907C2408-F186-0FBD-475C-AF8C1715CC6D}"/>
              </a:ext>
            </a:extLst>
          </p:cNvPr>
          <p:cNvSpPr>
            <a:spLocks noGrp="1"/>
          </p:cNvSpPr>
          <p:nvPr>
            <p:ph type="sldNum" sz="quarter" idx="4"/>
          </p:nvPr>
        </p:nvSpPr>
        <p:spPr>
          <a:xfrm>
            <a:off x="8981879" y="6467824"/>
            <a:ext cx="2743200" cy="365125"/>
          </a:xfrm>
          <a:prstGeom prst="rect">
            <a:avLst/>
          </a:prstGeom>
          <a:noFill/>
          <a:ln w="9525">
            <a:noFill/>
            <a:miter lim="800000"/>
            <a:headEnd/>
            <a:tailEnd/>
          </a:ln>
        </p:spPr>
        <p:txBody>
          <a:bodyPr vert="horz" lIns="0" tIns="45720" rIns="0" bIns="45720" rtlCol="0" anchor="ctr"/>
          <a:lstStyle>
            <a:lvl1pPr algn="r">
              <a:defRPr sz="900" baseline="0">
                <a:solidFill>
                  <a:schemeClr val="tx1">
                    <a:tint val="75000"/>
                  </a:schemeClr>
                </a:solidFill>
                <a:latin typeface="Arial" panose="020B0604020202020204" pitchFamily="34" charset="0"/>
                <a:ea typeface="メイリオ" panose="020B0604030504040204" pitchFamily="34" charset="-128"/>
              </a:defRPr>
            </a:lvl1pPr>
          </a:lstStyle>
          <a:p>
            <a:fld id="{69E131CC-838C-014C-AB0A-02FB7ECFC087}" type="slidenum">
              <a:rPr lang="ja-JP" altLang="en-US" smtClean="0"/>
              <a:pPr/>
              <a:t>‹#›</a:t>
            </a:fld>
            <a:endParaRPr lang="ja-JP" altLang="en-US"/>
          </a:p>
        </p:txBody>
      </p:sp>
    </p:spTree>
    <p:extLst>
      <p:ext uri="{BB962C8B-B14F-4D97-AF65-F5344CB8AC3E}">
        <p14:creationId xmlns:p14="http://schemas.microsoft.com/office/powerpoint/2010/main" val="3358879893"/>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716" r:id="rId5"/>
    <p:sldLayoutId id="2147483687" r:id="rId6"/>
    <p:sldLayoutId id="2147483692" r:id="rId7"/>
    <p:sldLayoutId id="2147483688" r:id="rId8"/>
  </p:sldLayoutIdLst>
  <p:hf hdr="0" dt="0"/>
  <p:txStyles>
    <p:titleStyle>
      <a:lvl1pPr algn="l" defTabSz="914400" rtl="0" eaLnBrk="1" latinLnBrk="0" hangingPunct="1">
        <a:lnSpc>
          <a:spcPct val="90000"/>
        </a:lnSpc>
        <a:spcBef>
          <a:spcPct val="0"/>
        </a:spcBef>
        <a:buNone/>
        <a:defRPr kumimoji="1" sz="2400" b="1" i="0" kern="1200" baseline="0">
          <a:solidFill>
            <a:schemeClr val="tx1"/>
          </a:solidFill>
          <a:latin typeface="Meiryo" panose="020B0604030504040204" pitchFamily="34" charset="-128"/>
          <a:ea typeface="Meiryo" panose="020B0604030504040204"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baseline="0">
          <a:solidFill>
            <a:schemeClr val="tx1"/>
          </a:solidFill>
          <a:latin typeface="Arial" panose="020B0604020202020204" pitchFamily="34" charset="0"/>
          <a:ea typeface="メイリオ"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Arial" panose="020B0604020202020204" pitchFamily="34" charset="0"/>
          <a:ea typeface="メイリオ"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Arial" panose="020B0604020202020204" pitchFamily="34" charset="0"/>
          <a:ea typeface="メイリオ"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Arial" panose="020B0604020202020204" pitchFamily="34" charset="0"/>
          <a:ea typeface="メイリオ"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Arial" panose="020B0604020202020204" pitchFamily="34" charset="0"/>
          <a:ea typeface="メイリオ"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2941356"/>
      </p:ext>
    </p:extLst>
  </p:cSld>
  <p:clrMap bg1="lt1" tx1="dk1" bg2="lt2" tx2="dk2" accent1="accent1" accent2="accent2" accent3="accent3" accent4="accent4" accent5="accent5" accent6="accent6" hlink="hlink" folHlink="folHlink"/>
  <p:sldLayoutIdLst>
    <p:sldLayoutId id="2147483718"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4A08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3" name="Shape 1"/>
          <p:cNvSpPr/>
          <p:nvPr/>
        </p:nvSpPr>
        <p:spPr>
          <a:xfrm>
            <a:off x="6583680" y="-1645920"/>
            <a:ext cx="5029200" cy="5029200"/>
          </a:xfrm>
          <a:prstGeom prst="ellipse">
            <a:avLst/>
          </a:prstGeom>
          <a:solidFill>
            <a:srgbClr val="1A4A7A">
              <a:alpha val="4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4" name="Shape 2"/>
          <p:cNvSpPr/>
          <p:nvPr/>
        </p:nvSpPr>
        <p:spPr>
          <a:xfrm>
            <a:off x="7589520" y="-457200"/>
            <a:ext cx="3200400" cy="3200400"/>
          </a:xfrm>
          <a:prstGeom prst="ellipse">
            <a:avLst/>
          </a:prstGeom>
          <a:solidFill>
            <a:srgbClr val="1C5A8A">
              <a:alpha val="30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50" charset="-128"/>
              <a:cs typeface="+mn-cs"/>
            </a:endParaRPr>
          </a:p>
        </p:txBody>
      </p:sp>
      <p:sp>
        <p:nvSpPr>
          <p:cNvPr id="5" name="Text 3"/>
          <p:cNvSpPr/>
          <p:nvPr/>
        </p:nvSpPr>
        <p:spPr>
          <a:xfrm>
            <a:off x="457200" y="1005840"/>
            <a:ext cx="8229600" cy="914400"/>
          </a:xfrm>
          <a:prstGeom prst="rect">
            <a:avLst/>
          </a:prstGeom>
          <a:noFill/>
          <a:ln/>
        </p:spPr>
        <p:txBody>
          <a:bodyPr wrap="square" lIns="0" tIns="0" rIns="0" bIns="0" rtlCol="0" anchor="ctr"/>
          <a:lstStyle/>
          <a:p>
            <a:pPr lvl="0"/>
            <a:r>
              <a:rPr lang="ja-JP" altLang="en-US" sz="3200" b="1" dirty="0">
                <a:solidFill>
                  <a:schemeClr val="bg1"/>
                </a:solidFill>
                <a:latin typeface="Meiryo UI" panose="020B0604030504040204" pitchFamily="50" charset="-128"/>
                <a:ea typeface="Meiryo UI" panose="020B0604030504040204" pitchFamily="50" charset="-128"/>
              </a:rPr>
              <a:t>ウォーターフォール開発いろは　</a:t>
            </a:r>
            <a:endParaRPr kumimoji="0" lang="en-US" sz="34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6" name="Text 4"/>
          <p:cNvSpPr/>
          <p:nvPr/>
        </p:nvSpPr>
        <p:spPr>
          <a:xfrm>
            <a:off x="457200" y="2011680"/>
            <a:ext cx="8229600" cy="502920"/>
          </a:xfrm>
          <a:prstGeom prst="rect">
            <a:avLst/>
          </a:prstGeom>
          <a:noFill/>
          <a:ln/>
        </p:spPr>
        <p:txBody>
          <a:bodyPr wrap="square" lIns="0" tIns="0" rIns="0" bIns="0" rtlCol="0" anchor="ctr"/>
          <a:lstStyle/>
          <a:p>
            <a:r>
              <a:rPr lang="ja-JP" altLang="en-US" dirty="0">
                <a:solidFill>
                  <a:schemeClr val="bg1"/>
                </a:solidFill>
                <a:latin typeface="Meiryo UI" panose="020B0604030504040204" pitchFamily="50" charset="-128"/>
                <a:ea typeface="Meiryo UI" panose="020B0604030504040204" pitchFamily="50" charset="-128"/>
              </a:rPr>
              <a:t>アジャイル経験者向け　WFの基礎</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6"/>
          <p:cNvSpPr/>
          <p:nvPr/>
        </p:nvSpPr>
        <p:spPr>
          <a:xfrm>
            <a:off x="457200" y="2834640"/>
            <a:ext cx="822960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3703320"/>
            <a:ext cx="1737360"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2331720" y="3703320"/>
            <a:ext cx="1737360" cy="43891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4206240" y="3730752"/>
            <a:ext cx="45720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7772400" y="4663440"/>
            <a:ext cx="1097280" cy="320040"/>
          </a:xfrm>
          <a:prstGeom prst="rect">
            <a:avLst/>
          </a:prstGeom>
          <a:solidFill>
            <a:srgbClr val="2A4A6A"/>
          </a:solidFill>
          <a:ln/>
        </p:spPr>
        <p:txBody>
          <a:bodyPr wrap="square" lIns="50800" tIns="50800" rIns="50800" bIns="508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0A500"/>
                </a:solidFill>
                <a:effectLst/>
                <a:uLnTx/>
                <a:uFillTx/>
                <a:latin typeface="Meiryo UI" pitchFamily="34" charset="0"/>
                <a:ea typeface="Meiryo UI" pitchFamily="34" charset="-122"/>
                <a:cs typeface="+mn-cs"/>
              </a:rPr>
              <a:t>CONFIDENTIAL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目次</a:t>
            </a:r>
            <a:endParaRPr lang="en-US" sz="1900" dirty="0">
              <a:latin typeface="Meiryo UI" panose="020B0604030504040204" pitchFamily="50" charset="-128"/>
              <a:ea typeface="Meiryo UI" panose="020B0604030504040204" pitchFamily="50" charset="-128"/>
            </a:endParaRPr>
          </a:p>
        </p:txBody>
      </p:sp>
      <p:sp>
        <p:nvSpPr>
          <p:cNvPr id="4" name="Shape 2"/>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5" name="Text 3"/>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sp>
        <p:nvSpPr>
          <p:cNvPr id="6" name="Shape 4"/>
          <p:cNvSpPr/>
          <p:nvPr/>
        </p:nvSpPr>
        <p:spPr>
          <a:xfrm>
            <a:off x="274320" y="877824"/>
            <a:ext cx="402336" cy="402336"/>
          </a:xfrm>
          <a:prstGeom prst="ellipse">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7" name="Text 5"/>
          <p:cNvSpPr/>
          <p:nvPr/>
        </p:nvSpPr>
        <p:spPr>
          <a:xfrm>
            <a:off x="274320" y="877824"/>
            <a:ext cx="402336"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Meiryo UI" panose="020B0604030504040204" pitchFamily="50" charset="-128"/>
                <a:ea typeface="Meiryo UI" panose="020B0604030504040204" pitchFamily="50" charset="-128"/>
              </a:rPr>
              <a:t>01</a:t>
            </a:r>
            <a:endParaRPr lang="en-US" sz="1000" dirty="0">
              <a:latin typeface="Meiryo UI" panose="020B0604030504040204" pitchFamily="50" charset="-128"/>
              <a:ea typeface="Meiryo UI" panose="020B0604030504040204" pitchFamily="50" charset="-128"/>
            </a:endParaRPr>
          </a:p>
        </p:txBody>
      </p:sp>
      <p:sp>
        <p:nvSpPr>
          <p:cNvPr id="8" name="Text 6"/>
          <p:cNvSpPr/>
          <p:nvPr/>
        </p:nvSpPr>
        <p:spPr>
          <a:xfrm>
            <a:off x="768096" y="804672"/>
            <a:ext cx="3886200" cy="548640"/>
          </a:xfrm>
          <a:prstGeom prst="rect">
            <a:avLst/>
          </a:prstGeom>
          <a:noFill/>
          <a:ln/>
        </p:spPr>
        <p:txBody>
          <a:bodyPr wrap="square" lIns="0" tIns="0" rIns="0" bIns="0" rtlCol="0" anchor="ctr"/>
          <a:lstStyle/>
          <a:p>
            <a:pPr marL="0" indent="0">
              <a:buNone/>
            </a:pPr>
            <a:r>
              <a:rPr lang="en-US" sz="1400" dirty="0">
                <a:solidFill>
                  <a:srgbClr val="1E293B"/>
                </a:solidFill>
                <a:latin typeface="Meiryo UI" panose="020B0604030504040204" pitchFamily="50" charset="-128"/>
                <a:ea typeface="Meiryo UI" panose="020B0604030504040204" pitchFamily="50" charset="-128"/>
              </a:rPr>
              <a:t>この資料のねらい</a:t>
            </a:r>
            <a:endParaRPr lang="en-US" sz="1400" dirty="0">
              <a:latin typeface="Meiryo UI" panose="020B0604030504040204" pitchFamily="50" charset="-128"/>
              <a:ea typeface="Meiryo UI" panose="020B0604030504040204" pitchFamily="50" charset="-128"/>
            </a:endParaRPr>
          </a:p>
        </p:txBody>
      </p:sp>
      <p:sp>
        <p:nvSpPr>
          <p:cNvPr id="9" name="Shape 7"/>
          <p:cNvSpPr/>
          <p:nvPr/>
        </p:nvSpPr>
        <p:spPr>
          <a:xfrm>
            <a:off x="274320" y="1426464"/>
            <a:ext cx="4297680" cy="0"/>
          </a:xfrm>
          <a:prstGeom prst="line">
            <a:avLst/>
          </a:prstGeom>
          <a:noFill/>
          <a:ln w="6350">
            <a:solidFill>
              <a:srgbClr val="E2E8F0"/>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0" name="Shape 8"/>
          <p:cNvSpPr/>
          <p:nvPr/>
        </p:nvSpPr>
        <p:spPr>
          <a:xfrm>
            <a:off x="274320" y="1664208"/>
            <a:ext cx="402336" cy="402336"/>
          </a:xfrm>
          <a:prstGeom prst="ellipse">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1" name="Text 9"/>
          <p:cNvSpPr/>
          <p:nvPr/>
        </p:nvSpPr>
        <p:spPr>
          <a:xfrm>
            <a:off x="274320" y="1664208"/>
            <a:ext cx="402336"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Meiryo UI" panose="020B0604030504040204" pitchFamily="50" charset="-128"/>
                <a:ea typeface="Meiryo UI" panose="020B0604030504040204" pitchFamily="50" charset="-128"/>
              </a:rPr>
              <a:t>02</a:t>
            </a:r>
            <a:endParaRPr lang="en-US" sz="1000" dirty="0">
              <a:latin typeface="Meiryo UI" panose="020B0604030504040204" pitchFamily="50" charset="-128"/>
              <a:ea typeface="Meiryo UI" panose="020B0604030504040204" pitchFamily="50" charset="-128"/>
            </a:endParaRPr>
          </a:p>
        </p:txBody>
      </p:sp>
      <p:sp>
        <p:nvSpPr>
          <p:cNvPr id="12" name="Text 10"/>
          <p:cNvSpPr/>
          <p:nvPr/>
        </p:nvSpPr>
        <p:spPr>
          <a:xfrm>
            <a:off x="768096" y="1591056"/>
            <a:ext cx="3886200" cy="548640"/>
          </a:xfrm>
          <a:prstGeom prst="rect">
            <a:avLst/>
          </a:prstGeom>
          <a:noFill/>
          <a:ln/>
        </p:spPr>
        <p:txBody>
          <a:bodyPr wrap="square" lIns="0" tIns="0" rIns="0" bIns="0" rtlCol="0" anchor="ctr"/>
          <a:lstStyle/>
          <a:p>
            <a:pPr marL="0" indent="0">
              <a:buNone/>
            </a:pPr>
            <a:r>
              <a:rPr lang="en-US" sz="1400" dirty="0">
                <a:solidFill>
                  <a:srgbClr val="1E293B"/>
                </a:solidFill>
                <a:latin typeface="Meiryo UI" panose="020B0604030504040204" pitchFamily="50" charset="-128"/>
                <a:ea typeface="Meiryo UI" panose="020B0604030504040204" pitchFamily="50" charset="-128"/>
              </a:rPr>
              <a:t>この資料の前提と留保</a:t>
            </a:r>
            <a:endParaRPr lang="en-US" sz="1400" dirty="0">
              <a:latin typeface="Meiryo UI" panose="020B0604030504040204" pitchFamily="50" charset="-128"/>
              <a:ea typeface="Meiryo UI" panose="020B0604030504040204" pitchFamily="50" charset="-128"/>
            </a:endParaRPr>
          </a:p>
        </p:txBody>
      </p:sp>
      <p:sp>
        <p:nvSpPr>
          <p:cNvPr id="13" name="Shape 11"/>
          <p:cNvSpPr/>
          <p:nvPr/>
        </p:nvSpPr>
        <p:spPr>
          <a:xfrm>
            <a:off x="274320" y="2212848"/>
            <a:ext cx="4297680" cy="0"/>
          </a:xfrm>
          <a:prstGeom prst="line">
            <a:avLst/>
          </a:prstGeom>
          <a:noFill/>
          <a:ln w="6350">
            <a:solidFill>
              <a:srgbClr val="E2E8F0"/>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4" name="Shape 12"/>
          <p:cNvSpPr/>
          <p:nvPr/>
        </p:nvSpPr>
        <p:spPr>
          <a:xfrm>
            <a:off x="274320" y="2450592"/>
            <a:ext cx="402336" cy="402336"/>
          </a:xfrm>
          <a:prstGeom prst="ellipse">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5" name="Text 13"/>
          <p:cNvSpPr/>
          <p:nvPr/>
        </p:nvSpPr>
        <p:spPr>
          <a:xfrm>
            <a:off x="274320" y="2450592"/>
            <a:ext cx="402336"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Meiryo UI" panose="020B0604030504040204" pitchFamily="50" charset="-128"/>
                <a:ea typeface="Meiryo UI" panose="020B0604030504040204" pitchFamily="50" charset="-128"/>
              </a:rPr>
              <a:t>03</a:t>
            </a:r>
            <a:endParaRPr lang="en-US" sz="1000" dirty="0">
              <a:latin typeface="Meiryo UI" panose="020B0604030504040204" pitchFamily="50" charset="-128"/>
              <a:ea typeface="Meiryo UI" panose="020B0604030504040204" pitchFamily="50" charset="-128"/>
            </a:endParaRPr>
          </a:p>
        </p:txBody>
      </p:sp>
      <p:sp>
        <p:nvSpPr>
          <p:cNvPr id="16" name="Text 14"/>
          <p:cNvSpPr/>
          <p:nvPr/>
        </p:nvSpPr>
        <p:spPr>
          <a:xfrm>
            <a:off x="768096" y="2377440"/>
            <a:ext cx="3886200" cy="548640"/>
          </a:xfrm>
          <a:prstGeom prst="rect">
            <a:avLst/>
          </a:prstGeom>
          <a:noFill/>
          <a:ln/>
        </p:spPr>
        <p:txBody>
          <a:bodyPr wrap="square" lIns="0" tIns="0" rIns="0" bIns="0" rtlCol="0" anchor="ctr"/>
          <a:lstStyle/>
          <a:p>
            <a:pPr marL="0" indent="0">
              <a:buNone/>
            </a:pPr>
            <a:r>
              <a:rPr lang="en-US" sz="1400" dirty="0">
                <a:solidFill>
                  <a:srgbClr val="1E293B"/>
                </a:solidFill>
                <a:latin typeface="Meiryo UI" panose="020B0604030504040204" pitchFamily="50" charset="-128"/>
                <a:ea typeface="Meiryo UI" panose="020B0604030504040204" pitchFamily="50" charset="-128"/>
              </a:rPr>
              <a:t>アジャイルとWFの「世界観」の違い</a:t>
            </a:r>
            <a:endParaRPr lang="en-US" sz="1400" dirty="0">
              <a:latin typeface="Meiryo UI" panose="020B0604030504040204" pitchFamily="50" charset="-128"/>
              <a:ea typeface="Meiryo UI" panose="020B0604030504040204" pitchFamily="50" charset="-128"/>
            </a:endParaRPr>
          </a:p>
        </p:txBody>
      </p:sp>
      <p:sp>
        <p:nvSpPr>
          <p:cNvPr id="17" name="Shape 15"/>
          <p:cNvSpPr/>
          <p:nvPr/>
        </p:nvSpPr>
        <p:spPr>
          <a:xfrm>
            <a:off x="274320" y="2999232"/>
            <a:ext cx="4297680" cy="0"/>
          </a:xfrm>
          <a:prstGeom prst="line">
            <a:avLst/>
          </a:prstGeom>
          <a:noFill/>
          <a:ln w="6350">
            <a:solidFill>
              <a:srgbClr val="E2E8F0"/>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8" name="Shape 16"/>
          <p:cNvSpPr/>
          <p:nvPr/>
        </p:nvSpPr>
        <p:spPr>
          <a:xfrm>
            <a:off x="274320" y="3236976"/>
            <a:ext cx="402336" cy="402336"/>
          </a:xfrm>
          <a:prstGeom prst="ellipse">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9" name="Text 17"/>
          <p:cNvSpPr/>
          <p:nvPr/>
        </p:nvSpPr>
        <p:spPr>
          <a:xfrm>
            <a:off x="274320" y="3236976"/>
            <a:ext cx="402336"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Meiryo UI" panose="020B0604030504040204" pitchFamily="50" charset="-128"/>
                <a:ea typeface="Meiryo UI" panose="020B0604030504040204" pitchFamily="50" charset="-128"/>
              </a:rPr>
              <a:t>04</a:t>
            </a:r>
            <a:endParaRPr lang="en-US" sz="1000" dirty="0">
              <a:latin typeface="Meiryo UI" panose="020B0604030504040204" pitchFamily="50" charset="-128"/>
              <a:ea typeface="Meiryo UI" panose="020B0604030504040204" pitchFamily="50" charset="-128"/>
            </a:endParaRPr>
          </a:p>
        </p:txBody>
      </p:sp>
      <p:sp>
        <p:nvSpPr>
          <p:cNvPr id="20" name="Text 18"/>
          <p:cNvSpPr/>
          <p:nvPr/>
        </p:nvSpPr>
        <p:spPr>
          <a:xfrm>
            <a:off x="768096" y="3163824"/>
            <a:ext cx="3886200" cy="548640"/>
          </a:xfrm>
          <a:prstGeom prst="rect">
            <a:avLst/>
          </a:prstGeom>
          <a:noFill/>
          <a:ln/>
        </p:spPr>
        <p:txBody>
          <a:bodyPr wrap="square" lIns="0" tIns="0" rIns="0" bIns="0" rtlCol="0" anchor="ctr"/>
          <a:lstStyle/>
          <a:p>
            <a:pPr marL="0" indent="0">
              <a:buNone/>
            </a:pPr>
            <a:r>
              <a:rPr lang="en-US" sz="1400" dirty="0">
                <a:solidFill>
                  <a:srgbClr val="1E293B"/>
                </a:solidFill>
                <a:latin typeface="Meiryo UI" panose="020B0604030504040204" pitchFamily="50" charset="-128"/>
                <a:ea typeface="Meiryo UI" panose="020B0604030504040204" pitchFamily="50" charset="-128"/>
              </a:rPr>
              <a:t>ライフサイクルの比較</a:t>
            </a:r>
            <a:endParaRPr lang="en-US" sz="1400" dirty="0">
              <a:latin typeface="Meiryo UI" panose="020B0604030504040204" pitchFamily="50" charset="-128"/>
              <a:ea typeface="Meiryo UI" panose="020B0604030504040204" pitchFamily="50" charset="-128"/>
            </a:endParaRPr>
          </a:p>
        </p:txBody>
      </p:sp>
      <p:sp>
        <p:nvSpPr>
          <p:cNvPr id="21" name="Shape 19"/>
          <p:cNvSpPr/>
          <p:nvPr/>
        </p:nvSpPr>
        <p:spPr>
          <a:xfrm>
            <a:off x="274320" y="3785616"/>
            <a:ext cx="4297680" cy="0"/>
          </a:xfrm>
          <a:prstGeom prst="line">
            <a:avLst/>
          </a:prstGeom>
          <a:noFill/>
          <a:ln w="6350">
            <a:solidFill>
              <a:srgbClr val="E2E8F0"/>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2" name="Shape 20"/>
          <p:cNvSpPr/>
          <p:nvPr/>
        </p:nvSpPr>
        <p:spPr>
          <a:xfrm>
            <a:off x="274320" y="4023360"/>
            <a:ext cx="402336" cy="402336"/>
          </a:xfrm>
          <a:prstGeom prst="ellipse">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3" name="Text 21"/>
          <p:cNvSpPr/>
          <p:nvPr/>
        </p:nvSpPr>
        <p:spPr>
          <a:xfrm>
            <a:off x="274320" y="4023360"/>
            <a:ext cx="402336"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Meiryo UI" panose="020B0604030504040204" pitchFamily="50" charset="-128"/>
                <a:ea typeface="Meiryo UI" panose="020B0604030504040204" pitchFamily="50" charset="-128"/>
              </a:rPr>
              <a:t>05</a:t>
            </a:r>
            <a:endParaRPr lang="en-US" sz="1000" dirty="0">
              <a:latin typeface="Meiryo UI" panose="020B0604030504040204" pitchFamily="50" charset="-128"/>
              <a:ea typeface="Meiryo UI" panose="020B0604030504040204" pitchFamily="50" charset="-128"/>
            </a:endParaRPr>
          </a:p>
        </p:txBody>
      </p:sp>
      <p:sp>
        <p:nvSpPr>
          <p:cNvPr id="24" name="Text 22"/>
          <p:cNvSpPr/>
          <p:nvPr/>
        </p:nvSpPr>
        <p:spPr>
          <a:xfrm>
            <a:off x="768096" y="3950208"/>
            <a:ext cx="3886200" cy="548640"/>
          </a:xfrm>
          <a:prstGeom prst="rect">
            <a:avLst/>
          </a:prstGeom>
          <a:noFill/>
          <a:ln/>
        </p:spPr>
        <p:txBody>
          <a:bodyPr wrap="square" lIns="0" tIns="0" rIns="0" bIns="0" rtlCol="0" anchor="ctr"/>
          <a:lstStyle/>
          <a:p>
            <a:pPr marL="0" indent="0">
              <a:buNone/>
            </a:pPr>
            <a:r>
              <a:rPr lang="en-US" sz="1400" dirty="0">
                <a:solidFill>
                  <a:srgbClr val="1E293B"/>
                </a:solidFill>
                <a:latin typeface="Meiryo UI" panose="020B0604030504040204" pitchFamily="50" charset="-128"/>
                <a:ea typeface="Meiryo UI" panose="020B0604030504040204" pitchFamily="50" charset="-128"/>
              </a:rPr>
              <a:t>役割と責任の違い</a:t>
            </a:r>
            <a:endParaRPr lang="en-US" sz="1400" dirty="0">
              <a:latin typeface="Meiryo UI" panose="020B0604030504040204" pitchFamily="50" charset="-128"/>
              <a:ea typeface="Meiryo UI" panose="020B0604030504040204" pitchFamily="50" charset="-128"/>
            </a:endParaRPr>
          </a:p>
        </p:txBody>
      </p:sp>
      <p:sp>
        <p:nvSpPr>
          <p:cNvPr id="25" name="Shape 23"/>
          <p:cNvSpPr/>
          <p:nvPr/>
        </p:nvSpPr>
        <p:spPr>
          <a:xfrm>
            <a:off x="4754880" y="877824"/>
            <a:ext cx="402336" cy="402336"/>
          </a:xfrm>
          <a:prstGeom prst="ellipse">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6" name="Text 24"/>
          <p:cNvSpPr/>
          <p:nvPr/>
        </p:nvSpPr>
        <p:spPr>
          <a:xfrm>
            <a:off x="4754880" y="877824"/>
            <a:ext cx="402336"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Meiryo UI" panose="020B0604030504040204" pitchFamily="50" charset="-128"/>
                <a:ea typeface="Meiryo UI" panose="020B0604030504040204" pitchFamily="50" charset="-128"/>
              </a:rPr>
              <a:t>06</a:t>
            </a:r>
            <a:endParaRPr lang="en-US" sz="1000" dirty="0">
              <a:latin typeface="Meiryo UI" panose="020B0604030504040204" pitchFamily="50" charset="-128"/>
              <a:ea typeface="Meiryo UI" panose="020B0604030504040204" pitchFamily="50" charset="-128"/>
            </a:endParaRPr>
          </a:p>
        </p:txBody>
      </p:sp>
      <p:sp>
        <p:nvSpPr>
          <p:cNvPr id="27" name="Text 25"/>
          <p:cNvSpPr/>
          <p:nvPr/>
        </p:nvSpPr>
        <p:spPr>
          <a:xfrm>
            <a:off x="5248656" y="804672"/>
            <a:ext cx="3886200" cy="548640"/>
          </a:xfrm>
          <a:prstGeom prst="rect">
            <a:avLst/>
          </a:prstGeom>
          <a:noFill/>
          <a:ln/>
        </p:spPr>
        <p:txBody>
          <a:bodyPr wrap="square" lIns="0" tIns="0" rIns="0" bIns="0" rtlCol="0" anchor="ctr"/>
          <a:lstStyle/>
          <a:p>
            <a:pPr marL="0" indent="0">
              <a:buNone/>
            </a:pPr>
            <a:r>
              <a:rPr lang="en-US" sz="1400" dirty="0">
                <a:solidFill>
                  <a:srgbClr val="1E293B"/>
                </a:solidFill>
                <a:latin typeface="Meiryo UI" panose="020B0604030504040204" pitchFamily="50" charset="-128"/>
                <a:ea typeface="Meiryo UI" panose="020B0604030504040204" pitchFamily="50" charset="-128"/>
              </a:rPr>
              <a:t>成果物（ドキュメント）の世界</a:t>
            </a:r>
            <a:endParaRPr lang="en-US" sz="1400" dirty="0">
              <a:latin typeface="Meiryo UI" panose="020B0604030504040204" pitchFamily="50" charset="-128"/>
              <a:ea typeface="Meiryo UI" panose="020B0604030504040204" pitchFamily="50" charset="-128"/>
            </a:endParaRPr>
          </a:p>
        </p:txBody>
      </p:sp>
      <p:sp>
        <p:nvSpPr>
          <p:cNvPr id="28" name="Shape 26"/>
          <p:cNvSpPr/>
          <p:nvPr/>
        </p:nvSpPr>
        <p:spPr>
          <a:xfrm>
            <a:off x="4754880" y="1426464"/>
            <a:ext cx="4297680" cy="0"/>
          </a:xfrm>
          <a:prstGeom prst="line">
            <a:avLst/>
          </a:prstGeom>
          <a:noFill/>
          <a:ln w="6350">
            <a:solidFill>
              <a:srgbClr val="E2E8F0"/>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9" name="Shape 27"/>
          <p:cNvSpPr/>
          <p:nvPr/>
        </p:nvSpPr>
        <p:spPr>
          <a:xfrm>
            <a:off x="4754880" y="1664208"/>
            <a:ext cx="402336" cy="402336"/>
          </a:xfrm>
          <a:prstGeom prst="ellipse">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0" name="Text 28"/>
          <p:cNvSpPr/>
          <p:nvPr/>
        </p:nvSpPr>
        <p:spPr>
          <a:xfrm>
            <a:off x="4754880" y="1664208"/>
            <a:ext cx="402336"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Meiryo UI" panose="020B0604030504040204" pitchFamily="50" charset="-128"/>
                <a:ea typeface="Meiryo UI" panose="020B0604030504040204" pitchFamily="50" charset="-128"/>
              </a:rPr>
              <a:t>07</a:t>
            </a:r>
            <a:endParaRPr lang="en-US" sz="1000" dirty="0">
              <a:latin typeface="Meiryo UI" panose="020B0604030504040204" pitchFamily="50" charset="-128"/>
              <a:ea typeface="Meiryo UI" panose="020B0604030504040204" pitchFamily="50" charset="-128"/>
            </a:endParaRPr>
          </a:p>
        </p:txBody>
      </p:sp>
      <p:sp>
        <p:nvSpPr>
          <p:cNvPr id="31" name="Text 29"/>
          <p:cNvSpPr/>
          <p:nvPr/>
        </p:nvSpPr>
        <p:spPr>
          <a:xfrm>
            <a:off x="5248656" y="1591056"/>
            <a:ext cx="3886200" cy="548640"/>
          </a:xfrm>
          <a:prstGeom prst="rect">
            <a:avLst/>
          </a:prstGeom>
          <a:noFill/>
          <a:ln/>
        </p:spPr>
        <p:txBody>
          <a:bodyPr wrap="square" lIns="0" tIns="0" rIns="0" bIns="0" rtlCol="0" anchor="ctr"/>
          <a:lstStyle/>
          <a:p>
            <a:pPr marL="0" indent="0">
              <a:buNone/>
            </a:pPr>
            <a:r>
              <a:rPr lang="en-US" sz="1400" dirty="0">
                <a:solidFill>
                  <a:srgbClr val="1E293B"/>
                </a:solidFill>
                <a:latin typeface="Meiryo UI" panose="020B0604030504040204" pitchFamily="50" charset="-128"/>
                <a:ea typeface="Meiryo UI" panose="020B0604030504040204" pitchFamily="50" charset="-128"/>
              </a:rPr>
              <a:t>変更の扱い：Backlogと変更管理票</a:t>
            </a:r>
            <a:endParaRPr lang="en-US" sz="1400" dirty="0">
              <a:latin typeface="Meiryo UI" panose="020B0604030504040204" pitchFamily="50" charset="-128"/>
              <a:ea typeface="Meiryo UI" panose="020B0604030504040204" pitchFamily="50" charset="-128"/>
            </a:endParaRPr>
          </a:p>
        </p:txBody>
      </p:sp>
      <p:sp>
        <p:nvSpPr>
          <p:cNvPr id="32" name="Shape 30"/>
          <p:cNvSpPr/>
          <p:nvPr/>
        </p:nvSpPr>
        <p:spPr>
          <a:xfrm>
            <a:off x="4754880" y="2212848"/>
            <a:ext cx="4297680" cy="0"/>
          </a:xfrm>
          <a:prstGeom prst="line">
            <a:avLst/>
          </a:prstGeom>
          <a:noFill/>
          <a:ln w="6350">
            <a:solidFill>
              <a:srgbClr val="E2E8F0"/>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3" name="Shape 31"/>
          <p:cNvSpPr/>
          <p:nvPr/>
        </p:nvSpPr>
        <p:spPr>
          <a:xfrm>
            <a:off x="4754880" y="2450592"/>
            <a:ext cx="402336" cy="402336"/>
          </a:xfrm>
          <a:prstGeom prst="ellipse">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4" name="Text 32"/>
          <p:cNvSpPr/>
          <p:nvPr/>
        </p:nvSpPr>
        <p:spPr>
          <a:xfrm>
            <a:off x="4754880" y="2450592"/>
            <a:ext cx="402336"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Meiryo UI" panose="020B0604030504040204" pitchFamily="50" charset="-128"/>
                <a:ea typeface="Meiryo UI" panose="020B0604030504040204" pitchFamily="50" charset="-128"/>
              </a:rPr>
              <a:t>08</a:t>
            </a:r>
            <a:endParaRPr lang="en-US" sz="1000" dirty="0">
              <a:latin typeface="Meiryo UI" panose="020B0604030504040204" pitchFamily="50" charset="-128"/>
              <a:ea typeface="Meiryo UI" panose="020B0604030504040204" pitchFamily="50" charset="-128"/>
            </a:endParaRPr>
          </a:p>
        </p:txBody>
      </p:sp>
      <p:sp>
        <p:nvSpPr>
          <p:cNvPr id="35" name="Text 33"/>
          <p:cNvSpPr/>
          <p:nvPr/>
        </p:nvSpPr>
        <p:spPr>
          <a:xfrm>
            <a:off x="5248656" y="2377440"/>
            <a:ext cx="3886200" cy="548640"/>
          </a:xfrm>
          <a:prstGeom prst="rect">
            <a:avLst/>
          </a:prstGeom>
          <a:noFill/>
          <a:ln/>
        </p:spPr>
        <p:txBody>
          <a:bodyPr wrap="square" lIns="0" tIns="0" rIns="0" bIns="0" rtlCol="0" anchor="ctr"/>
          <a:lstStyle/>
          <a:p>
            <a:pPr marL="0" indent="0">
              <a:buNone/>
            </a:pPr>
            <a:r>
              <a:rPr lang="en-US" sz="1400" dirty="0">
                <a:solidFill>
                  <a:srgbClr val="1E293B"/>
                </a:solidFill>
                <a:latin typeface="Meiryo UI" panose="020B0604030504040204" pitchFamily="50" charset="-128"/>
                <a:ea typeface="Meiryo UI" panose="020B0604030504040204" pitchFamily="50" charset="-128"/>
              </a:rPr>
              <a:t>テストと受入の重さ</a:t>
            </a:r>
            <a:endParaRPr lang="en-US" sz="1400" dirty="0">
              <a:latin typeface="Meiryo UI" panose="020B0604030504040204" pitchFamily="50" charset="-128"/>
              <a:ea typeface="Meiryo UI" panose="020B0604030504040204" pitchFamily="50" charset="-128"/>
            </a:endParaRPr>
          </a:p>
        </p:txBody>
      </p:sp>
      <p:sp>
        <p:nvSpPr>
          <p:cNvPr id="36" name="Shape 34"/>
          <p:cNvSpPr/>
          <p:nvPr/>
        </p:nvSpPr>
        <p:spPr>
          <a:xfrm>
            <a:off x="4754880" y="2999232"/>
            <a:ext cx="4297680" cy="0"/>
          </a:xfrm>
          <a:prstGeom prst="line">
            <a:avLst/>
          </a:prstGeom>
          <a:noFill/>
          <a:ln w="6350">
            <a:solidFill>
              <a:srgbClr val="E2E8F0"/>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7" name="Shape 35"/>
          <p:cNvSpPr/>
          <p:nvPr/>
        </p:nvSpPr>
        <p:spPr>
          <a:xfrm>
            <a:off x="4754880" y="3236976"/>
            <a:ext cx="402336" cy="402336"/>
          </a:xfrm>
          <a:prstGeom prst="ellipse">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8" name="Text 36"/>
          <p:cNvSpPr/>
          <p:nvPr/>
        </p:nvSpPr>
        <p:spPr>
          <a:xfrm>
            <a:off x="4754880" y="3236976"/>
            <a:ext cx="402336"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Meiryo UI" panose="020B0604030504040204" pitchFamily="50" charset="-128"/>
                <a:ea typeface="Meiryo UI" panose="020B0604030504040204" pitchFamily="50" charset="-128"/>
              </a:rPr>
              <a:t>09</a:t>
            </a:r>
            <a:endParaRPr lang="en-US" sz="1000" dirty="0">
              <a:latin typeface="Meiryo UI" panose="020B0604030504040204" pitchFamily="50" charset="-128"/>
              <a:ea typeface="Meiryo UI" panose="020B0604030504040204" pitchFamily="50" charset="-128"/>
            </a:endParaRPr>
          </a:p>
        </p:txBody>
      </p:sp>
      <p:sp>
        <p:nvSpPr>
          <p:cNvPr id="39" name="Text 37"/>
          <p:cNvSpPr/>
          <p:nvPr/>
        </p:nvSpPr>
        <p:spPr>
          <a:xfrm>
            <a:off x="5248656" y="3163824"/>
            <a:ext cx="3886200" cy="548640"/>
          </a:xfrm>
          <a:prstGeom prst="rect">
            <a:avLst/>
          </a:prstGeom>
          <a:noFill/>
          <a:ln/>
        </p:spPr>
        <p:txBody>
          <a:bodyPr wrap="square" lIns="0" tIns="0" rIns="0" bIns="0" rtlCol="0" anchor="ctr"/>
          <a:lstStyle/>
          <a:p>
            <a:pPr marL="0" indent="0">
              <a:buNone/>
            </a:pPr>
            <a:r>
              <a:rPr lang="en-US" sz="1400" dirty="0">
                <a:solidFill>
                  <a:srgbClr val="1E293B"/>
                </a:solidFill>
                <a:latin typeface="Meiryo UI" panose="020B0604030504040204" pitchFamily="50" charset="-128"/>
                <a:ea typeface="Meiryo UI" panose="020B0604030504040204" pitchFamily="50" charset="-128"/>
              </a:rPr>
              <a:t>WF開発でPdMが気を付けたいポイント</a:t>
            </a:r>
            <a:endParaRPr lang="en-US" sz="1400" dirty="0">
              <a:latin typeface="Meiryo UI" panose="020B0604030504040204" pitchFamily="50" charset="-128"/>
              <a:ea typeface="Meiryo UI" panose="020B0604030504040204" pitchFamily="50" charset="-128"/>
            </a:endParaRPr>
          </a:p>
        </p:txBody>
      </p:sp>
      <p:sp>
        <p:nvSpPr>
          <p:cNvPr id="40" name="Shape 38"/>
          <p:cNvSpPr/>
          <p:nvPr/>
        </p:nvSpPr>
        <p:spPr>
          <a:xfrm>
            <a:off x="4754880" y="3785616"/>
            <a:ext cx="4297680" cy="0"/>
          </a:xfrm>
          <a:prstGeom prst="line">
            <a:avLst/>
          </a:prstGeom>
          <a:noFill/>
          <a:ln w="6350">
            <a:solidFill>
              <a:srgbClr val="E2E8F0"/>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41" name="Shape 39"/>
          <p:cNvSpPr/>
          <p:nvPr/>
        </p:nvSpPr>
        <p:spPr>
          <a:xfrm>
            <a:off x="4754880" y="4023360"/>
            <a:ext cx="402336" cy="402336"/>
          </a:xfrm>
          <a:prstGeom prst="ellipse">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42" name="Text 40"/>
          <p:cNvSpPr/>
          <p:nvPr/>
        </p:nvSpPr>
        <p:spPr>
          <a:xfrm>
            <a:off x="4754880" y="4023360"/>
            <a:ext cx="402336" cy="402336"/>
          </a:xfrm>
          <a:prstGeom prst="rect">
            <a:avLst/>
          </a:prstGeom>
          <a:noFill/>
          <a:ln/>
        </p:spPr>
        <p:txBody>
          <a:bodyPr wrap="square" lIns="0" tIns="0" rIns="0" bIns="0" rtlCol="0" anchor="ctr"/>
          <a:lstStyle/>
          <a:p>
            <a:pPr marL="0" indent="0" algn="ctr">
              <a:buNone/>
            </a:pPr>
            <a:r>
              <a:rPr lang="en-US" sz="1000" b="1" dirty="0">
                <a:solidFill>
                  <a:srgbClr val="FFFFFF"/>
                </a:solidFill>
                <a:latin typeface="Meiryo UI" panose="020B0604030504040204" pitchFamily="50" charset="-128"/>
                <a:ea typeface="Meiryo UI" panose="020B0604030504040204" pitchFamily="50" charset="-128"/>
              </a:rPr>
              <a:t>10</a:t>
            </a:r>
            <a:endParaRPr lang="en-US" sz="1000" dirty="0">
              <a:latin typeface="Meiryo UI" panose="020B0604030504040204" pitchFamily="50" charset="-128"/>
              <a:ea typeface="Meiryo UI" panose="020B0604030504040204" pitchFamily="50" charset="-128"/>
            </a:endParaRPr>
          </a:p>
        </p:txBody>
      </p:sp>
      <p:sp>
        <p:nvSpPr>
          <p:cNvPr id="43" name="Text 41"/>
          <p:cNvSpPr/>
          <p:nvPr/>
        </p:nvSpPr>
        <p:spPr>
          <a:xfrm>
            <a:off x="5248656" y="3950208"/>
            <a:ext cx="3886200" cy="548640"/>
          </a:xfrm>
          <a:prstGeom prst="rect">
            <a:avLst/>
          </a:prstGeom>
          <a:noFill/>
          <a:ln/>
        </p:spPr>
        <p:txBody>
          <a:bodyPr wrap="square" lIns="0" tIns="0" rIns="0" bIns="0" rtlCol="0" anchor="ctr"/>
          <a:lstStyle/>
          <a:p>
            <a:pPr marL="0" indent="0">
              <a:buNone/>
            </a:pPr>
            <a:r>
              <a:rPr lang="en-US" sz="1400" dirty="0">
                <a:solidFill>
                  <a:srgbClr val="1E293B"/>
                </a:solidFill>
                <a:latin typeface="Meiryo UI" panose="020B0604030504040204" pitchFamily="50" charset="-128"/>
                <a:ea typeface="Meiryo UI" panose="020B0604030504040204" pitchFamily="50" charset="-128"/>
              </a:rPr>
              <a:t>まとめ・確認事項</a:t>
            </a:r>
            <a:endParaRPr lang="en-US" sz="1400" dirty="0">
              <a:latin typeface="Meiryo UI" panose="020B0604030504040204" pitchFamily="50" charset="-128"/>
              <a:ea typeface="Meiryo UI" panose="020B0604030504040204" pitchFamily="50"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228600" y="0"/>
            <a:ext cx="777240" cy="658368"/>
          </a:xfrm>
          <a:prstGeom prst="rect">
            <a:avLst/>
          </a:prstGeom>
          <a:noFill/>
          <a:ln/>
        </p:spPr>
        <p:txBody>
          <a:bodyPr wrap="square" lIns="0" tIns="0" rIns="0" bIns="0" rtlCol="0" anchor="ctr"/>
          <a:lstStyle/>
          <a:p>
            <a:pPr marL="0" indent="0">
              <a:buNone/>
            </a:pPr>
            <a:r>
              <a:rPr lang="en-US" sz="1100" b="1" dirty="0">
                <a:solidFill>
                  <a:srgbClr val="DBEAFE"/>
                </a:solidFill>
                <a:latin typeface="Meiryo UI" panose="020B0604030504040204" pitchFamily="50" charset="-128"/>
                <a:ea typeface="Meiryo UI" panose="020B0604030504040204" pitchFamily="50" charset="-128"/>
              </a:rPr>
              <a:t>01</a:t>
            </a:r>
            <a:endParaRPr lang="en-US" sz="1100" dirty="0">
              <a:latin typeface="Meiryo UI" panose="020B0604030504040204" pitchFamily="50" charset="-128"/>
              <a:ea typeface="Meiryo UI" panose="020B0604030504040204" pitchFamily="50" charset="-128"/>
            </a:endParaRPr>
          </a:p>
        </p:txBody>
      </p:sp>
      <p:sp>
        <p:nvSpPr>
          <p:cNvPr id="4" name="Text 2"/>
          <p:cNvSpPr/>
          <p:nvPr/>
        </p:nvSpPr>
        <p:spPr>
          <a:xfrm>
            <a:off x="914400" y="0"/>
            <a:ext cx="795528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この資料のねらい</a:t>
            </a:r>
            <a:endParaRPr lang="en-US" sz="1900" dirty="0">
              <a:latin typeface="Meiryo UI" panose="020B0604030504040204" pitchFamily="50" charset="-128"/>
              <a:ea typeface="Meiryo UI" panose="020B0604030504040204" pitchFamily="50" charset="-128"/>
            </a:endParaRPr>
          </a:p>
        </p:txBody>
      </p:sp>
      <p:sp>
        <p:nvSpPr>
          <p:cNvPr id="5" name="Shape 3"/>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6" name="Text 4"/>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sp>
        <p:nvSpPr>
          <p:cNvPr id="7" name="Shape 5"/>
          <p:cNvSpPr/>
          <p:nvPr/>
        </p:nvSpPr>
        <p:spPr>
          <a:xfrm>
            <a:off x="274320" y="804672"/>
            <a:ext cx="3977640" cy="3383280"/>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8" name="Shape 6"/>
          <p:cNvSpPr/>
          <p:nvPr/>
        </p:nvSpPr>
        <p:spPr>
          <a:xfrm>
            <a:off x="274320" y="804672"/>
            <a:ext cx="3977640" cy="384048"/>
          </a:xfrm>
          <a:prstGeom prst="rect">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9" name="Text 7"/>
          <p:cNvSpPr/>
          <p:nvPr/>
        </p:nvSpPr>
        <p:spPr>
          <a:xfrm>
            <a:off x="274320" y="804672"/>
            <a:ext cx="39776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anose="020B0604030504040204" pitchFamily="50" charset="-128"/>
                <a:ea typeface="Meiryo UI" panose="020B0604030504040204" pitchFamily="50" charset="-128"/>
              </a:rPr>
              <a:t>想定読者</a:t>
            </a:r>
            <a:endParaRPr lang="en-US" sz="1300" dirty="0">
              <a:latin typeface="Meiryo UI" panose="020B0604030504040204" pitchFamily="50" charset="-128"/>
              <a:ea typeface="Meiryo UI" panose="020B0604030504040204" pitchFamily="50" charset="-128"/>
            </a:endParaRPr>
          </a:p>
        </p:txBody>
      </p:sp>
      <p:sp>
        <p:nvSpPr>
          <p:cNvPr id="10" name="Text 8"/>
          <p:cNvSpPr/>
          <p:nvPr/>
        </p:nvSpPr>
        <p:spPr>
          <a:xfrm>
            <a:off x="411480" y="1261872"/>
            <a:ext cx="3749040" cy="2834640"/>
          </a:xfrm>
          <a:prstGeom prst="rect">
            <a:avLst/>
          </a:prstGeom>
          <a:noFill/>
          <a:ln/>
        </p:spPr>
        <p:txBody>
          <a:bodyPr wrap="square" lIns="0" tIns="0" rIns="0" bIns="0" rtlCol="0" anchor="t"/>
          <a:lstStyle/>
          <a:p>
            <a:pPr marL="0" indent="0">
              <a:buNone/>
            </a:pPr>
            <a:r>
              <a:rPr lang="en-US" sz="1300" dirty="0">
                <a:solidFill>
                  <a:srgbClr val="1E293B"/>
                </a:solidFill>
                <a:latin typeface="Meiryo UI" panose="020B0604030504040204" pitchFamily="50" charset="-128"/>
                <a:ea typeface="Meiryo UI" panose="020B0604030504040204" pitchFamily="50" charset="-128"/>
              </a:rPr>
              <a:t>・アジャイル・スクラム経験ありのPdM</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・ウォーターフォール（WF）型SI案件の経験はほぼ無し</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 </a:t>
            </a:r>
            <a:endParaRPr lang="en-US" sz="1300" dirty="0">
              <a:latin typeface="Meiryo UI" panose="020B0604030504040204" pitchFamily="50" charset="-128"/>
              <a:ea typeface="Meiryo UI" panose="020B0604030504040204" pitchFamily="50" charset="-128"/>
            </a:endParaRPr>
          </a:p>
          <a:p>
            <a:pPr marL="0" indent="0">
              <a:buNone/>
            </a:pPr>
            <a:r>
              <a:rPr lang="en-US" sz="1300" b="1" dirty="0">
                <a:solidFill>
                  <a:srgbClr val="1E293B"/>
                </a:solidFill>
                <a:latin typeface="Meiryo UI" panose="020B0604030504040204" pitchFamily="50" charset="-128"/>
                <a:ea typeface="Meiryo UI" panose="020B0604030504040204" pitchFamily="50" charset="-128"/>
              </a:rPr>
              <a:t>想定している経験レベル</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・スプリント・レトロ・バックログ管理に慣れている</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・「要件定義書」「基本設計書」「受入テスト仕様」という言葉は聞いたことがある程度</a:t>
            </a:r>
            <a:endParaRPr lang="en-US" sz="1300" dirty="0">
              <a:latin typeface="Meiryo UI" panose="020B0604030504040204" pitchFamily="50" charset="-128"/>
              <a:ea typeface="Meiryo UI" panose="020B0604030504040204" pitchFamily="50" charset="-128"/>
            </a:endParaRPr>
          </a:p>
        </p:txBody>
      </p:sp>
      <p:sp>
        <p:nvSpPr>
          <p:cNvPr id="11" name="Shape 9"/>
          <p:cNvSpPr/>
          <p:nvPr/>
        </p:nvSpPr>
        <p:spPr>
          <a:xfrm>
            <a:off x="4892040" y="804672"/>
            <a:ext cx="3977640" cy="3383280"/>
          </a:xfrm>
          <a:prstGeom prst="rect">
            <a:avLst/>
          </a:prstGeom>
          <a:solidFill>
            <a:srgbClr val="F0FDFA"/>
          </a:solidFill>
          <a:ln w="12700">
            <a:solidFill>
              <a:srgbClr val="99F6E4"/>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2" name="Shape 10"/>
          <p:cNvSpPr/>
          <p:nvPr/>
        </p:nvSpPr>
        <p:spPr>
          <a:xfrm>
            <a:off x="4892040" y="804672"/>
            <a:ext cx="3977640" cy="384048"/>
          </a:xfrm>
          <a:prstGeom prst="rect">
            <a:avLst/>
          </a:prstGeom>
          <a:solidFill>
            <a:srgbClr val="0D9488"/>
          </a:solidFill>
          <a:ln w="12700">
            <a:solidFill>
              <a:srgbClr val="0D948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3" name="Text 11"/>
          <p:cNvSpPr/>
          <p:nvPr/>
        </p:nvSpPr>
        <p:spPr>
          <a:xfrm>
            <a:off x="4892040" y="804672"/>
            <a:ext cx="39776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anose="020B0604030504040204" pitchFamily="50" charset="-128"/>
                <a:ea typeface="Meiryo UI" panose="020B0604030504040204" pitchFamily="50" charset="-128"/>
              </a:rPr>
              <a:t>ゴール</a:t>
            </a:r>
            <a:endParaRPr lang="en-US" sz="1300" dirty="0">
              <a:latin typeface="Meiryo UI" panose="020B0604030504040204" pitchFamily="50" charset="-128"/>
              <a:ea typeface="Meiryo UI" panose="020B0604030504040204" pitchFamily="50" charset="-128"/>
            </a:endParaRPr>
          </a:p>
        </p:txBody>
      </p:sp>
      <p:sp>
        <p:nvSpPr>
          <p:cNvPr id="14" name="Text 12"/>
          <p:cNvSpPr/>
          <p:nvPr/>
        </p:nvSpPr>
        <p:spPr>
          <a:xfrm>
            <a:off x="5029200" y="1261872"/>
            <a:ext cx="3749040" cy="2834640"/>
          </a:xfrm>
          <a:prstGeom prst="rect">
            <a:avLst/>
          </a:prstGeom>
          <a:noFill/>
          <a:ln/>
        </p:spPr>
        <p:txBody>
          <a:bodyPr wrap="square" lIns="0" tIns="0" rIns="0" bIns="0" rtlCol="0" anchor="t"/>
          <a:lstStyle/>
          <a:p>
            <a:pPr marL="0" indent="0">
              <a:buNone/>
            </a:pPr>
            <a:r>
              <a:rPr lang="en-US" sz="1300" dirty="0">
                <a:solidFill>
                  <a:srgbClr val="1E293B"/>
                </a:solidFill>
                <a:latin typeface="Meiryo UI" panose="020B0604030504040204" pitchFamily="50" charset="-128"/>
                <a:ea typeface="Meiryo UI" panose="020B0604030504040204" pitchFamily="50" charset="-128"/>
              </a:rPr>
              <a:t>・「アジャイルではこうだったけど、WFではこうなる」を理解する</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・WFプロジェクト参加時に最低限の前提を身につける</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 </a:t>
            </a:r>
            <a:endParaRPr lang="en-US" sz="1300" dirty="0">
              <a:latin typeface="Meiryo UI" panose="020B0604030504040204" pitchFamily="50" charset="-128"/>
              <a:ea typeface="Meiryo UI" panose="020B0604030504040204" pitchFamily="50" charset="-128"/>
            </a:endParaRPr>
          </a:p>
          <a:p>
            <a:pPr marL="0" indent="0">
              <a:buNone/>
            </a:pPr>
            <a:r>
              <a:rPr lang="en-US" sz="1300" b="1" dirty="0">
                <a:solidFill>
                  <a:srgbClr val="1E293B"/>
                </a:solidFill>
                <a:latin typeface="Meiryo UI" panose="020B0604030504040204" pitchFamily="50" charset="-128"/>
                <a:ea typeface="Meiryo UI" panose="020B0604030504040204" pitchFamily="50" charset="-128"/>
              </a:rPr>
              <a:t>この資料で「わかること」</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・WFの工程と成果物の役割</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・PdMに求められる責任範囲の違い</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・変更管理・受入条件・検収条件の実務感覚</a:t>
            </a:r>
            <a:endParaRPr lang="en-US" sz="1300" dirty="0">
              <a:latin typeface="Meiryo UI" panose="020B0604030504040204" pitchFamily="50" charset="-128"/>
              <a:ea typeface="Meiryo UI" panose="020B0604030504040204" pitchFamily="50" charset="-128"/>
            </a:endParaRPr>
          </a:p>
        </p:txBody>
      </p:sp>
      <p:sp>
        <p:nvSpPr>
          <p:cNvPr id="15" name="Text 13"/>
          <p:cNvSpPr/>
          <p:nvPr/>
        </p:nvSpPr>
        <p:spPr>
          <a:xfrm>
            <a:off x="274320" y="4690872"/>
            <a:ext cx="8595360" cy="256032"/>
          </a:xfrm>
          <a:prstGeom prst="rect">
            <a:avLst/>
          </a:prstGeom>
          <a:noFill/>
          <a:ln/>
        </p:spPr>
        <p:txBody>
          <a:bodyPr wrap="square" lIns="0" tIns="0" rIns="0" bIns="0" rtlCol="0" anchor="ctr"/>
          <a:lstStyle/>
          <a:p>
            <a:pPr marL="0" indent="0">
              <a:buNone/>
            </a:pPr>
            <a:r>
              <a:rPr lang="en-US" sz="950" i="1" dirty="0">
                <a:solidFill>
                  <a:srgbClr val="94A3B8"/>
                </a:solidFill>
                <a:latin typeface="Meiryo UI" panose="020B0604030504040204" pitchFamily="50" charset="-128"/>
                <a:ea typeface="Meiryo UI" panose="020B0604030504040204" pitchFamily="50" charset="-128"/>
              </a:rPr>
              <a:t>※ 本資料の前提と留保については次スライドを参照</a:t>
            </a:r>
            <a:endParaRPr lang="en-US" sz="950" dirty="0">
              <a:latin typeface="Meiryo UI" panose="020B0604030504040204" pitchFamily="50" charset="-128"/>
              <a:ea typeface="Meiryo UI" panose="020B0604030504040204" pitchFamily="50"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228600" y="0"/>
            <a:ext cx="777240" cy="658368"/>
          </a:xfrm>
          <a:prstGeom prst="rect">
            <a:avLst/>
          </a:prstGeom>
          <a:noFill/>
          <a:ln/>
        </p:spPr>
        <p:txBody>
          <a:bodyPr wrap="square" lIns="0" tIns="0" rIns="0" bIns="0" rtlCol="0" anchor="ctr"/>
          <a:lstStyle/>
          <a:p>
            <a:pPr marL="0" indent="0">
              <a:buNone/>
            </a:pPr>
            <a:r>
              <a:rPr lang="en-US" sz="1100" b="1" dirty="0">
                <a:solidFill>
                  <a:srgbClr val="DBEAFE"/>
                </a:solidFill>
                <a:latin typeface="Meiryo UI" panose="020B0604030504040204" pitchFamily="50" charset="-128"/>
                <a:ea typeface="Meiryo UI" panose="020B0604030504040204" pitchFamily="50" charset="-128"/>
              </a:rPr>
              <a:t>02</a:t>
            </a:r>
            <a:endParaRPr lang="en-US" sz="1100" dirty="0">
              <a:latin typeface="Meiryo UI" panose="020B0604030504040204" pitchFamily="50" charset="-128"/>
              <a:ea typeface="Meiryo UI" panose="020B0604030504040204" pitchFamily="50" charset="-128"/>
            </a:endParaRPr>
          </a:p>
        </p:txBody>
      </p:sp>
      <p:sp>
        <p:nvSpPr>
          <p:cNvPr id="4" name="Text 2"/>
          <p:cNvSpPr/>
          <p:nvPr/>
        </p:nvSpPr>
        <p:spPr>
          <a:xfrm>
            <a:off x="914400" y="0"/>
            <a:ext cx="795528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この資料の前提と留保</a:t>
            </a:r>
            <a:endParaRPr lang="en-US" sz="1900" dirty="0">
              <a:latin typeface="Meiryo UI" panose="020B0604030504040204" pitchFamily="50" charset="-128"/>
              <a:ea typeface="Meiryo UI" panose="020B0604030504040204" pitchFamily="50" charset="-128"/>
            </a:endParaRPr>
          </a:p>
        </p:txBody>
      </p:sp>
      <p:sp>
        <p:nvSpPr>
          <p:cNvPr id="5" name="Shape 3"/>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6" name="Text 4"/>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sp>
        <p:nvSpPr>
          <p:cNvPr id="7" name="Shape 5"/>
          <p:cNvSpPr/>
          <p:nvPr/>
        </p:nvSpPr>
        <p:spPr>
          <a:xfrm>
            <a:off x="274320" y="822960"/>
            <a:ext cx="8595360" cy="868680"/>
          </a:xfrm>
          <a:prstGeom prst="rect">
            <a:avLst/>
          </a:prstGeom>
          <a:solidFill>
            <a:srgbClr val="FFFFFF"/>
          </a:solidFill>
          <a:ln w="12700">
            <a:solidFill>
              <a:srgbClr val="E2E8F0"/>
            </a:solidFill>
            <a:prstDash val="solid"/>
          </a:ln>
          <a:effectLst>
            <a:outerShdw blurRad="381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8" name="Shape 6"/>
          <p:cNvSpPr/>
          <p:nvPr/>
        </p:nvSpPr>
        <p:spPr>
          <a:xfrm>
            <a:off x="292608" y="996696"/>
            <a:ext cx="493776" cy="493776"/>
          </a:xfrm>
          <a:prstGeom prst="ellipse">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9" name="Text 7"/>
          <p:cNvSpPr/>
          <p:nvPr/>
        </p:nvSpPr>
        <p:spPr>
          <a:xfrm>
            <a:off x="292608" y="996696"/>
            <a:ext cx="493776" cy="493776"/>
          </a:xfrm>
          <a:prstGeom prst="rect">
            <a:avLst/>
          </a:prstGeom>
          <a:noFill/>
          <a:ln/>
        </p:spPr>
        <p:txBody>
          <a:bodyPr wrap="square" lIns="0" tIns="0" rIns="0" bIns="0" rtlCol="0" anchor="ctr"/>
          <a:lstStyle/>
          <a:p>
            <a:pPr marL="0" indent="0" algn="ctr">
              <a:buNone/>
            </a:pPr>
            <a:r>
              <a:rPr lang="en-US" sz="1600" b="1" dirty="0">
                <a:solidFill>
                  <a:srgbClr val="FFFFFF"/>
                </a:solidFill>
                <a:latin typeface="Meiryo UI" panose="020B0604030504040204" pitchFamily="50" charset="-128"/>
                <a:ea typeface="Meiryo UI" panose="020B0604030504040204" pitchFamily="50" charset="-128"/>
              </a:rPr>
              <a:t>1</a:t>
            </a:r>
            <a:endParaRPr lang="en-US" sz="1600" dirty="0">
              <a:latin typeface="Meiryo UI" panose="020B0604030504040204" pitchFamily="50" charset="-128"/>
              <a:ea typeface="Meiryo UI" panose="020B0604030504040204" pitchFamily="50" charset="-128"/>
            </a:endParaRPr>
          </a:p>
        </p:txBody>
      </p:sp>
      <p:sp>
        <p:nvSpPr>
          <p:cNvPr id="10" name="Text 8"/>
          <p:cNvSpPr/>
          <p:nvPr/>
        </p:nvSpPr>
        <p:spPr>
          <a:xfrm>
            <a:off x="877824" y="868680"/>
            <a:ext cx="7863840" cy="329184"/>
          </a:xfrm>
          <a:prstGeom prst="rect">
            <a:avLst/>
          </a:prstGeom>
          <a:noFill/>
          <a:ln/>
        </p:spPr>
        <p:txBody>
          <a:bodyPr wrap="square" lIns="0" tIns="0" rIns="0" bIns="0" rtlCol="0" anchor="ctr"/>
          <a:lstStyle/>
          <a:p>
            <a:pPr marL="0" indent="0">
              <a:buNone/>
            </a:pPr>
            <a:r>
              <a:rPr lang="en-US" sz="1300" b="1" dirty="0">
                <a:solidFill>
                  <a:srgbClr val="0F2D5B"/>
                </a:solidFill>
                <a:latin typeface="Meiryo UI" panose="020B0604030504040204" pitchFamily="50" charset="-128"/>
                <a:ea typeface="Meiryo UI" panose="020B0604030504040204" pitchFamily="50" charset="-128"/>
              </a:rPr>
              <a:t>典型例の整理であり、唯一の正解ではない</a:t>
            </a:r>
            <a:endParaRPr lang="en-US" sz="1300" dirty="0">
              <a:latin typeface="Meiryo UI" panose="020B0604030504040204" pitchFamily="50" charset="-128"/>
              <a:ea typeface="Meiryo UI" panose="020B0604030504040204" pitchFamily="50" charset="-128"/>
            </a:endParaRPr>
          </a:p>
        </p:txBody>
      </p:sp>
      <p:sp>
        <p:nvSpPr>
          <p:cNvPr id="11" name="Text 9"/>
          <p:cNvSpPr/>
          <p:nvPr/>
        </p:nvSpPr>
        <p:spPr>
          <a:xfrm>
            <a:off x="877824" y="1225296"/>
            <a:ext cx="7863840" cy="438912"/>
          </a:xfrm>
          <a:prstGeom prst="rect">
            <a:avLst/>
          </a:prstGeom>
          <a:noFill/>
          <a:ln/>
        </p:spPr>
        <p:txBody>
          <a:bodyPr wrap="square" lIns="0" tIns="0" rIns="0" bIns="0" rtlCol="0" anchor="ctr"/>
          <a:lstStyle/>
          <a:p>
            <a:pPr marL="0" indent="0">
              <a:buNone/>
            </a:pPr>
            <a:r>
              <a:rPr lang="en-US" sz="1150" dirty="0">
                <a:solidFill>
                  <a:srgbClr val="475569"/>
                </a:solidFill>
                <a:latin typeface="Meiryo UI" panose="020B0604030504040204" pitchFamily="50" charset="-128"/>
                <a:ea typeface="Meiryo UI" panose="020B0604030504040204" pitchFamily="50" charset="-128"/>
              </a:rPr>
              <a:t>本資料は受託開発・SI型のWF案件でよく見られる典型パターンを整理したものです。すべてのWFプロジェクトがこの通りに進むわけではありません。</a:t>
            </a:r>
            <a:endParaRPr lang="en-US" sz="1150" dirty="0">
              <a:latin typeface="Meiryo UI" panose="020B0604030504040204" pitchFamily="50" charset="-128"/>
              <a:ea typeface="Meiryo UI" panose="020B0604030504040204" pitchFamily="50" charset="-128"/>
            </a:endParaRPr>
          </a:p>
        </p:txBody>
      </p:sp>
      <p:sp>
        <p:nvSpPr>
          <p:cNvPr id="12" name="Shape 10"/>
          <p:cNvSpPr/>
          <p:nvPr/>
        </p:nvSpPr>
        <p:spPr>
          <a:xfrm>
            <a:off x="274320" y="1810512"/>
            <a:ext cx="8595360" cy="868680"/>
          </a:xfrm>
          <a:prstGeom prst="rect">
            <a:avLst/>
          </a:prstGeom>
          <a:solidFill>
            <a:srgbClr val="FFFFFF"/>
          </a:solidFill>
          <a:ln w="12700">
            <a:solidFill>
              <a:srgbClr val="E2E8F0"/>
            </a:solidFill>
            <a:prstDash val="solid"/>
          </a:ln>
          <a:effectLst>
            <a:outerShdw blurRad="381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13" name="Shape 11"/>
          <p:cNvSpPr/>
          <p:nvPr/>
        </p:nvSpPr>
        <p:spPr>
          <a:xfrm>
            <a:off x="292608" y="1984248"/>
            <a:ext cx="493776" cy="493776"/>
          </a:xfrm>
          <a:prstGeom prst="ellipse">
            <a:avLst/>
          </a:prstGeom>
          <a:solidFill>
            <a:srgbClr val="1562A8"/>
          </a:solidFill>
          <a:ln w="12700">
            <a:solidFill>
              <a:srgbClr val="1562A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4" name="Text 12"/>
          <p:cNvSpPr/>
          <p:nvPr/>
        </p:nvSpPr>
        <p:spPr>
          <a:xfrm>
            <a:off x="292608" y="1984248"/>
            <a:ext cx="493776" cy="493776"/>
          </a:xfrm>
          <a:prstGeom prst="rect">
            <a:avLst/>
          </a:prstGeom>
          <a:noFill/>
          <a:ln/>
        </p:spPr>
        <p:txBody>
          <a:bodyPr wrap="square" lIns="0" tIns="0" rIns="0" bIns="0" rtlCol="0" anchor="ctr"/>
          <a:lstStyle/>
          <a:p>
            <a:pPr marL="0" indent="0" algn="ctr">
              <a:buNone/>
            </a:pPr>
            <a:r>
              <a:rPr lang="en-US" sz="1600" b="1" dirty="0">
                <a:solidFill>
                  <a:srgbClr val="FFFFFF"/>
                </a:solidFill>
                <a:latin typeface="Meiryo UI" panose="020B0604030504040204" pitchFamily="50" charset="-128"/>
                <a:ea typeface="Meiryo UI" panose="020B0604030504040204" pitchFamily="50" charset="-128"/>
              </a:rPr>
              <a:t>2</a:t>
            </a:r>
            <a:endParaRPr lang="en-US" sz="1600" dirty="0">
              <a:latin typeface="Meiryo UI" panose="020B0604030504040204" pitchFamily="50" charset="-128"/>
              <a:ea typeface="Meiryo UI" panose="020B0604030504040204" pitchFamily="50" charset="-128"/>
            </a:endParaRPr>
          </a:p>
        </p:txBody>
      </p:sp>
      <p:sp>
        <p:nvSpPr>
          <p:cNvPr id="15" name="Text 13"/>
          <p:cNvSpPr/>
          <p:nvPr/>
        </p:nvSpPr>
        <p:spPr>
          <a:xfrm>
            <a:off x="877824" y="1856232"/>
            <a:ext cx="7863840" cy="329184"/>
          </a:xfrm>
          <a:prstGeom prst="rect">
            <a:avLst/>
          </a:prstGeom>
          <a:noFill/>
          <a:ln/>
        </p:spPr>
        <p:txBody>
          <a:bodyPr wrap="square" lIns="0" tIns="0" rIns="0" bIns="0" rtlCol="0" anchor="ctr"/>
          <a:lstStyle/>
          <a:p>
            <a:pPr marL="0" indent="0">
              <a:buNone/>
            </a:pPr>
            <a:r>
              <a:rPr lang="en-US" sz="1300" b="1" dirty="0">
                <a:solidFill>
                  <a:srgbClr val="1562A8"/>
                </a:solidFill>
                <a:latin typeface="Meiryo UI" panose="020B0604030504040204" pitchFamily="50" charset="-128"/>
                <a:ea typeface="Meiryo UI" panose="020B0604030504040204" pitchFamily="50" charset="-128"/>
              </a:rPr>
              <a:t>実際の運用は案件ごとに異なる</a:t>
            </a:r>
            <a:endParaRPr lang="en-US" sz="1300" dirty="0">
              <a:latin typeface="Meiryo UI" panose="020B0604030504040204" pitchFamily="50" charset="-128"/>
              <a:ea typeface="Meiryo UI" panose="020B0604030504040204" pitchFamily="50" charset="-128"/>
            </a:endParaRPr>
          </a:p>
        </p:txBody>
      </p:sp>
      <p:sp>
        <p:nvSpPr>
          <p:cNvPr id="16" name="Text 14"/>
          <p:cNvSpPr/>
          <p:nvPr/>
        </p:nvSpPr>
        <p:spPr>
          <a:xfrm>
            <a:off x="877824" y="2212848"/>
            <a:ext cx="7863840" cy="438912"/>
          </a:xfrm>
          <a:prstGeom prst="rect">
            <a:avLst/>
          </a:prstGeom>
          <a:noFill/>
          <a:ln/>
        </p:spPr>
        <p:txBody>
          <a:bodyPr wrap="square" lIns="0" tIns="0" rIns="0" bIns="0" rtlCol="0" anchor="ctr"/>
          <a:lstStyle/>
          <a:p>
            <a:pPr marL="0" indent="0">
              <a:buNone/>
            </a:pPr>
            <a:r>
              <a:rPr lang="en-US" sz="1150" dirty="0">
                <a:solidFill>
                  <a:srgbClr val="475569"/>
                </a:solidFill>
                <a:latin typeface="Meiryo UI" panose="020B0604030504040204" pitchFamily="50" charset="-128"/>
                <a:ea typeface="Meiryo UI" panose="020B0604030504040204" pitchFamily="50" charset="-128"/>
              </a:rPr>
              <a:t>契約形態（請負 / 準委任）、体制（元請 / 一次請）、案件規模、業界、社内標準により、文書の粒度・承認フロー・変更管理の重さは大きく変わります。</a:t>
            </a:r>
            <a:endParaRPr lang="en-US" sz="1150" dirty="0">
              <a:latin typeface="Meiryo UI" panose="020B0604030504040204" pitchFamily="50" charset="-128"/>
              <a:ea typeface="Meiryo UI" panose="020B0604030504040204" pitchFamily="50" charset="-128"/>
            </a:endParaRPr>
          </a:p>
        </p:txBody>
      </p:sp>
      <p:sp>
        <p:nvSpPr>
          <p:cNvPr id="17" name="Shape 15"/>
          <p:cNvSpPr/>
          <p:nvPr/>
        </p:nvSpPr>
        <p:spPr>
          <a:xfrm>
            <a:off x="274320" y="2798064"/>
            <a:ext cx="8595360" cy="868680"/>
          </a:xfrm>
          <a:prstGeom prst="rect">
            <a:avLst/>
          </a:prstGeom>
          <a:solidFill>
            <a:srgbClr val="FFFFFF"/>
          </a:solidFill>
          <a:ln w="12700">
            <a:solidFill>
              <a:srgbClr val="E2E8F0"/>
            </a:solidFill>
            <a:prstDash val="solid"/>
          </a:ln>
          <a:effectLst>
            <a:outerShdw blurRad="381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18" name="Shape 16"/>
          <p:cNvSpPr/>
          <p:nvPr/>
        </p:nvSpPr>
        <p:spPr>
          <a:xfrm>
            <a:off x="292608" y="2971800"/>
            <a:ext cx="493776" cy="493776"/>
          </a:xfrm>
          <a:prstGeom prst="ellipse">
            <a:avLst/>
          </a:prstGeom>
          <a:solidFill>
            <a:srgbClr val="0D9488"/>
          </a:solidFill>
          <a:ln w="12700">
            <a:solidFill>
              <a:srgbClr val="0D948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9" name="Text 17"/>
          <p:cNvSpPr/>
          <p:nvPr/>
        </p:nvSpPr>
        <p:spPr>
          <a:xfrm>
            <a:off x="292608" y="2971800"/>
            <a:ext cx="493776" cy="493776"/>
          </a:xfrm>
          <a:prstGeom prst="rect">
            <a:avLst/>
          </a:prstGeom>
          <a:noFill/>
          <a:ln/>
        </p:spPr>
        <p:txBody>
          <a:bodyPr wrap="square" lIns="0" tIns="0" rIns="0" bIns="0" rtlCol="0" anchor="ctr"/>
          <a:lstStyle/>
          <a:p>
            <a:pPr marL="0" indent="0" algn="ctr">
              <a:buNone/>
            </a:pPr>
            <a:r>
              <a:rPr lang="en-US" sz="1600" b="1" dirty="0">
                <a:solidFill>
                  <a:srgbClr val="FFFFFF"/>
                </a:solidFill>
                <a:latin typeface="Meiryo UI" panose="020B0604030504040204" pitchFamily="50" charset="-128"/>
                <a:ea typeface="Meiryo UI" panose="020B0604030504040204" pitchFamily="50" charset="-128"/>
              </a:rPr>
              <a:t>3</a:t>
            </a:r>
            <a:endParaRPr lang="en-US" sz="1600" dirty="0">
              <a:latin typeface="Meiryo UI" panose="020B0604030504040204" pitchFamily="50" charset="-128"/>
              <a:ea typeface="Meiryo UI" panose="020B0604030504040204" pitchFamily="50" charset="-128"/>
            </a:endParaRPr>
          </a:p>
        </p:txBody>
      </p:sp>
      <p:sp>
        <p:nvSpPr>
          <p:cNvPr id="20" name="Text 18"/>
          <p:cNvSpPr/>
          <p:nvPr/>
        </p:nvSpPr>
        <p:spPr>
          <a:xfrm>
            <a:off x="877824" y="2843784"/>
            <a:ext cx="7863840" cy="329184"/>
          </a:xfrm>
          <a:prstGeom prst="rect">
            <a:avLst/>
          </a:prstGeom>
          <a:noFill/>
          <a:ln/>
        </p:spPr>
        <p:txBody>
          <a:bodyPr wrap="square" lIns="0" tIns="0" rIns="0" bIns="0" rtlCol="0" anchor="ctr"/>
          <a:lstStyle/>
          <a:p>
            <a:pPr marL="0" indent="0">
              <a:buNone/>
            </a:pPr>
            <a:r>
              <a:rPr lang="en-US" sz="1300" b="1" dirty="0">
                <a:solidFill>
                  <a:srgbClr val="0D9488"/>
                </a:solidFill>
                <a:latin typeface="Meiryo UI" panose="020B0604030504040204" pitchFamily="50" charset="-128"/>
                <a:ea typeface="Meiryo UI" panose="020B0604030504040204" pitchFamily="50" charset="-128"/>
              </a:rPr>
              <a:t>実案件ではプロジェクト規定・契約・社内標準を優先する</a:t>
            </a:r>
            <a:endParaRPr lang="en-US" sz="1300" dirty="0">
              <a:latin typeface="Meiryo UI" panose="020B0604030504040204" pitchFamily="50" charset="-128"/>
              <a:ea typeface="Meiryo UI" panose="020B0604030504040204" pitchFamily="50" charset="-128"/>
            </a:endParaRPr>
          </a:p>
        </p:txBody>
      </p:sp>
      <p:sp>
        <p:nvSpPr>
          <p:cNvPr id="21" name="Text 19"/>
          <p:cNvSpPr/>
          <p:nvPr/>
        </p:nvSpPr>
        <p:spPr>
          <a:xfrm>
            <a:off x="877824" y="3200400"/>
            <a:ext cx="7863840" cy="438912"/>
          </a:xfrm>
          <a:prstGeom prst="rect">
            <a:avLst/>
          </a:prstGeom>
          <a:noFill/>
          <a:ln/>
        </p:spPr>
        <p:txBody>
          <a:bodyPr wrap="square" lIns="0" tIns="0" rIns="0" bIns="0" rtlCol="0" anchor="ctr"/>
          <a:lstStyle/>
          <a:p>
            <a:pPr marL="0" indent="0">
              <a:buNone/>
            </a:pPr>
            <a:r>
              <a:rPr lang="en-US" sz="1150" dirty="0">
                <a:solidFill>
                  <a:srgbClr val="475569"/>
                </a:solidFill>
                <a:latin typeface="Meiryo UI" panose="020B0604030504040204" pitchFamily="50" charset="-128"/>
                <a:ea typeface="Meiryo UI" panose="020B0604030504040204" pitchFamily="50" charset="-128"/>
              </a:rPr>
              <a:t>本資料は導入用の学習資料です。実際に参加するプロジェクトでは、必ず現場の規定や契約内容を確認し、そちらを優先してください。</a:t>
            </a:r>
            <a:endParaRPr lang="en-US" sz="1150" dirty="0">
              <a:latin typeface="Meiryo UI" panose="020B0604030504040204" pitchFamily="50" charset="-128"/>
              <a:ea typeface="Meiryo UI" panose="020B0604030504040204" pitchFamily="50" charset="-128"/>
            </a:endParaRPr>
          </a:p>
        </p:txBody>
      </p:sp>
      <p:sp>
        <p:nvSpPr>
          <p:cNvPr id="22" name="Shape 20"/>
          <p:cNvSpPr/>
          <p:nvPr/>
        </p:nvSpPr>
        <p:spPr>
          <a:xfrm>
            <a:off x="274320" y="3785616"/>
            <a:ext cx="8595360" cy="868680"/>
          </a:xfrm>
          <a:prstGeom prst="rect">
            <a:avLst/>
          </a:prstGeom>
          <a:solidFill>
            <a:srgbClr val="FFFFFF"/>
          </a:solidFill>
          <a:ln w="12700">
            <a:solidFill>
              <a:srgbClr val="E2E8F0"/>
            </a:solidFill>
            <a:prstDash val="solid"/>
          </a:ln>
          <a:effectLst>
            <a:outerShdw blurRad="381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23" name="Shape 21"/>
          <p:cNvSpPr/>
          <p:nvPr/>
        </p:nvSpPr>
        <p:spPr>
          <a:xfrm>
            <a:off x="292608" y="3959352"/>
            <a:ext cx="493776" cy="493776"/>
          </a:xfrm>
          <a:prstGeom prst="ellipse">
            <a:avLst/>
          </a:prstGeom>
          <a:solidFill>
            <a:srgbClr val="D97706"/>
          </a:solidFill>
          <a:ln w="12700">
            <a:solidFill>
              <a:srgbClr val="D97706"/>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4" name="Text 22"/>
          <p:cNvSpPr/>
          <p:nvPr/>
        </p:nvSpPr>
        <p:spPr>
          <a:xfrm>
            <a:off x="292608" y="3959352"/>
            <a:ext cx="493776" cy="493776"/>
          </a:xfrm>
          <a:prstGeom prst="rect">
            <a:avLst/>
          </a:prstGeom>
          <a:noFill/>
          <a:ln/>
        </p:spPr>
        <p:txBody>
          <a:bodyPr wrap="square" lIns="0" tIns="0" rIns="0" bIns="0" rtlCol="0" anchor="ctr"/>
          <a:lstStyle/>
          <a:p>
            <a:pPr marL="0" indent="0" algn="ctr">
              <a:buNone/>
            </a:pPr>
            <a:r>
              <a:rPr lang="en-US" sz="1600" b="1" dirty="0">
                <a:solidFill>
                  <a:srgbClr val="FFFFFF"/>
                </a:solidFill>
                <a:latin typeface="Meiryo UI" panose="020B0604030504040204" pitchFamily="50" charset="-128"/>
                <a:ea typeface="Meiryo UI" panose="020B0604030504040204" pitchFamily="50" charset="-128"/>
              </a:rPr>
              <a:t>4</a:t>
            </a:r>
            <a:endParaRPr lang="en-US" sz="1600" dirty="0">
              <a:latin typeface="Meiryo UI" panose="020B0604030504040204" pitchFamily="50" charset="-128"/>
              <a:ea typeface="Meiryo UI" panose="020B0604030504040204" pitchFamily="50" charset="-128"/>
            </a:endParaRPr>
          </a:p>
        </p:txBody>
      </p:sp>
      <p:sp>
        <p:nvSpPr>
          <p:cNvPr id="25" name="Text 23"/>
          <p:cNvSpPr/>
          <p:nvPr/>
        </p:nvSpPr>
        <p:spPr>
          <a:xfrm>
            <a:off x="877824" y="3831336"/>
            <a:ext cx="7863840" cy="329184"/>
          </a:xfrm>
          <a:prstGeom prst="rect">
            <a:avLst/>
          </a:prstGeom>
          <a:noFill/>
          <a:ln/>
        </p:spPr>
        <p:txBody>
          <a:bodyPr wrap="square" lIns="0" tIns="0" rIns="0" bIns="0" rtlCol="0" anchor="ctr"/>
          <a:lstStyle/>
          <a:p>
            <a:pPr marL="0" indent="0">
              <a:buNone/>
            </a:pPr>
            <a:r>
              <a:rPr lang="en-US" sz="1300" b="1" dirty="0">
                <a:solidFill>
                  <a:srgbClr val="D97706"/>
                </a:solidFill>
                <a:latin typeface="Meiryo UI" panose="020B0604030504040204" pitchFamily="50" charset="-128"/>
                <a:ea typeface="Meiryo UI" panose="020B0604030504040204" pitchFamily="50" charset="-128"/>
              </a:rPr>
              <a:t>図・表は理解を助けるための説明用であり、案件標準そのものではない</a:t>
            </a:r>
            <a:endParaRPr lang="en-US" sz="1300" dirty="0">
              <a:latin typeface="Meiryo UI" panose="020B0604030504040204" pitchFamily="50" charset="-128"/>
              <a:ea typeface="Meiryo UI" panose="020B0604030504040204" pitchFamily="50" charset="-128"/>
            </a:endParaRPr>
          </a:p>
        </p:txBody>
      </p:sp>
      <p:sp>
        <p:nvSpPr>
          <p:cNvPr id="26" name="Text 24"/>
          <p:cNvSpPr/>
          <p:nvPr/>
        </p:nvSpPr>
        <p:spPr>
          <a:xfrm>
            <a:off x="877824" y="4187952"/>
            <a:ext cx="7863840" cy="438912"/>
          </a:xfrm>
          <a:prstGeom prst="rect">
            <a:avLst/>
          </a:prstGeom>
          <a:noFill/>
          <a:ln/>
        </p:spPr>
        <p:txBody>
          <a:bodyPr wrap="square" lIns="0" tIns="0" rIns="0" bIns="0" rtlCol="0" anchor="ctr"/>
          <a:lstStyle/>
          <a:p>
            <a:pPr marL="0" indent="0">
              <a:buNone/>
            </a:pPr>
            <a:r>
              <a:rPr lang="en-US" sz="1150" dirty="0">
                <a:solidFill>
                  <a:srgbClr val="475569"/>
                </a:solidFill>
                <a:latin typeface="Meiryo UI" panose="020B0604030504040204" pitchFamily="50" charset="-128"/>
                <a:ea typeface="Meiryo UI" panose="020B0604030504040204" pitchFamily="50" charset="-128"/>
              </a:rPr>
              <a:t>スライド内の図・フロー・表はすべて「代表的な例」です。実案件の標準を示すものではありません。</a:t>
            </a:r>
            <a:endParaRPr lang="en-US" sz="1150" dirty="0">
              <a:latin typeface="Meiryo UI" panose="020B0604030504040204" pitchFamily="50" charset="-128"/>
              <a:ea typeface="Meiryo UI" panose="020B0604030504040204" pitchFamily="50"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228600" y="0"/>
            <a:ext cx="777240" cy="658368"/>
          </a:xfrm>
          <a:prstGeom prst="rect">
            <a:avLst/>
          </a:prstGeom>
          <a:noFill/>
          <a:ln/>
        </p:spPr>
        <p:txBody>
          <a:bodyPr wrap="square" lIns="0" tIns="0" rIns="0" bIns="0" rtlCol="0" anchor="ctr"/>
          <a:lstStyle/>
          <a:p>
            <a:pPr marL="0" indent="0">
              <a:buNone/>
            </a:pPr>
            <a:r>
              <a:rPr lang="en-US" sz="1100" b="1" dirty="0">
                <a:solidFill>
                  <a:srgbClr val="DBEAFE"/>
                </a:solidFill>
                <a:latin typeface="Meiryo UI" panose="020B0604030504040204" pitchFamily="50" charset="-128"/>
                <a:ea typeface="Meiryo UI" panose="020B0604030504040204" pitchFamily="50" charset="-128"/>
              </a:rPr>
              <a:t>03</a:t>
            </a:r>
            <a:endParaRPr lang="en-US" sz="1100" dirty="0">
              <a:latin typeface="Meiryo UI" panose="020B0604030504040204" pitchFamily="50" charset="-128"/>
              <a:ea typeface="Meiryo UI" panose="020B0604030504040204" pitchFamily="50" charset="-128"/>
            </a:endParaRPr>
          </a:p>
        </p:txBody>
      </p:sp>
      <p:sp>
        <p:nvSpPr>
          <p:cNvPr id="4" name="Text 2"/>
          <p:cNvSpPr/>
          <p:nvPr/>
        </p:nvSpPr>
        <p:spPr>
          <a:xfrm>
            <a:off x="914400" y="0"/>
            <a:ext cx="795528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アジャイルとWFの「世界観」の違い</a:t>
            </a:r>
            <a:endParaRPr lang="en-US" sz="1900" dirty="0">
              <a:latin typeface="Meiryo UI" panose="020B0604030504040204" pitchFamily="50" charset="-128"/>
              <a:ea typeface="Meiryo UI" panose="020B0604030504040204" pitchFamily="50" charset="-128"/>
            </a:endParaRPr>
          </a:p>
        </p:txBody>
      </p:sp>
      <p:sp>
        <p:nvSpPr>
          <p:cNvPr id="5" name="Shape 3"/>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6" name="Text 4"/>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sp>
        <p:nvSpPr>
          <p:cNvPr id="7" name="Shape 5"/>
          <p:cNvSpPr/>
          <p:nvPr/>
        </p:nvSpPr>
        <p:spPr>
          <a:xfrm>
            <a:off x="274320" y="804672"/>
            <a:ext cx="3977640" cy="3566160"/>
          </a:xfrm>
          <a:prstGeom prst="rect">
            <a:avLst/>
          </a:prstGeom>
          <a:solidFill>
            <a:srgbClr val="FFFFFF"/>
          </a:solidFill>
          <a:ln w="25400">
            <a:solidFill>
              <a:srgbClr val="0D9488"/>
            </a:solidFill>
            <a:prstDash val="solid"/>
          </a:ln>
          <a:effectLst>
            <a:outerShdw blurRad="63500" dist="25400" dir="8100000" algn="bl" rotWithShape="0">
              <a:srgbClr val="000000">
                <a:alpha val="8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8" name="Shape 6"/>
          <p:cNvSpPr/>
          <p:nvPr/>
        </p:nvSpPr>
        <p:spPr>
          <a:xfrm>
            <a:off x="274320" y="804672"/>
            <a:ext cx="3977640" cy="475488"/>
          </a:xfrm>
          <a:prstGeom prst="rect">
            <a:avLst/>
          </a:prstGeom>
          <a:solidFill>
            <a:srgbClr val="0D9488"/>
          </a:solidFill>
          <a:ln w="12700">
            <a:solidFill>
              <a:srgbClr val="0D948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9" name="Text 7"/>
          <p:cNvSpPr/>
          <p:nvPr/>
        </p:nvSpPr>
        <p:spPr>
          <a:xfrm>
            <a:off x="274320" y="804672"/>
            <a:ext cx="3977640"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Meiryo UI" panose="020B0604030504040204" pitchFamily="50" charset="-128"/>
                <a:ea typeface="Meiryo UI" panose="020B0604030504040204" pitchFamily="50" charset="-128"/>
              </a:rPr>
              <a:t>アジャイル</a:t>
            </a:r>
            <a:endParaRPr lang="en-US" sz="1700" dirty="0">
              <a:latin typeface="Meiryo UI" panose="020B0604030504040204" pitchFamily="50" charset="-128"/>
              <a:ea typeface="Meiryo UI" panose="020B0604030504040204" pitchFamily="50" charset="-128"/>
            </a:endParaRPr>
          </a:p>
        </p:txBody>
      </p:sp>
      <p:sp>
        <p:nvSpPr>
          <p:cNvPr id="10" name="Text 8"/>
          <p:cNvSpPr/>
          <p:nvPr/>
        </p:nvSpPr>
        <p:spPr>
          <a:xfrm>
            <a:off x="457200" y="1371600"/>
            <a:ext cx="3657600" cy="2834640"/>
          </a:xfrm>
          <a:prstGeom prst="rect">
            <a:avLst/>
          </a:prstGeom>
          <a:noFill/>
          <a:ln/>
        </p:spPr>
        <p:txBody>
          <a:bodyPr wrap="square" lIns="0" tIns="0" rIns="0" bIns="0" rtlCol="0" anchor="t"/>
          <a:lstStyle/>
          <a:p>
            <a:pPr marL="0" indent="0">
              <a:buNone/>
            </a:pPr>
            <a:r>
              <a:rPr lang="en-US" sz="1300" b="1" dirty="0">
                <a:solidFill>
                  <a:srgbClr val="1E293B"/>
                </a:solidFill>
                <a:latin typeface="Meiryo UI" panose="020B0604030504040204" pitchFamily="50" charset="-128"/>
                <a:ea typeface="Meiryo UI" panose="020B0604030504040204" pitchFamily="50" charset="-128"/>
              </a:rPr>
              <a:t>価値の高いところから少しずつ作り、</a:t>
            </a:r>
            <a:endParaRPr lang="en-US" sz="1300" dirty="0">
              <a:latin typeface="Meiryo UI" panose="020B0604030504040204" pitchFamily="50" charset="-128"/>
              <a:ea typeface="Meiryo UI" panose="020B0604030504040204" pitchFamily="50" charset="-128"/>
            </a:endParaRPr>
          </a:p>
          <a:p>
            <a:pPr marL="0" indent="0">
              <a:buNone/>
            </a:pPr>
            <a:r>
              <a:rPr lang="en-US" sz="1300" b="1" dirty="0">
                <a:solidFill>
                  <a:srgbClr val="0D9488"/>
                </a:solidFill>
                <a:latin typeface="Meiryo UI" panose="020B0604030504040204" pitchFamily="50" charset="-128"/>
                <a:ea typeface="Meiryo UI" panose="020B0604030504040204" pitchFamily="50" charset="-128"/>
              </a:rPr>
              <a:t>学びながら変えていく世界</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 </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・Backlogは常に変わるもの</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・仕様はプロダクトの成長とともに育つ</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・足りないドキュメントは会話で補う</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 </a:t>
            </a:r>
            <a:endParaRPr lang="en-US" sz="1300" dirty="0">
              <a:latin typeface="Meiryo UI" panose="020B0604030504040204" pitchFamily="50" charset="-128"/>
              <a:ea typeface="Meiryo UI" panose="020B0604030504040204" pitchFamily="50" charset="-128"/>
            </a:endParaRPr>
          </a:p>
          <a:p>
            <a:pPr marL="0" indent="0">
              <a:buNone/>
            </a:pPr>
            <a:r>
              <a:rPr lang="en-US" sz="1300" b="1" dirty="0">
                <a:solidFill>
                  <a:srgbClr val="1E293B"/>
                </a:solidFill>
                <a:latin typeface="Meiryo UI" panose="020B0604030504040204" pitchFamily="50" charset="-128"/>
                <a:ea typeface="Meiryo UI" panose="020B0604030504040204" pitchFamily="50" charset="-128"/>
              </a:rPr>
              <a:t>→ 「変更」は歓迎される前提</a:t>
            </a:r>
            <a:endParaRPr lang="en-US" sz="1300" dirty="0">
              <a:latin typeface="Meiryo UI" panose="020B0604030504040204" pitchFamily="50" charset="-128"/>
              <a:ea typeface="Meiryo UI" panose="020B0604030504040204" pitchFamily="50" charset="-128"/>
            </a:endParaRPr>
          </a:p>
        </p:txBody>
      </p:sp>
      <p:sp>
        <p:nvSpPr>
          <p:cNvPr id="11" name="Shape 9"/>
          <p:cNvSpPr/>
          <p:nvPr/>
        </p:nvSpPr>
        <p:spPr>
          <a:xfrm>
            <a:off x="4892040" y="804672"/>
            <a:ext cx="3977640" cy="3566160"/>
          </a:xfrm>
          <a:prstGeom prst="rect">
            <a:avLst/>
          </a:prstGeom>
          <a:solidFill>
            <a:srgbClr val="FFFFFF"/>
          </a:solidFill>
          <a:ln w="25400">
            <a:solidFill>
              <a:srgbClr val="2563EB"/>
            </a:solidFill>
            <a:prstDash val="solid"/>
          </a:ln>
          <a:effectLst>
            <a:outerShdw blurRad="63500" dist="25400" dir="8100000" algn="bl" rotWithShape="0">
              <a:srgbClr val="000000">
                <a:alpha val="8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12" name="Shape 10"/>
          <p:cNvSpPr/>
          <p:nvPr/>
        </p:nvSpPr>
        <p:spPr>
          <a:xfrm>
            <a:off x="4892040" y="804672"/>
            <a:ext cx="3977640" cy="47548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3" name="Text 11"/>
          <p:cNvSpPr/>
          <p:nvPr/>
        </p:nvSpPr>
        <p:spPr>
          <a:xfrm>
            <a:off x="4892040" y="804672"/>
            <a:ext cx="3977640"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Meiryo UI" panose="020B0604030504040204" pitchFamily="50" charset="-128"/>
                <a:ea typeface="Meiryo UI" panose="020B0604030504040204" pitchFamily="50" charset="-128"/>
              </a:rPr>
              <a:t>ウォーターフォール（WF）</a:t>
            </a:r>
            <a:endParaRPr lang="en-US" sz="1500" dirty="0">
              <a:latin typeface="Meiryo UI" panose="020B0604030504040204" pitchFamily="50" charset="-128"/>
              <a:ea typeface="Meiryo UI" panose="020B0604030504040204" pitchFamily="50" charset="-128"/>
            </a:endParaRPr>
          </a:p>
        </p:txBody>
      </p:sp>
      <p:sp>
        <p:nvSpPr>
          <p:cNvPr id="14" name="Text 12"/>
          <p:cNvSpPr/>
          <p:nvPr/>
        </p:nvSpPr>
        <p:spPr>
          <a:xfrm>
            <a:off x="5074920" y="1371600"/>
            <a:ext cx="3657600" cy="2834640"/>
          </a:xfrm>
          <a:prstGeom prst="rect">
            <a:avLst/>
          </a:prstGeom>
          <a:noFill/>
          <a:ln/>
        </p:spPr>
        <p:txBody>
          <a:bodyPr wrap="square" lIns="0" tIns="0" rIns="0" bIns="0" rtlCol="0" anchor="t"/>
          <a:lstStyle/>
          <a:p>
            <a:pPr marL="0" indent="0">
              <a:buNone/>
            </a:pPr>
            <a:r>
              <a:rPr lang="en-US" sz="1300" b="1" dirty="0">
                <a:solidFill>
                  <a:srgbClr val="1E293B"/>
                </a:solidFill>
                <a:latin typeface="Meiryo UI" panose="020B0604030504040204" pitchFamily="50" charset="-128"/>
                <a:ea typeface="Meiryo UI" panose="020B0604030504040204" pitchFamily="50" charset="-128"/>
              </a:rPr>
              <a:t>ゴールと仕様をできるだけ先に固め、</a:t>
            </a:r>
            <a:endParaRPr lang="en-US" sz="1300" dirty="0">
              <a:latin typeface="Meiryo UI" panose="020B0604030504040204" pitchFamily="50" charset="-128"/>
              <a:ea typeface="Meiryo UI" panose="020B0604030504040204" pitchFamily="50" charset="-128"/>
            </a:endParaRPr>
          </a:p>
          <a:p>
            <a:pPr marL="0" indent="0">
              <a:buNone/>
            </a:pPr>
            <a:r>
              <a:rPr lang="en-US" sz="1300" b="1" dirty="0">
                <a:solidFill>
                  <a:srgbClr val="2563EB"/>
                </a:solidFill>
                <a:latin typeface="Meiryo UI" panose="020B0604030504040204" pitchFamily="50" charset="-128"/>
                <a:ea typeface="Meiryo UI" panose="020B0604030504040204" pitchFamily="50" charset="-128"/>
              </a:rPr>
              <a:t>工程ごとに成果物を受け渡しながら進む世界</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 </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・要件定義完了前後で契約・見積の前提が固まる</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・後工程の人員・外注は「紙（成果物）」を前提に動く</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・判断の基準は文書に残っている内容</a:t>
            </a:r>
            <a:endParaRPr lang="en-US" sz="1300" dirty="0">
              <a:latin typeface="Meiryo UI" panose="020B0604030504040204" pitchFamily="50" charset="-128"/>
              <a:ea typeface="Meiryo UI" panose="020B0604030504040204" pitchFamily="50" charset="-128"/>
            </a:endParaRPr>
          </a:p>
          <a:p>
            <a:pPr marL="0" indent="0">
              <a:buNone/>
            </a:pPr>
            <a:r>
              <a:rPr lang="en-US" sz="1300" dirty="0">
                <a:solidFill>
                  <a:srgbClr val="1E293B"/>
                </a:solidFill>
                <a:latin typeface="Meiryo UI" panose="020B0604030504040204" pitchFamily="50" charset="-128"/>
                <a:ea typeface="Meiryo UI" panose="020B0604030504040204" pitchFamily="50" charset="-128"/>
              </a:rPr>
              <a:t> </a:t>
            </a:r>
            <a:endParaRPr lang="en-US" sz="1300" dirty="0">
              <a:latin typeface="Meiryo UI" panose="020B0604030504040204" pitchFamily="50" charset="-128"/>
              <a:ea typeface="Meiryo UI" panose="020B0604030504040204" pitchFamily="50" charset="-128"/>
            </a:endParaRPr>
          </a:p>
          <a:p>
            <a:pPr marL="0" indent="0">
              <a:buNone/>
            </a:pPr>
            <a:r>
              <a:rPr lang="en-US" sz="1300" b="1" dirty="0">
                <a:solidFill>
                  <a:srgbClr val="1E293B"/>
                </a:solidFill>
                <a:latin typeface="Meiryo UI" panose="020B0604030504040204" pitchFamily="50" charset="-128"/>
                <a:ea typeface="Meiryo UI" panose="020B0604030504040204" pitchFamily="50" charset="-128"/>
              </a:rPr>
              <a:t>→ 「変更」は正式プロセスが必要</a:t>
            </a:r>
            <a:endParaRPr lang="en-US" sz="1300" dirty="0">
              <a:latin typeface="Meiryo UI" panose="020B0604030504040204" pitchFamily="50" charset="-128"/>
              <a:ea typeface="Meiryo UI" panose="020B0604030504040204" pitchFamily="50" charset="-128"/>
            </a:endParaRPr>
          </a:p>
        </p:txBody>
      </p:sp>
      <p:sp>
        <p:nvSpPr>
          <p:cNvPr id="15" name="Shape 13"/>
          <p:cNvSpPr/>
          <p:nvPr/>
        </p:nvSpPr>
        <p:spPr>
          <a:xfrm>
            <a:off x="4165092" y="2103120"/>
            <a:ext cx="813816" cy="813816"/>
          </a:xfrm>
          <a:prstGeom prst="ellipse">
            <a:avLst/>
          </a:prstGeom>
          <a:solidFill>
            <a:srgbClr val="D97706"/>
          </a:solidFill>
          <a:ln w="12700">
            <a:solidFill>
              <a:srgbClr val="D97706"/>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6" name="Text 14"/>
          <p:cNvSpPr/>
          <p:nvPr/>
        </p:nvSpPr>
        <p:spPr>
          <a:xfrm>
            <a:off x="4165092" y="2103120"/>
            <a:ext cx="813816" cy="813816"/>
          </a:xfrm>
          <a:prstGeom prst="rect">
            <a:avLst/>
          </a:prstGeom>
          <a:noFill/>
          <a:ln/>
        </p:spPr>
        <p:txBody>
          <a:bodyPr wrap="square" lIns="0" tIns="0" rIns="0" bIns="0" rtlCol="0" anchor="ctr"/>
          <a:lstStyle/>
          <a:p>
            <a:pPr marL="0" indent="0" algn="ctr">
              <a:buNone/>
            </a:pPr>
            <a:r>
              <a:rPr lang="en-US" sz="1500" b="1" dirty="0">
                <a:solidFill>
                  <a:srgbClr val="FFFFFF"/>
                </a:solidFill>
                <a:latin typeface="Meiryo UI" panose="020B0604030504040204" pitchFamily="50" charset="-128"/>
                <a:ea typeface="Meiryo UI" panose="020B0604030504040204" pitchFamily="50" charset="-128"/>
              </a:rPr>
              <a:t>VS</a:t>
            </a:r>
            <a:endParaRPr lang="en-US" sz="1500" dirty="0">
              <a:latin typeface="Meiryo UI" panose="020B0604030504040204" pitchFamily="50" charset="-128"/>
              <a:ea typeface="Meiryo UI" panose="020B0604030504040204" pitchFamily="50" charset="-128"/>
            </a:endParaRPr>
          </a:p>
        </p:txBody>
      </p:sp>
      <p:sp>
        <p:nvSpPr>
          <p:cNvPr id="17" name="Text 15"/>
          <p:cNvSpPr/>
          <p:nvPr/>
        </p:nvSpPr>
        <p:spPr>
          <a:xfrm>
            <a:off x="274320" y="4690872"/>
            <a:ext cx="8595360" cy="256032"/>
          </a:xfrm>
          <a:prstGeom prst="rect">
            <a:avLst/>
          </a:prstGeom>
          <a:noFill/>
          <a:ln/>
        </p:spPr>
        <p:txBody>
          <a:bodyPr wrap="square" lIns="0" tIns="0" rIns="0" bIns="0" rtlCol="0" anchor="ctr"/>
          <a:lstStyle/>
          <a:p>
            <a:pPr marL="0" indent="0">
              <a:buNone/>
            </a:pPr>
            <a:r>
              <a:rPr lang="en-US" sz="950" i="1" dirty="0">
                <a:solidFill>
                  <a:srgbClr val="94A3B8"/>
                </a:solidFill>
                <a:latin typeface="Meiryo UI" panose="020B0604030504040204" pitchFamily="50" charset="-128"/>
                <a:ea typeface="Meiryo UI" panose="020B0604030504040204" pitchFamily="50" charset="-128"/>
              </a:rPr>
              <a:t>※ ここでの説明は典型例。実際には契約形態や体制により文書運用の重さは異なる。</a:t>
            </a:r>
            <a:endParaRPr lang="en-US" sz="950" dirty="0">
              <a:latin typeface="Meiryo UI" panose="020B0604030504040204" pitchFamily="50" charset="-128"/>
              <a:ea typeface="Meiryo UI" panose="020B0604030504040204"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228600" y="0"/>
            <a:ext cx="777240" cy="658368"/>
          </a:xfrm>
          <a:prstGeom prst="rect">
            <a:avLst/>
          </a:prstGeom>
          <a:noFill/>
          <a:ln/>
        </p:spPr>
        <p:txBody>
          <a:bodyPr wrap="square" lIns="0" tIns="0" rIns="0" bIns="0" rtlCol="0" anchor="ctr"/>
          <a:lstStyle/>
          <a:p>
            <a:pPr marL="0" indent="0">
              <a:buNone/>
            </a:pPr>
            <a:r>
              <a:rPr lang="en-US" sz="1100" b="1" dirty="0">
                <a:solidFill>
                  <a:srgbClr val="DBEAFE"/>
                </a:solidFill>
                <a:latin typeface="Meiryo UI" panose="020B0604030504040204" pitchFamily="50" charset="-128"/>
                <a:ea typeface="Meiryo UI" panose="020B0604030504040204" pitchFamily="50" charset="-128"/>
              </a:rPr>
              <a:t>04</a:t>
            </a:r>
            <a:endParaRPr lang="en-US" sz="1100" dirty="0">
              <a:latin typeface="Meiryo UI" panose="020B0604030504040204" pitchFamily="50" charset="-128"/>
              <a:ea typeface="Meiryo UI" panose="020B0604030504040204" pitchFamily="50" charset="-128"/>
            </a:endParaRPr>
          </a:p>
        </p:txBody>
      </p:sp>
      <p:sp>
        <p:nvSpPr>
          <p:cNvPr id="4" name="Text 2"/>
          <p:cNvSpPr/>
          <p:nvPr/>
        </p:nvSpPr>
        <p:spPr>
          <a:xfrm>
            <a:off x="914400" y="0"/>
            <a:ext cx="795528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ライフサイクルの比較</a:t>
            </a:r>
            <a:endParaRPr lang="en-US" sz="1900" dirty="0">
              <a:latin typeface="Meiryo UI" panose="020B0604030504040204" pitchFamily="50" charset="-128"/>
              <a:ea typeface="Meiryo UI" panose="020B0604030504040204" pitchFamily="50" charset="-128"/>
            </a:endParaRPr>
          </a:p>
        </p:txBody>
      </p:sp>
      <p:sp>
        <p:nvSpPr>
          <p:cNvPr id="5" name="Shape 3"/>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6" name="Text 4"/>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sp>
        <p:nvSpPr>
          <p:cNvPr id="7" name="Text 5"/>
          <p:cNvSpPr/>
          <p:nvPr/>
        </p:nvSpPr>
        <p:spPr>
          <a:xfrm>
            <a:off x="274320" y="749808"/>
            <a:ext cx="4572000" cy="347472"/>
          </a:xfrm>
          <a:prstGeom prst="rect">
            <a:avLst/>
          </a:prstGeom>
          <a:noFill/>
          <a:ln/>
        </p:spPr>
        <p:txBody>
          <a:bodyPr wrap="square" lIns="0" tIns="0" rIns="0" bIns="0" rtlCol="0" anchor="ctr"/>
          <a:lstStyle/>
          <a:p>
            <a:pPr marL="0" indent="0">
              <a:buNone/>
            </a:pPr>
            <a:r>
              <a:rPr lang="en-US" sz="1300" b="1" dirty="0">
                <a:solidFill>
                  <a:srgbClr val="0F2D5B"/>
                </a:solidFill>
                <a:latin typeface="Meiryo UI" panose="020B0604030504040204" pitchFamily="50" charset="-128"/>
                <a:ea typeface="Meiryo UI" panose="020B0604030504040204" pitchFamily="50" charset="-128"/>
              </a:rPr>
              <a:t>WF開発の工程（典型例）</a:t>
            </a:r>
            <a:endParaRPr lang="en-US" sz="1300" dirty="0">
              <a:latin typeface="Meiryo UI" panose="020B0604030504040204" pitchFamily="50" charset="-128"/>
              <a:ea typeface="Meiryo UI" panose="020B0604030504040204" pitchFamily="50" charset="-128"/>
            </a:endParaRPr>
          </a:p>
        </p:txBody>
      </p:sp>
      <p:sp>
        <p:nvSpPr>
          <p:cNvPr id="8" name="Shape 6"/>
          <p:cNvSpPr/>
          <p:nvPr/>
        </p:nvSpPr>
        <p:spPr>
          <a:xfrm>
            <a:off x="274320" y="1170432"/>
            <a:ext cx="914400" cy="1051560"/>
          </a:xfrm>
          <a:prstGeom prst="rect">
            <a:avLst/>
          </a:prstGeom>
          <a:solidFill>
            <a:srgbClr val="0F2D5B"/>
          </a:solidFill>
          <a:ln w="12700">
            <a:solidFill>
              <a:srgbClr val="0F2D5B"/>
            </a:solidFill>
            <a:prstDash val="solid"/>
          </a:ln>
          <a:effectLst>
            <a:outerShdw blurRad="38100" dist="12700" dir="8100000" algn="bl" rotWithShape="0">
              <a:srgbClr val="000000">
                <a:alpha val="10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9" name="Text 7"/>
          <p:cNvSpPr/>
          <p:nvPr/>
        </p:nvSpPr>
        <p:spPr>
          <a:xfrm>
            <a:off x="274320" y="1170432"/>
            <a:ext cx="914400" cy="10515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anose="020B0604030504040204" pitchFamily="50" charset="-128"/>
                <a:ea typeface="Meiryo UI" panose="020B0604030504040204" pitchFamily="50" charset="-128"/>
              </a:rPr>
              <a:t>要件</a:t>
            </a:r>
            <a:endParaRPr lang="en-US" sz="1100" dirty="0">
              <a:latin typeface="Meiryo UI" panose="020B0604030504040204" pitchFamily="50" charset="-128"/>
              <a:ea typeface="Meiryo UI" panose="020B0604030504040204" pitchFamily="50" charset="-128"/>
            </a:endParaRPr>
          </a:p>
          <a:p>
            <a:pPr marL="0" indent="0" algn="ctr">
              <a:buNone/>
            </a:pPr>
            <a:r>
              <a:rPr lang="en-US" sz="1100" b="1" dirty="0">
                <a:solidFill>
                  <a:srgbClr val="FFFFFF"/>
                </a:solidFill>
                <a:latin typeface="Meiryo UI" panose="020B0604030504040204" pitchFamily="50" charset="-128"/>
                <a:ea typeface="Meiryo UI" panose="020B0604030504040204" pitchFamily="50" charset="-128"/>
              </a:rPr>
              <a:t>定義</a:t>
            </a:r>
            <a:endParaRPr lang="en-US" sz="1100" dirty="0">
              <a:latin typeface="Meiryo UI" panose="020B0604030504040204" pitchFamily="50" charset="-128"/>
              <a:ea typeface="Meiryo UI" panose="020B0604030504040204" pitchFamily="50" charset="-128"/>
            </a:endParaRPr>
          </a:p>
        </p:txBody>
      </p:sp>
      <p:sp>
        <p:nvSpPr>
          <p:cNvPr id="10" name="Shape 8"/>
          <p:cNvSpPr/>
          <p:nvPr/>
        </p:nvSpPr>
        <p:spPr>
          <a:xfrm>
            <a:off x="1188720" y="1659636"/>
            <a:ext cx="109728" cy="73152"/>
          </a:xfrm>
          <a:prstGeom prst="rect">
            <a:avLst/>
          </a:prstGeom>
          <a:solidFill>
            <a:srgbClr val="94A3B8"/>
          </a:solidFill>
          <a:ln w="12700">
            <a:solidFill>
              <a:srgbClr val="94A3B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1" name="Shape 9"/>
          <p:cNvSpPr/>
          <p:nvPr/>
        </p:nvSpPr>
        <p:spPr>
          <a:xfrm>
            <a:off x="1298448" y="1170432"/>
            <a:ext cx="914400" cy="1051560"/>
          </a:xfrm>
          <a:prstGeom prst="rect">
            <a:avLst/>
          </a:prstGeom>
          <a:solidFill>
            <a:srgbClr val="14367A"/>
          </a:solidFill>
          <a:ln w="12700">
            <a:solidFill>
              <a:srgbClr val="14367A"/>
            </a:solidFill>
            <a:prstDash val="solid"/>
          </a:ln>
          <a:effectLst>
            <a:outerShdw blurRad="38100" dist="12700" dir="8100000" algn="bl" rotWithShape="0">
              <a:srgbClr val="000000">
                <a:alpha val="10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12" name="Text 10"/>
          <p:cNvSpPr/>
          <p:nvPr/>
        </p:nvSpPr>
        <p:spPr>
          <a:xfrm>
            <a:off x="1298448" y="1170432"/>
            <a:ext cx="914400" cy="10515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anose="020B0604030504040204" pitchFamily="50" charset="-128"/>
                <a:ea typeface="Meiryo UI" panose="020B0604030504040204" pitchFamily="50" charset="-128"/>
              </a:rPr>
              <a:t>基本</a:t>
            </a:r>
            <a:endParaRPr lang="en-US" sz="1100" dirty="0">
              <a:latin typeface="Meiryo UI" panose="020B0604030504040204" pitchFamily="50" charset="-128"/>
              <a:ea typeface="Meiryo UI" panose="020B0604030504040204" pitchFamily="50" charset="-128"/>
            </a:endParaRPr>
          </a:p>
          <a:p>
            <a:pPr marL="0" indent="0" algn="ctr">
              <a:buNone/>
            </a:pPr>
            <a:r>
              <a:rPr lang="en-US" sz="1100" b="1" dirty="0">
                <a:solidFill>
                  <a:srgbClr val="FFFFFF"/>
                </a:solidFill>
                <a:latin typeface="Meiryo UI" panose="020B0604030504040204" pitchFamily="50" charset="-128"/>
                <a:ea typeface="Meiryo UI" panose="020B0604030504040204" pitchFamily="50" charset="-128"/>
              </a:rPr>
              <a:t>設計</a:t>
            </a:r>
            <a:endParaRPr lang="en-US" sz="1100" dirty="0">
              <a:latin typeface="Meiryo UI" panose="020B0604030504040204" pitchFamily="50" charset="-128"/>
              <a:ea typeface="Meiryo UI" panose="020B0604030504040204" pitchFamily="50" charset="-128"/>
            </a:endParaRPr>
          </a:p>
        </p:txBody>
      </p:sp>
      <p:sp>
        <p:nvSpPr>
          <p:cNvPr id="13" name="Shape 11"/>
          <p:cNvSpPr/>
          <p:nvPr/>
        </p:nvSpPr>
        <p:spPr>
          <a:xfrm>
            <a:off x="2212848" y="1659636"/>
            <a:ext cx="109728" cy="73152"/>
          </a:xfrm>
          <a:prstGeom prst="rect">
            <a:avLst/>
          </a:prstGeom>
          <a:solidFill>
            <a:srgbClr val="94A3B8"/>
          </a:solidFill>
          <a:ln w="12700">
            <a:solidFill>
              <a:srgbClr val="94A3B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4" name="Shape 12"/>
          <p:cNvSpPr/>
          <p:nvPr/>
        </p:nvSpPr>
        <p:spPr>
          <a:xfrm>
            <a:off x="2322576" y="1170432"/>
            <a:ext cx="914400" cy="1051560"/>
          </a:xfrm>
          <a:prstGeom prst="rect">
            <a:avLst/>
          </a:prstGeom>
          <a:solidFill>
            <a:srgbClr val="1A5099"/>
          </a:solidFill>
          <a:ln w="12700">
            <a:solidFill>
              <a:srgbClr val="1A5099"/>
            </a:solidFill>
            <a:prstDash val="solid"/>
          </a:ln>
          <a:effectLst>
            <a:outerShdw blurRad="38100" dist="12700" dir="8100000" algn="bl" rotWithShape="0">
              <a:srgbClr val="000000">
                <a:alpha val="10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15" name="Text 13"/>
          <p:cNvSpPr/>
          <p:nvPr/>
        </p:nvSpPr>
        <p:spPr>
          <a:xfrm>
            <a:off x="2322576" y="1170432"/>
            <a:ext cx="914400" cy="10515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anose="020B0604030504040204" pitchFamily="50" charset="-128"/>
                <a:ea typeface="Meiryo UI" panose="020B0604030504040204" pitchFamily="50" charset="-128"/>
              </a:rPr>
              <a:t>詳細</a:t>
            </a:r>
            <a:endParaRPr lang="en-US" sz="1100" dirty="0">
              <a:latin typeface="Meiryo UI" panose="020B0604030504040204" pitchFamily="50" charset="-128"/>
              <a:ea typeface="Meiryo UI" panose="020B0604030504040204" pitchFamily="50" charset="-128"/>
            </a:endParaRPr>
          </a:p>
          <a:p>
            <a:pPr marL="0" indent="0" algn="ctr">
              <a:buNone/>
            </a:pPr>
            <a:r>
              <a:rPr lang="en-US" sz="1100" b="1" dirty="0">
                <a:solidFill>
                  <a:srgbClr val="FFFFFF"/>
                </a:solidFill>
                <a:latin typeface="Meiryo UI" panose="020B0604030504040204" pitchFamily="50" charset="-128"/>
                <a:ea typeface="Meiryo UI" panose="020B0604030504040204" pitchFamily="50" charset="-128"/>
              </a:rPr>
              <a:t>設計</a:t>
            </a:r>
            <a:endParaRPr lang="en-US" sz="1100" dirty="0">
              <a:latin typeface="Meiryo UI" panose="020B0604030504040204" pitchFamily="50" charset="-128"/>
              <a:ea typeface="Meiryo UI" panose="020B0604030504040204" pitchFamily="50" charset="-128"/>
            </a:endParaRPr>
          </a:p>
        </p:txBody>
      </p:sp>
      <p:sp>
        <p:nvSpPr>
          <p:cNvPr id="16" name="Shape 14"/>
          <p:cNvSpPr/>
          <p:nvPr/>
        </p:nvSpPr>
        <p:spPr>
          <a:xfrm>
            <a:off x="3236976" y="1659636"/>
            <a:ext cx="109728" cy="73152"/>
          </a:xfrm>
          <a:prstGeom prst="rect">
            <a:avLst/>
          </a:prstGeom>
          <a:solidFill>
            <a:srgbClr val="94A3B8"/>
          </a:solidFill>
          <a:ln w="12700">
            <a:solidFill>
              <a:srgbClr val="94A3B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7" name="Shape 15"/>
          <p:cNvSpPr/>
          <p:nvPr/>
        </p:nvSpPr>
        <p:spPr>
          <a:xfrm>
            <a:off x="3346704" y="1170432"/>
            <a:ext cx="914400" cy="1051560"/>
          </a:xfrm>
          <a:prstGeom prst="rect">
            <a:avLst/>
          </a:prstGeom>
          <a:solidFill>
            <a:srgbClr val="1B6AB8"/>
          </a:solidFill>
          <a:ln w="12700">
            <a:solidFill>
              <a:srgbClr val="1B6AB8"/>
            </a:solidFill>
            <a:prstDash val="solid"/>
          </a:ln>
          <a:effectLst>
            <a:outerShdw blurRad="38100" dist="12700" dir="8100000" algn="bl" rotWithShape="0">
              <a:srgbClr val="000000">
                <a:alpha val="10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18" name="Text 16"/>
          <p:cNvSpPr/>
          <p:nvPr/>
        </p:nvSpPr>
        <p:spPr>
          <a:xfrm>
            <a:off x="3346704" y="1170432"/>
            <a:ext cx="914400" cy="10515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anose="020B0604030504040204" pitchFamily="50" charset="-128"/>
                <a:ea typeface="Meiryo UI" panose="020B0604030504040204" pitchFamily="50" charset="-128"/>
              </a:rPr>
              <a:t>製造・</a:t>
            </a:r>
            <a:endParaRPr lang="en-US" sz="1100" dirty="0">
              <a:latin typeface="Meiryo UI" panose="020B0604030504040204" pitchFamily="50" charset="-128"/>
              <a:ea typeface="Meiryo UI" panose="020B0604030504040204" pitchFamily="50" charset="-128"/>
            </a:endParaRPr>
          </a:p>
          <a:p>
            <a:pPr marL="0" indent="0" algn="ctr">
              <a:buNone/>
            </a:pPr>
            <a:r>
              <a:rPr lang="en-US" sz="1100" b="1" dirty="0">
                <a:solidFill>
                  <a:srgbClr val="FFFFFF"/>
                </a:solidFill>
                <a:latin typeface="Meiryo UI" panose="020B0604030504040204" pitchFamily="50" charset="-128"/>
                <a:ea typeface="Meiryo UI" panose="020B0604030504040204" pitchFamily="50" charset="-128"/>
              </a:rPr>
              <a:t>単体</a:t>
            </a:r>
            <a:endParaRPr lang="en-US" sz="1100" dirty="0">
              <a:latin typeface="Meiryo UI" panose="020B0604030504040204" pitchFamily="50" charset="-128"/>
              <a:ea typeface="Meiryo UI" panose="020B0604030504040204" pitchFamily="50" charset="-128"/>
            </a:endParaRPr>
          </a:p>
        </p:txBody>
      </p:sp>
      <p:sp>
        <p:nvSpPr>
          <p:cNvPr id="19" name="Shape 17"/>
          <p:cNvSpPr/>
          <p:nvPr/>
        </p:nvSpPr>
        <p:spPr>
          <a:xfrm>
            <a:off x="4261104" y="1659636"/>
            <a:ext cx="109728" cy="73152"/>
          </a:xfrm>
          <a:prstGeom prst="rect">
            <a:avLst/>
          </a:prstGeom>
          <a:solidFill>
            <a:srgbClr val="94A3B8"/>
          </a:solidFill>
          <a:ln w="12700">
            <a:solidFill>
              <a:srgbClr val="94A3B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0" name="Shape 18"/>
          <p:cNvSpPr/>
          <p:nvPr/>
        </p:nvSpPr>
        <p:spPr>
          <a:xfrm>
            <a:off x="4370832" y="1170432"/>
            <a:ext cx="914400" cy="1051560"/>
          </a:xfrm>
          <a:prstGeom prst="rect">
            <a:avLst/>
          </a:prstGeom>
          <a:solidFill>
            <a:srgbClr val="1C7EC8"/>
          </a:solidFill>
          <a:ln w="12700">
            <a:solidFill>
              <a:srgbClr val="1C7EC8"/>
            </a:solidFill>
            <a:prstDash val="solid"/>
          </a:ln>
          <a:effectLst>
            <a:outerShdw blurRad="38100" dist="12700" dir="8100000" algn="bl" rotWithShape="0">
              <a:srgbClr val="000000">
                <a:alpha val="10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21" name="Text 19"/>
          <p:cNvSpPr/>
          <p:nvPr/>
        </p:nvSpPr>
        <p:spPr>
          <a:xfrm>
            <a:off x="4370832" y="1170432"/>
            <a:ext cx="914400" cy="10515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anose="020B0604030504040204" pitchFamily="50" charset="-128"/>
                <a:ea typeface="Meiryo UI" panose="020B0604030504040204" pitchFamily="50" charset="-128"/>
              </a:rPr>
              <a:t>結合</a:t>
            </a:r>
            <a:endParaRPr lang="en-US" sz="1100" dirty="0">
              <a:latin typeface="Meiryo UI" panose="020B0604030504040204" pitchFamily="50" charset="-128"/>
              <a:ea typeface="Meiryo UI" panose="020B0604030504040204" pitchFamily="50" charset="-128"/>
            </a:endParaRPr>
          </a:p>
          <a:p>
            <a:pPr marL="0" indent="0" algn="ctr">
              <a:buNone/>
            </a:pPr>
            <a:r>
              <a:rPr lang="en-US" sz="1100" b="1" dirty="0">
                <a:solidFill>
                  <a:srgbClr val="FFFFFF"/>
                </a:solidFill>
                <a:latin typeface="Meiryo UI" panose="020B0604030504040204" pitchFamily="50" charset="-128"/>
                <a:ea typeface="Meiryo UI" panose="020B0604030504040204" pitchFamily="50" charset="-128"/>
              </a:rPr>
              <a:t>テスト</a:t>
            </a:r>
            <a:endParaRPr lang="en-US" sz="1100" dirty="0">
              <a:latin typeface="Meiryo UI" panose="020B0604030504040204" pitchFamily="50" charset="-128"/>
              <a:ea typeface="Meiryo UI" panose="020B0604030504040204" pitchFamily="50" charset="-128"/>
            </a:endParaRPr>
          </a:p>
        </p:txBody>
      </p:sp>
      <p:sp>
        <p:nvSpPr>
          <p:cNvPr id="22" name="Shape 20"/>
          <p:cNvSpPr/>
          <p:nvPr/>
        </p:nvSpPr>
        <p:spPr>
          <a:xfrm>
            <a:off x="5285232" y="1659636"/>
            <a:ext cx="109728" cy="73152"/>
          </a:xfrm>
          <a:prstGeom prst="rect">
            <a:avLst/>
          </a:prstGeom>
          <a:solidFill>
            <a:srgbClr val="94A3B8"/>
          </a:solidFill>
          <a:ln w="12700">
            <a:solidFill>
              <a:srgbClr val="94A3B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3" name="Shape 21"/>
          <p:cNvSpPr/>
          <p:nvPr/>
        </p:nvSpPr>
        <p:spPr>
          <a:xfrm>
            <a:off x="5394960" y="1170432"/>
            <a:ext cx="914400" cy="1051560"/>
          </a:xfrm>
          <a:prstGeom prst="rect">
            <a:avLst/>
          </a:prstGeom>
          <a:solidFill>
            <a:srgbClr val="2292DA"/>
          </a:solidFill>
          <a:ln w="12700">
            <a:solidFill>
              <a:srgbClr val="2292DA"/>
            </a:solidFill>
            <a:prstDash val="solid"/>
          </a:ln>
          <a:effectLst>
            <a:outerShdw blurRad="38100" dist="12700" dir="8100000" algn="bl" rotWithShape="0">
              <a:srgbClr val="000000">
                <a:alpha val="10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24" name="Text 22"/>
          <p:cNvSpPr/>
          <p:nvPr/>
        </p:nvSpPr>
        <p:spPr>
          <a:xfrm>
            <a:off x="5394960" y="1170432"/>
            <a:ext cx="914400" cy="10515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anose="020B0604030504040204" pitchFamily="50" charset="-128"/>
                <a:ea typeface="Meiryo UI" panose="020B0604030504040204" pitchFamily="50" charset="-128"/>
              </a:rPr>
              <a:t>総合</a:t>
            </a:r>
            <a:endParaRPr lang="en-US" sz="1100" dirty="0">
              <a:latin typeface="Meiryo UI" panose="020B0604030504040204" pitchFamily="50" charset="-128"/>
              <a:ea typeface="Meiryo UI" panose="020B0604030504040204" pitchFamily="50" charset="-128"/>
            </a:endParaRPr>
          </a:p>
          <a:p>
            <a:pPr marL="0" indent="0" algn="ctr">
              <a:buNone/>
            </a:pPr>
            <a:r>
              <a:rPr lang="en-US" sz="1100" b="1" dirty="0">
                <a:solidFill>
                  <a:srgbClr val="FFFFFF"/>
                </a:solidFill>
                <a:latin typeface="Meiryo UI" panose="020B0604030504040204" pitchFamily="50" charset="-128"/>
                <a:ea typeface="Meiryo UI" panose="020B0604030504040204" pitchFamily="50" charset="-128"/>
              </a:rPr>
              <a:t>テスト</a:t>
            </a:r>
            <a:endParaRPr lang="en-US" sz="1100" dirty="0">
              <a:latin typeface="Meiryo UI" panose="020B0604030504040204" pitchFamily="50" charset="-128"/>
              <a:ea typeface="Meiryo UI" panose="020B0604030504040204" pitchFamily="50" charset="-128"/>
            </a:endParaRPr>
          </a:p>
        </p:txBody>
      </p:sp>
      <p:sp>
        <p:nvSpPr>
          <p:cNvPr id="25" name="Shape 23"/>
          <p:cNvSpPr/>
          <p:nvPr/>
        </p:nvSpPr>
        <p:spPr>
          <a:xfrm>
            <a:off x="6309360" y="1659636"/>
            <a:ext cx="109728" cy="73152"/>
          </a:xfrm>
          <a:prstGeom prst="rect">
            <a:avLst/>
          </a:prstGeom>
          <a:solidFill>
            <a:srgbClr val="94A3B8"/>
          </a:solidFill>
          <a:ln w="12700">
            <a:solidFill>
              <a:srgbClr val="94A3B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6" name="Shape 24"/>
          <p:cNvSpPr/>
          <p:nvPr/>
        </p:nvSpPr>
        <p:spPr>
          <a:xfrm>
            <a:off x="6419088" y="1170432"/>
            <a:ext cx="914400" cy="1051560"/>
          </a:xfrm>
          <a:prstGeom prst="rect">
            <a:avLst/>
          </a:prstGeom>
          <a:solidFill>
            <a:srgbClr val="D97706"/>
          </a:solidFill>
          <a:ln w="12700">
            <a:solidFill>
              <a:srgbClr val="D97706"/>
            </a:solidFill>
            <a:prstDash val="solid"/>
          </a:ln>
          <a:effectLst>
            <a:outerShdw blurRad="38100" dist="12700" dir="8100000" algn="bl" rotWithShape="0">
              <a:srgbClr val="000000">
                <a:alpha val="10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27" name="Text 25"/>
          <p:cNvSpPr/>
          <p:nvPr/>
        </p:nvSpPr>
        <p:spPr>
          <a:xfrm>
            <a:off x="6419088" y="1170432"/>
            <a:ext cx="914400" cy="10515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anose="020B0604030504040204" pitchFamily="50" charset="-128"/>
                <a:ea typeface="Meiryo UI" panose="020B0604030504040204" pitchFamily="50" charset="-128"/>
              </a:rPr>
              <a:t>受入</a:t>
            </a:r>
            <a:endParaRPr lang="en-US" sz="1100" dirty="0">
              <a:latin typeface="Meiryo UI" panose="020B0604030504040204" pitchFamily="50" charset="-128"/>
              <a:ea typeface="Meiryo UI" panose="020B0604030504040204" pitchFamily="50" charset="-128"/>
            </a:endParaRPr>
          </a:p>
          <a:p>
            <a:pPr marL="0" indent="0" algn="ctr">
              <a:buNone/>
            </a:pPr>
            <a:r>
              <a:rPr lang="en-US" sz="1100" b="1" dirty="0">
                <a:solidFill>
                  <a:srgbClr val="FFFFFF"/>
                </a:solidFill>
                <a:latin typeface="Meiryo UI" panose="020B0604030504040204" pitchFamily="50" charset="-128"/>
                <a:ea typeface="Meiryo UI" panose="020B0604030504040204" pitchFamily="50" charset="-128"/>
              </a:rPr>
              <a:t>テスト</a:t>
            </a:r>
            <a:endParaRPr lang="en-US" sz="1100" dirty="0">
              <a:latin typeface="Meiryo UI" panose="020B0604030504040204" pitchFamily="50" charset="-128"/>
              <a:ea typeface="Meiryo UI" panose="020B0604030504040204" pitchFamily="50" charset="-128"/>
            </a:endParaRPr>
          </a:p>
        </p:txBody>
      </p:sp>
      <p:sp>
        <p:nvSpPr>
          <p:cNvPr id="28" name="Shape 26"/>
          <p:cNvSpPr/>
          <p:nvPr/>
        </p:nvSpPr>
        <p:spPr>
          <a:xfrm>
            <a:off x="7333488" y="1659636"/>
            <a:ext cx="109728" cy="73152"/>
          </a:xfrm>
          <a:prstGeom prst="rect">
            <a:avLst/>
          </a:prstGeom>
          <a:solidFill>
            <a:srgbClr val="94A3B8"/>
          </a:solidFill>
          <a:ln w="12700">
            <a:solidFill>
              <a:srgbClr val="94A3B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9" name="Shape 27"/>
          <p:cNvSpPr/>
          <p:nvPr/>
        </p:nvSpPr>
        <p:spPr>
          <a:xfrm>
            <a:off x="7443216" y="1170432"/>
            <a:ext cx="914400" cy="1051560"/>
          </a:xfrm>
          <a:prstGeom prst="rect">
            <a:avLst/>
          </a:prstGeom>
          <a:solidFill>
            <a:srgbClr val="B45309"/>
          </a:solidFill>
          <a:ln w="12700">
            <a:solidFill>
              <a:srgbClr val="B45309"/>
            </a:solidFill>
            <a:prstDash val="solid"/>
          </a:ln>
          <a:effectLst>
            <a:outerShdw blurRad="38100" dist="12700" dir="8100000" algn="bl" rotWithShape="0">
              <a:srgbClr val="000000">
                <a:alpha val="10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30" name="Text 28"/>
          <p:cNvSpPr/>
          <p:nvPr/>
        </p:nvSpPr>
        <p:spPr>
          <a:xfrm>
            <a:off x="7443216" y="1170432"/>
            <a:ext cx="914400" cy="1051560"/>
          </a:xfrm>
          <a:prstGeom prst="rect">
            <a:avLst/>
          </a:prstGeom>
          <a:noFill/>
          <a:ln/>
        </p:spPr>
        <p:txBody>
          <a:bodyPr wrap="square" lIns="0" tIns="0" rIns="0" bIns="0" rtlCol="0" anchor="ctr"/>
          <a:lstStyle/>
          <a:p>
            <a:pPr marL="0" indent="0" algn="ctr">
              <a:buNone/>
            </a:pPr>
            <a:r>
              <a:rPr lang="en-US" sz="1100" b="1" dirty="0">
                <a:solidFill>
                  <a:srgbClr val="FFFFFF"/>
                </a:solidFill>
                <a:latin typeface="Meiryo UI" panose="020B0604030504040204" pitchFamily="50" charset="-128"/>
                <a:ea typeface="Meiryo UI" panose="020B0604030504040204" pitchFamily="50" charset="-128"/>
              </a:rPr>
              <a:t>移行・</a:t>
            </a:r>
            <a:endParaRPr lang="en-US" sz="1100" dirty="0">
              <a:latin typeface="Meiryo UI" panose="020B0604030504040204" pitchFamily="50" charset="-128"/>
              <a:ea typeface="Meiryo UI" panose="020B0604030504040204" pitchFamily="50" charset="-128"/>
            </a:endParaRPr>
          </a:p>
          <a:p>
            <a:pPr marL="0" indent="0" algn="ctr">
              <a:buNone/>
            </a:pPr>
            <a:r>
              <a:rPr lang="en-US" sz="1100" b="1" dirty="0">
                <a:solidFill>
                  <a:srgbClr val="FFFFFF"/>
                </a:solidFill>
                <a:latin typeface="Meiryo UI" panose="020B0604030504040204" pitchFamily="50" charset="-128"/>
                <a:ea typeface="Meiryo UI" panose="020B0604030504040204" pitchFamily="50" charset="-128"/>
              </a:rPr>
              <a:t>リリース</a:t>
            </a:r>
            <a:endParaRPr lang="en-US" sz="1100" dirty="0">
              <a:latin typeface="Meiryo UI" panose="020B0604030504040204" pitchFamily="50" charset="-128"/>
              <a:ea typeface="Meiryo UI" panose="020B0604030504040204" pitchFamily="50" charset="-128"/>
            </a:endParaRPr>
          </a:p>
        </p:txBody>
      </p:sp>
      <p:sp>
        <p:nvSpPr>
          <p:cNvPr id="31" name="Shape 29"/>
          <p:cNvSpPr/>
          <p:nvPr/>
        </p:nvSpPr>
        <p:spPr>
          <a:xfrm>
            <a:off x="274320" y="2276856"/>
            <a:ext cx="914400" cy="256032"/>
          </a:xfrm>
          <a:prstGeom prst="rect">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2" name="Text 30"/>
          <p:cNvSpPr/>
          <p:nvPr/>
        </p:nvSpPr>
        <p:spPr>
          <a:xfrm>
            <a:off x="274320" y="2276856"/>
            <a:ext cx="9144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anose="020B0604030504040204" pitchFamily="50" charset="-128"/>
                <a:ea typeface="Meiryo UI" panose="020B0604030504040204" pitchFamily="50" charset="-128"/>
              </a:rPr>
              <a:t>PdM主導</a:t>
            </a:r>
            <a:endParaRPr lang="en-US" sz="900" dirty="0">
              <a:latin typeface="Meiryo UI" panose="020B0604030504040204" pitchFamily="50" charset="-128"/>
              <a:ea typeface="Meiryo UI" panose="020B0604030504040204" pitchFamily="50" charset="-128"/>
            </a:endParaRPr>
          </a:p>
        </p:txBody>
      </p:sp>
      <p:sp>
        <p:nvSpPr>
          <p:cNvPr id="33" name="Shape 31"/>
          <p:cNvSpPr/>
          <p:nvPr/>
        </p:nvSpPr>
        <p:spPr>
          <a:xfrm>
            <a:off x="6419088" y="2276856"/>
            <a:ext cx="914400" cy="256032"/>
          </a:xfrm>
          <a:prstGeom prst="rect">
            <a:avLst/>
          </a:prstGeom>
          <a:solidFill>
            <a:srgbClr val="D97706"/>
          </a:solidFill>
          <a:ln w="12700">
            <a:solidFill>
              <a:srgbClr val="D97706"/>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4" name="Text 32"/>
          <p:cNvSpPr/>
          <p:nvPr/>
        </p:nvSpPr>
        <p:spPr>
          <a:xfrm>
            <a:off x="6419088" y="2276856"/>
            <a:ext cx="9144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Meiryo UI" panose="020B0604030504040204" pitchFamily="50" charset="-128"/>
                <a:ea typeface="Meiryo UI" panose="020B0604030504040204" pitchFamily="50" charset="-128"/>
              </a:rPr>
              <a:t>PdM関与</a:t>
            </a:r>
            <a:endParaRPr lang="en-US" sz="900" dirty="0">
              <a:latin typeface="Meiryo UI" panose="020B0604030504040204" pitchFamily="50" charset="-128"/>
              <a:ea typeface="Meiryo UI" panose="020B0604030504040204" pitchFamily="50" charset="-128"/>
            </a:endParaRPr>
          </a:p>
        </p:txBody>
      </p:sp>
      <p:sp>
        <p:nvSpPr>
          <p:cNvPr id="35" name="Shape 33"/>
          <p:cNvSpPr/>
          <p:nvPr/>
        </p:nvSpPr>
        <p:spPr>
          <a:xfrm>
            <a:off x="274320" y="2743200"/>
            <a:ext cx="8595360" cy="1097280"/>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6" name="Shape 34"/>
          <p:cNvSpPr/>
          <p:nvPr/>
        </p:nvSpPr>
        <p:spPr>
          <a:xfrm>
            <a:off x="274320" y="2743200"/>
            <a:ext cx="73152" cy="1097280"/>
          </a:xfrm>
          <a:prstGeom prst="rect">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7" name="Text 35"/>
          <p:cNvSpPr/>
          <p:nvPr/>
        </p:nvSpPr>
        <p:spPr>
          <a:xfrm>
            <a:off x="457200" y="2788920"/>
            <a:ext cx="8229600" cy="1005840"/>
          </a:xfrm>
          <a:prstGeom prst="rect">
            <a:avLst/>
          </a:prstGeom>
          <a:noFill/>
          <a:ln/>
        </p:spPr>
        <p:txBody>
          <a:bodyPr wrap="square" lIns="0" tIns="0" rIns="0" bIns="0" rtlCol="0" anchor="t"/>
          <a:lstStyle/>
          <a:p>
            <a:pPr marL="0" indent="0">
              <a:buNone/>
            </a:pPr>
            <a:r>
              <a:rPr lang="en-US" sz="1200" b="1" dirty="0">
                <a:solidFill>
                  <a:srgbClr val="1E293B"/>
                </a:solidFill>
                <a:latin typeface="Meiryo UI" panose="020B0604030504040204" pitchFamily="50" charset="-128"/>
                <a:ea typeface="Meiryo UI" panose="020B0604030504040204" pitchFamily="50" charset="-128"/>
              </a:rPr>
              <a:t>「いつ決まるか」の違いがポイント</a:t>
            </a:r>
            <a:endParaRPr lang="en-US" sz="1200" dirty="0">
              <a:latin typeface="Meiryo UI" panose="020B0604030504040204" pitchFamily="50" charset="-128"/>
              <a:ea typeface="Meiryo UI" panose="020B0604030504040204" pitchFamily="50" charset="-128"/>
            </a:endParaRPr>
          </a:p>
          <a:p>
            <a:pPr marL="0" indent="0">
              <a:buNone/>
            </a:pPr>
            <a:r>
              <a:rPr lang="en-US" sz="1200" dirty="0">
                <a:solidFill>
                  <a:srgbClr val="1E293B"/>
                </a:solidFill>
                <a:latin typeface="Meiryo UI" panose="020B0604030504040204" pitchFamily="50" charset="-128"/>
                <a:ea typeface="Meiryo UI" panose="020B0604030504040204" pitchFamily="50" charset="-128"/>
              </a:rPr>
              <a:t>アジャイル：スプリントごとに細かく決める（途中変更が前提）</a:t>
            </a:r>
            <a:endParaRPr lang="en-US" sz="1200" dirty="0">
              <a:latin typeface="Meiryo UI" panose="020B0604030504040204" pitchFamily="50" charset="-128"/>
              <a:ea typeface="Meiryo UI" panose="020B0604030504040204" pitchFamily="50" charset="-128"/>
            </a:endParaRPr>
          </a:p>
          <a:p>
            <a:pPr marL="0" indent="0">
              <a:buNone/>
            </a:pPr>
            <a:r>
              <a:rPr lang="en-US" sz="1200" dirty="0">
                <a:solidFill>
                  <a:srgbClr val="1E293B"/>
                </a:solidFill>
                <a:latin typeface="Meiryo UI" panose="020B0604030504040204" pitchFamily="50" charset="-128"/>
                <a:ea typeface="Meiryo UI" panose="020B0604030504040204" pitchFamily="50" charset="-128"/>
              </a:rPr>
              <a:t>WF：要件定義〜基本設計で主要事項を固める。あとからの変更は正式な変更管理を通す。契約・見積の前提に影響を及ぼす場合がある。</a:t>
            </a:r>
            <a:endParaRPr lang="en-US" sz="1200" dirty="0">
              <a:latin typeface="Meiryo UI" panose="020B0604030504040204" pitchFamily="50" charset="-128"/>
              <a:ea typeface="Meiryo UI" panose="020B0604030504040204" pitchFamily="50" charset="-128"/>
            </a:endParaRPr>
          </a:p>
        </p:txBody>
      </p:sp>
      <p:sp>
        <p:nvSpPr>
          <p:cNvPr id="38" name="Text 36"/>
          <p:cNvSpPr/>
          <p:nvPr/>
        </p:nvSpPr>
        <p:spPr>
          <a:xfrm>
            <a:off x="274320" y="3913632"/>
            <a:ext cx="8595360" cy="384048"/>
          </a:xfrm>
          <a:prstGeom prst="rect">
            <a:avLst/>
          </a:prstGeom>
          <a:noFill/>
          <a:ln/>
        </p:spPr>
        <p:txBody>
          <a:bodyPr wrap="square" lIns="0" tIns="0" rIns="0" bIns="0" rtlCol="0" anchor="ctr"/>
          <a:lstStyle/>
          <a:p>
            <a:pPr marL="0" indent="0">
              <a:buNone/>
            </a:pPr>
            <a:r>
              <a:rPr lang="en-US" sz="1100" i="1" dirty="0">
                <a:solidFill>
                  <a:srgbClr val="475569"/>
                </a:solidFill>
                <a:latin typeface="Meiryo UI" panose="020B0604030504040204" pitchFamily="50" charset="-128"/>
                <a:ea typeface="Meiryo UI" panose="020B0604030504040204" pitchFamily="50" charset="-128"/>
              </a:rPr>
              <a:t>アジャイル（スクラム例）：プロダクトビジョン → スプリント計画 → 開発 → テスト → レビュー → レトロ → リリース（繰り返し）</a:t>
            </a:r>
            <a:endParaRPr lang="en-US" sz="1100" dirty="0">
              <a:latin typeface="Meiryo UI" panose="020B0604030504040204" pitchFamily="50" charset="-128"/>
              <a:ea typeface="Meiryo UI" panose="020B0604030504040204" pitchFamily="50" charset="-128"/>
            </a:endParaRPr>
          </a:p>
        </p:txBody>
      </p:sp>
      <p:sp>
        <p:nvSpPr>
          <p:cNvPr id="39" name="Text 37"/>
          <p:cNvSpPr/>
          <p:nvPr/>
        </p:nvSpPr>
        <p:spPr>
          <a:xfrm>
            <a:off x="274320" y="4690872"/>
            <a:ext cx="8595360" cy="256032"/>
          </a:xfrm>
          <a:prstGeom prst="rect">
            <a:avLst/>
          </a:prstGeom>
          <a:noFill/>
          <a:ln/>
        </p:spPr>
        <p:txBody>
          <a:bodyPr wrap="square" lIns="0" tIns="0" rIns="0" bIns="0" rtlCol="0" anchor="ctr"/>
          <a:lstStyle/>
          <a:p>
            <a:pPr marL="0" indent="0">
              <a:buNone/>
            </a:pPr>
            <a:r>
              <a:rPr lang="en-US" sz="950" i="1" dirty="0">
                <a:solidFill>
                  <a:srgbClr val="94A3B8"/>
                </a:solidFill>
                <a:latin typeface="Meiryo UI" panose="020B0604030504040204" pitchFamily="50" charset="-128"/>
                <a:ea typeface="Meiryo UI" panose="020B0604030504040204" pitchFamily="50" charset="-128"/>
              </a:rPr>
              <a:t>※ 工程の呼称・分け方は案件・組織によって異なる。</a:t>
            </a:r>
            <a:endParaRPr lang="en-US" sz="950" dirty="0">
              <a:latin typeface="Meiryo UI" panose="020B0604030504040204" pitchFamily="50" charset="-128"/>
              <a:ea typeface="Meiryo UI" panose="020B0604030504040204" pitchFamily="50"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228600" y="0"/>
            <a:ext cx="777240" cy="658368"/>
          </a:xfrm>
          <a:prstGeom prst="rect">
            <a:avLst/>
          </a:prstGeom>
          <a:noFill/>
          <a:ln/>
        </p:spPr>
        <p:txBody>
          <a:bodyPr wrap="square" lIns="0" tIns="0" rIns="0" bIns="0" rtlCol="0" anchor="ctr"/>
          <a:lstStyle/>
          <a:p>
            <a:pPr marL="0" indent="0">
              <a:buNone/>
            </a:pPr>
            <a:r>
              <a:rPr lang="en-US" sz="1100" b="1" dirty="0">
                <a:solidFill>
                  <a:srgbClr val="DBEAFE"/>
                </a:solidFill>
                <a:latin typeface="Meiryo UI" panose="020B0604030504040204" pitchFamily="50" charset="-128"/>
                <a:ea typeface="Meiryo UI" panose="020B0604030504040204" pitchFamily="50" charset="-128"/>
              </a:rPr>
              <a:t>05</a:t>
            </a:r>
            <a:endParaRPr lang="en-US" sz="1100" dirty="0">
              <a:latin typeface="Meiryo UI" panose="020B0604030504040204" pitchFamily="50" charset="-128"/>
              <a:ea typeface="Meiryo UI" panose="020B0604030504040204" pitchFamily="50" charset="-128"/>
            </a:endParaRPr>
          </a:p>
        </p:txBody>
      </p:sp>
      <p:sp>
        <p:nvSpPr>
          <p:cNvPr id="4" name="Text 2"/>
          <p:cNvSpPr/>
          <p:nvPr/>
        </p:nvSpPr>
        <p:spPr>
          <a:xfrm>
            <a:off x="914400" y="0"/>
            <a:ext cx="795528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役割と責任の違い（PdM視点）</a:t>
            </a:r>
            <a:endParaRPr lang="en-US" sz="1900" dirty="0">
              <a:latin typeface="Meiryo UI" panose="020B0604030504040204" pitchFamily="50" charset="-128"/>
              <a:ea typeface="Meiryo UI" panose="020B0604030504040204" pitchFamily="50" charset="-128"/>
            </a:endParaRPr>
          </a:p>
        </p:txBody>
      </p:sp>
      <p:sp>
        <p:nvSpPr>
          <p:cNvPr id="5" name="Shape 3"/>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6" name="Text 4"/>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graphicFrame>
        <p:nvGraphicFramePr>
          <p:cNvPr id="8" name="Table 0"/>
          <p:cNvGraphicFramePr>
            <a:graphicFrameLocks noGrp="1"/>
          </p:cNvGraphicFramePr>
          <p:nvPr>
            <p:extLst>
              <p:ext uri="{D42A27DB-BD31-4B8C-83A1-F6EECF244321}">
                <p14:modId xmlns:p14="http://schemas.microsoft.com/office/powerpoint/2010/main" val="2150905681"/>
              </p:ext>
            </p:extLst>
          </p:nvPr>
        </p:nvGraphicFramePr>
        <p:xfrm>
          <a:off x="274320" y="804672"/>
          <a:ext cx="8595360" cy="2468880"/>
        </p:xfrm>
        <a:graphic>
          <a:graphicData uri="http://schemas.openxmlformats.org/drawingml/2006/table">
            <a:tbl>
              <a:tblPr/>
              <a:tblGrid>
                <a:gridCol w="20116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617220">
                <a:tc>
                  <a:txBody>
                    <a:bodyPr/>
                    <a:lstStyle/>
                    <a:p>
                      <a:pPr marL="0" indent="0" algn="ctr">
                        <a:buNone/>
                      </a:pPr>
                      <a:r>
                        <a:rPr lang="en-US" sz="1200" b="1" dirty="0">
                          <a:solidFill>
                            <a:srgbClr val="FFFFFF"/>
                          </a:solidFill>
                          <a:latin typeface="Meiryo UI" panose="020B0604030504040204" pitchFamily="50" charset="-128"/>
                          <a:ea typeface="Meiryo UI" panose="020B0604030504040204" pitchFamily="50" charset="-128"/>
                        </a:rPr>
                        <a:t>観点</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D5B"/>
                    </a:solidFill>
                  </a:tcPr>
                </a:tc>
                <a:tc>
                  <a:txBody>
                    <a:bodyPr/>
                    <a:lstStyle/>
                    <a:p>
                      <a:pPr marL="0" indent="0" algn="ctr">
                        <a:buNone/>
                      </a:pPr>
                      <a:r>
                        <a:rPr lang="en-US" sz="1200" b="1" dirty="0">
                          <a:solidFill>
                            <a:srgbClr val="FFFFFF"/>
                          </a:solidFill>
                          <a:latin typeface="Meiryo UI" panose="020B0604030504040204" pitchFamily="50" charset="-128"/>
                          <a:ea typeface="Meiryo UI" panose="020B0604030504040204" pitchFamily="50" charset="-128"/>
                        </a:rPr>
                        <a:t>アジャイル（スクラム）</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marL="0" indent="0" algn="ctr">
                        <a:buNone/>
                      </a:pPr>
                      <a:r>
                        <a:rPr lang="en-US" sz="1200" b="1" dirty="0">
                          <a:solidFill>
                            <a:srgbClr val="FFFFFF"/>
                          </a:solidFill>
                          <a:latin typeface="Meiryo UI" panose="020B0604030504040204" pitchFamily="50" charset="-128"/>
                          <a:ea typeface="Meiryo UI" panose="020B0604030504040204" pitchFamily="50" charset="-128"/>
                        </a:rPr>
                        <a:t>WF開発</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562A8"/>
                    </a:solidFill>
                  </a:tcPr>
                </a:tc>
                <a:extLst>
                  <a:ext uri="{0D108BD9-81ED-4DB2-BD59-A6C34878D82A}">
                    <a16:rowId xmlns:a16="http://schemas.microsoft.com/office/drawing/2014/main" val="10000"/>
                  </a:ext>
                </a:extLst>
              </a:tr>
              <a:tr h="617220">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業務要件 / 業務フロー</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PdM／POが中心に整理。チームと協議しながら詳細化する</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SE・業務コンサルが顧客と整理し、要件定義書として文書化・承認を得る</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17220">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機能要件 / 画面仕様</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PdMとデザイナーが協働。スプリントごとに精度を上げていく</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SEが基本設計書として文書化し、顧客レビュー・承認を経て確定する</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17220">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受入条件</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PdMがスプリントレビューの受入基準を定義し、都度調整する</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PdMと顧客が受入条件一覧として合意し文書化する。検収条件に直結する</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5"/>
          <p:cNvSpPr/>
          <p:nvPr/>
        </p:nvSpPr>
        <p:spPr>
          <a:xfrm>
            <a:off x="274320" y="3383280"/>
            <a:ext cx="8595360" cy="1234440"/>
          </a:xfrm>
          <a:prstGeom prst="rect">
            <a:avLst/>
          </a:prstGeom>
          <a:solidFill>
            <a:srgbClr val="FFFBEB"/>
          </a:solidFill>
          <a:ln w="12700">
            <a:solidFill>
              <a:srgbClr val="FDE68A"/>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9" name="Shape 6"/>
          <p:cNvSpPr/>
          <p:nvPr/>
        </p:nvSpPr>
        <p:spPr>
          <a:xfrm>
            <a:off x="274320" y="3383280"/>
            <a:ext cx="73152" cy="1234440"/>
          </a:xfrm>
          <a:prstGeom prst="rect">
            <a:avLst/>
          </a:prstGeom>
          <a:solidFill>
            <a:srgbClr val="D97706"/>
          </a:solidFill>
          <a:ln w="12700">
            <a:solidFill>
              <a:srgbClr val="D97706"/>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0" name="Text 7"/>
          <p:cNvSpPr/>
          <p:nvPr/>
        </p:nvSpPr>
        <p:spPr>
          <a:xfrm>
            <a:off x="457200" y="3410712"/>
            <a:ext cx="8229600" cy="329184"/>
          </a:xfrm>
          <a:prstGeom prst="rect">
            <a:avLst/>
          </a:prstGeom>
          <a:noFill/>
          <a:ln/>
        </p:spPr>
        <p:txBody>
          <a:bodyPr wrap="square" lIns="0" tIns="0" rIns="0" bIns="0" rtlCol="0" anchor="ctr"/>
          <a:lstStyle/>
          <a:p>
            <a:pPr marL="0" indent="0">
              <a:buNone/>
            </a:pPr>
            <a:r>
              <a:rPr lang="en-US" sz="1300" b="1" dirty="0">
                <a:solidFill>
                  <a:srgbClr val="D97706"/>
                </a:solidFill>
                <a:latin typeface="Meiryo UI" panose="020B0604030504040204" pitchFamily="50" charset="-128"/>
                <a:ea typeface="Meiryo UI" panose="020B0604030504040204" pitchFamily="50" charset="-128"/>
              </a:rPr>
              <a:t>PdMが「え、そんな責任？」となりがちなポイント</a:t>
            </a:r>
            <a:endParaRPr lang="en-US" sz="1300" dirty="0">
              <a:latin typeface="Meiryo UI" panose="020B0604030504040204" pitchFamily="50" charset="-128"/>
              <a:ea typeface="Meiryo UI" panose="020B0604030504040204" pitchFamily="50" charset="-128"/>
            </a:endParaRPr>
          </a:p>
        </p:txBody>
      </p:sp>
      <p:sp>
        <p:nvSpPr>
          <p:cNvPr id="11" name="Text 8"/>
          <p:cNvSpPr/>
          <p:nvPr/>
        </p:nvSpPr>
        <p:spPr>
          <a:xfrm>
            <a:off x="457200" y="3767328"/>
            <a:ext cx="8229600" cy="841248"/>
          </a:xfrm>
          <a:prstGeom prst="rect">
            <a:avLst/>
          </a:prstGeom>
          <a:noFill/>
          <a:ln/>
        </p:spPr>
        <p:txBody>
          <a:bodyPr wrap="square" lIns="0" tIns="0" rIns="0" bIns="0" rtlCol="0" anchor="t"/>
          <a:lstStyle/>
          <a:p>
            <a:pPr marL="0" indent="0">
              <a:buNone/>
            </a:pPr>
            <a:r>
              <a:rPr lang="en-US" sz="1200" dirty="0">
                <a:solidFill>
                  <a:srgbClr val="475569"/>
                </a:solidFill>
                <a:latin typeface="Meiryo UI" panose="020B0604030504040204" pitchFamily="50" charset="-128"/>
                <a:ea typeface="Meiryo UI" panose="020B0604030504040204" pitchFamily="50" charset="-128"/>
              </a:rPr>
              <a:t>・要件定義書の1行を書く／書かないが、スコープ・見積・契約に影響するケースがある</a:t>
            </a:r>
            <a:endParaRPr lang="en-US" sz="1200" dirty="0">
              <a:latin typeface="Meiryo UI" panose="020B0604030504040204" pitchFamily="50" charset="-128"/>
              <a:ea typeface="Meiryo UI" panose="020B0604030504040204" pitchFamily="50" charset="-128"/>
            </a:endParaRPr>
          </a:p>
          <a:p>
            <a:pPr marL="0" indent="0">
              <a:buNone/>
            </a:pPr>
            <a:r>
              <a:rPr lang="en-US" sz="1200" dirty="0">
                <a:solidFill>
                  <a:srgbClr val="475569"/>
                </a:solidFill>
                <a:latin typeface="Meiryo UI" panose="020B0604030504040204" pitchFamily="50" charset="-128"/>
                <a:ea typeface="Meiryo UI" panose="020B0604030504040204" pitchFamily="50" charset="-128"/>
              </a:rPr>
              <a:t>・受入条件（検収条件）は「PdMの頭の中」ではなく、受入条件一覧として紙に出すことが求められる</a:t>
            </a:r>
            <a:endParaRPr lang="en-US" sz="1200" dirty="0">
              <a:latin typeface="Meiryo UI" panose="020B0604030504040204" pitchFamily="50" charset="-128"/>
              <a:ea typeface="Meiryo UI" panose="020B0604030504040204" pitchFamily="50" charset="-128"/>
            </a:endParaRPr>
          </a:p>
          <a:p>
            <a:pPr marL="0" indent="0">
              <a:buNone/>
            </a:pPr>
            <a:r>
              <a:rPr lang="en-US" sz="1200" dirty="0">
                <a:solidFill>
                  <a:srgbClr val="475569"/>
                </a:solidFill>
                <a:latin typeface="Meiryo UI" panose="020B0604030504040204" pitchFamily="50" charset="-128"/>
                <a:ea typeface="Meiryo UI" panose="020B0604030504040204" pitchFamily="50" charset="-128"/>
              </a:rPr>
              <a:t>・ユーザーインタビューの合意も、文書に残さないと後から根拠として認められにくい場合がある</a:t>
            </a:r>
            <a:endParaRPr lang="en-US" sz="1200" dirty="0">
              <a:latin typeface="Meiryo UI" panose="020B0604030504040204" pitchFamily="50" charset="-128"/>
              <a:ea typeface="Meiryo UI" panose="020B0604030504040204" pitchFamily="50" charset="-128"/>
            </a:endParaRPr>
          </a:p>
        </p:txBody>
      </p:sp>
      <p:sp>
        <p:nvSpPr>
          <p:cNvPr id="12" name="Text 9"/>
          <p:cNvSpPr/>
          <p:nvPr/>
        </p:nvSpPr>
        <p:spPr>
          <a:xfrm>
            <a:off x="274320" y="4690872"/>
            <a:ext cx="8595360" cy="256032"/>
          </a:xfrm>
          <a:prstGeom prst="rect">
            <a:avLst/>
          </a:prstGeom>
          <a:noFill/>
          <a:ln/>
        </p:spPr>
        <p:txBody>
          <a:bodyPr wrap="square" lIns="0" tIns="0" rIns="0" bIns="0" rtlCol="0" anchor="ctr"/>
          <a:lstStyle/>
          <a:p>
            <a:pPr marL="0" indent="0">
              <a:buNone/>
            </a:pPr>
            <a:r>
              <a:rPr lang="en-US" sz="950" i="1" dirty="0">
                <a:solidFill>
                  <a:srgbClr val="94A3B8"/>
                </a:solidFill>
                <a:latin typeface="Meiryo UI" panose="020B0604030504040204" pitchFamily="50" charset="-128"/>
                <a:ea typeface="Meiryo UI" panose="020B0604030504040204" pitchFamily="50" charset="-128"/>
              </a:rPr>
              <a:t>※ 実際の責任分担は案件により異なる。特に受入条件・検収条件は、運用・調達・法務が関与する場合がある。</a:t>
            </a:r>
            <a:endParaRPr lang="en-US" sz="950" dirty="0">
              <a:latin typeface="Meiryo UI" panose="020B0604030504040204" pitchFamily="50" charset="-128"/>
              <a:ea typeface="Meiryo UI" panose="020B0604030504040204" pitchFamily="50"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228600" y="0"/>
            <a:ext cx="777240" cy="658368"/>
          </a:xfrm>
          <a:prstGeom prst="rect">
            <a:avLst/>
          </a:prstGeom>
          <a:noFill/>
          <a:ln/>
        </p:spPr>
        <p:txBody>
          <a:bodyPr wrap="square" lIns="0" tIns="0" rIns="0" bIns="0" rtlCol="0" anchor="ctr"/>
          <a:lstStyle/>
          <a:p>
            <a:pPr marL="0" indent="0">
              <a:buNone/>
            </a:pPr>
            <a:r>
              <a:rPr lang="en-US" sz="1100" b="1" dirty="0">
                <a:solidFill>
                  <a:srgbClr val="DBEAFE"/>
                </a:solidFill>
                <a:latin typeface="Meiryo UI" panose="020B0604030504040204" pitchFamily="50" charset="-128"/>
                <a:ea typeface="Meiryo UI" panose="020B0604030504040204" pitchFamily="50" charset="-128"/>
              </a:rPr>
              <a:t>05</a:t>
            </a:r>
            <a:endParaRPr lang="en-US" sz="1100" dirty="0">
              <a:latin typeface="Meiryo UI" panose="020B0604030504040204" pitchFamily="50" charset="-128"/>
              <a:ea typeface="Meiryo UI" panose="020B0604030504040204" pitchFamily="50" charset="-128"/>
            </a:endParaRPr>
          </a:p>
        </p:txBody>
      </p:sp>
      <p:sp>
        <p:nvSpPr>
          <p:cNvPr id="4" name="Text 2"/>
          <p:cNvSpPr/>
          <p:nvPr/>
        </p:nvSpPr>
        <p:spPr>
          <a:xfrm>
            <a:off x="914400" y="0"/>
            <a:ext cx="795528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役割の整理：作成・レビュー・承認・最終決裁</a:t>
            </a:r>
            <a:endParaRPr lang="en-US" sz="1900" dirty="0">
              <a:latin typeface="Meiryo UI" panose="020B0604030504040204" pitchFamily="50" charset="-128"/>
              <a:ea typeface="Meiryo UI" panose="020B0604030504040204" pitchFamily="50" charset="-128"/>
            </a:endParaRPr>
          </a:p>
        </p:txBody>
      </p:sp>
      <p:sp>
        <p:nvSpPr>
          <p:cNvPr id="5" name="Shape 3"/>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6" name="Text 4"/>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graphicFrame>
        <p:nvGraphicFramePr>
          <p:cNvPr id="9" name="Table 0"/>
          <p:cNvGraphicFramePr>
            <a:graphicFrameLocks noGrp="1"/>
          </p:cNvGraphicFramePr>
          <p:nvPr>
            <p:extLst>
              <p:ext uri="{D42A27DB-BD31-4B8C-83A1-F6EECF244321}">
                <p14:modId xmlns:p14="http://schemas.microsoft.com/office/powerpoint/2010/main" val="78124940"/>
              </p:ext>
            </p:extLst>
          </p:nvPr>
        </p:nvGraphicFramePr>
        <p:xfrm>
          <a:off x="274320" y="804672"/>
          <a:ext cx="8595360" cy="2194560"/>
        </p:xfrm>
        <a:graphic>
          <a:graphicData uri="http://schemas.openxmlformats.org/drawingml/2006/table">
            <a:tbl>
              <a:tblPr/>
              <a:tblGrid>
                <a:gridCol w="16916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691640">
                  <a:extLst>
                    <a:ext uri="{9D8B030D-6E8A-4147-A177-3AD203B41FA5}">
                      <a16:colId xmlns:a16="http://schemas.microsoft.com/office/drawing/2014/main" val="20004"/>
                    </a:ext>
                  </a:extLst>
                </a:gridCol>
              </a:tblGrid>
              <a:tr h="548640">
                <a:tc>
                  <a:txBody>
                    <a:bodyPr/>
                    <a:lstStyle/>
                    <a:p>
                      <a:pPr marL="0" indent="0">
                        <a:buNone/>
                      </a:pPr>
                      <a:r>
                        <a:rPr lang="en-US" sz="1200" b="1" dirty="0">
                          <a:solidFill>
                            <a:srgbClr val="FFFFFF"/>
                          </a:solidFill>
                          <a:latin typeface="Meiryo UI" panose="020B0604030504040204" pitchFamily="50" charset="-128"/>
                          <a:ea typeface="Meiryo UI" panose="020B0604030504040204" pitchFamily="50" charset="-128"/>
                        </a:rPr>
                        <a:t>論点</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D5B"/>
                    </a:solidFill>
                  </a:tcPr>
                </a:tc>
                <a:tc>
                  <a:txBody>
                    <a:bodyPr/>
                    <a:lstStyle/>
                    <a:p>
                      <a:pPr marL="0" indent="0">
                        <a:buNone/>
                      </a:pPr>
                      <a:r>
                        <a:rPr lang="en-US" sz="1200" b="1" dirty="0">
                          <a:solidFill>
                            <a:srgbClr val="FFFFFF"/>
                          </a:solidFill>
                          <a:latin typeface="Meiryo UI" panose="020B0604030504040204" pitchFamily="50" charset="-128"/>
                          <a:ea typeface="Meiryo UI" panose="020B0604030504040204" pitchFamily="50" charset="-128"/>
                        </a:rPr>
                        <a:t>作成責任</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D5B"/>
                    </a:solidFill>
                  </a:tcPr>
                </a:tc>
                <a:tc>
                  <a:txBody>
                    <a:bodyPr/>
                    <a:lstStyle/>
                    <a:p>
                      <a:pPr marL="0" indent="0">
                        <a:buNone/>
                      </a:pPr>
                      <a:r>
                        <a:rPr lang="en-US" sz="1200" b="1" dirty="0">
                          <a:solidFill>
                            <a:srgbClr val="FFFFFF"/>
                          </a:solidFill>
                          <a:latin typeface="Meiryo UI" panose="020B0604030504040204" pitchFamily="50" charset="-128"/>
                          <a:ea typeface="Meiryo UI" panose="020B0604030504040204" pitchFamily="50" charset="-128"/>
                        </a:rPr>
                        <a:t>レビュー責任</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D5B"/>
                    </a:solidFill>
                  </a:tcPr>
                </a:tc>
                <a:tc>
                  <a:txBody>
                    <a:bodyPr/>
                    <a:lstStyle/>
                    <a:p>
                      <a:pPr marL="0" indent="0">
                        <a:buNone/>
                      </a:pPr>
                      <a:r>
                        <a:rPr lang="en-US" sz="1200" b="1" dirty="0">
                          <a:solidFill>
                            <a:srgbClr val="FFFFFF"/>
                          </a:solidFill>
                          <a:latin typeface="Meiryo UI" panose="020B0604030504040204" pitchFamily="50" charset="-128"/>
                          <a:ea typeface="Meiryo UI" panose="020B0604030504040204" pitchFamily="50" charset="-128"/>
                        </a:rPr>
                        <a:t>承認責任</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D5B"/>
                    </a:solidFill>
                  </a:tcPr>
                </a:tc>
                <a:tc>
                  <a:txBody>
                    <a:bodyPr/>
                    <a:lstStyle/>
                    <a:p>
                      <a:pPr marL="0" indent="0">
                        <a:buNone/>
                      </a:pPr>
                      <a:r>
                        <a:rPr lang="en-US" sz="1200" b="1" dirty="0">
                          <a:solidFill>
                            <a:srgbClr val="FFFFFF"/>
                          </a:solidFill>
                          <a:latin typeface="Meiryo UI" panose="020B0604030504040204" pitchFamily="50" charset="-128"/>
                          <a:ea typeface="Meiryo UI" panose="020B0604030504040204" pitchFamily="50" charset="-128"/>
                        </a:rPr>
                        <a:t>最終決裁者</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D5B"/>
                    </a:solidFill>
                  </a:tcPr>
                </a:tc>
                <a:extLst>
                  <a:ext uri="{0D108BD9-81ED-4DB2-BD59-A6C34878D82A}">
                    <a16:rowId xmlns:a16="http://schemas.microsoft.com/office/drawing/2014/main" val="10000"/>
                  </a:ext>
                </a:extLst>
              </a:tr>
              <a:tr h="548640">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非機能要件</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アーキ／PM</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PdM／運用／アーキ</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顧客責任者</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顧客責任者</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検収条件</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業務側・PdM</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QA／PM</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顧客責任者</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顧客責任者</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変更可否</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PM／PdM（影響整理）</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PM／関係責任者</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顧客責任者</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Meiryo UI" panose="020B0604030504040204" pitchFamily="50" charset="-128"/>
                          <a:ea typeface="Meiryo UI" panose="020B0604030504040204" pitchFamily="50" charset="-128"/>
                        </a:rPr>
                        <a:t>契約上の責任者</a:t>
                      </a:r>
                      <a:endParaRPr lang="en-US" sz="12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Shape 5"/>
          <p:cNvSpPr/>
          <p:nvPr/>
        </p:nvSpPr>
        <p:spPr>
          <a:xfrm>
            <a:off x="274320" y="3227832"/>
            <a:ext cx="310896" cy="310896"/>
          </a:xfrm>
          <a:prstGeom prst="ellipse">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7" name="Text 6"/>
          <p:cNvSpPr/>
          <p:nvPr/>
        </p:nvSpPr>
        <p:spPr>
          <a:xfrm>
            <a:off x="658368" y="3182112"/>
            <a:ext cx="3840480" cy="530352"/>
          </a:xfrm>
          <a:prstGeom prst="rect">
            <a:avLst/>
          </a:prstGeom>
          <a:noFill/>
          <a:ln/>
        </p:spPr>
        <p:txBody>
          <a:bodyPr wrap="square" lIns="0" tIns="0" rIns="0" bIns="0" rtlCol="0" anchor="ctr"/>
          <a:lstStyle/>
          <a:p>
            <a:pPr marL="0" indent="0">
              <a:buNone/>
            </a:pPr>
            <a:r>
              <a:rPr lang="en-US" sz="1200" b="1" dirty="0">
                <a:solidFill>
                  <a:srgbClr val="1E293B"/>
                </a:solidFill>
                <a:latin typeface="Meiryo UI" panose="020B0604030504040204" pitchFamily="50" charset="-128"/>
                <a:ea typeface="Meiryo UI" panose="020B0604030504040204" pitchFamily="50" charset="-128"/>
              </a:rPr>
              <a:t>作成責任：</a:t>
            </a:r>
            <a:r>
              <a:rPr lang="en-US" sz="1200" dirty="0">
                <a:solidFill>
                  <a:srgbClr val="1E293B"/>
                </a:solidFill>
                <a:latin typeface="Meiryo UI" panose="020B0604030504040204" pitchFamily="50" charset="-128"/>
                <a:ea typeface="Meiryo UI" panose="020B0604030504040204" pitchFamily="50" charset="-128"/>
              </a:rPr>
              <a:t>誰が初稿を書くか</a:t>
            </a:r>
            <a:endParaRPr lang="en-US" sz="1200" dirty="0">
              <a:latin typeface="Meiryo UI" panose="020B0604030504040204" pitchFamily="50" charset="-128"/>
              <a:ea typeface="Meiryo UI" panose="020B0604030504040204" pitchFamily="50" charset="-128"/>
            </a:endParaRPr>
          </a:p>
        </p:txBody>
      </p:sp>
      <p:sp>
        <p:nvSpPr>
          <p:cNvPr id="10" name="Shape 7"/>
          <p:cNvSpPr/>
          <p:nvPr/>
        </p:nvSpPr>
        <p:spPr>
          <a:xfrm>
            <a:off x="4617720" y="3227832"/>
            <a:ext cx="310896" cy="310896"/>
          </a:xfrm>
          <a:prstGeom prst="ellipse">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1" name="Text 8"/>
          <p:cNvSpPr/>
          <p:nvPr/>
        </p:nvSpPr>
        <p:spPr>
          <a:xfrm>
            <a:off x="5001768" y="3182112"/>
            <a:ext cx="3840480" cy="530352"/>
          </a:xfrm>
          <a:prstGeom prst="rect">
            <a:avLst/>
          </a:prstGeom>
          <a:noFill/>
          <a:ln/>
        </p:spPr>
        <p:txBody>
          <a:bodyPr wrap="square" lIns="0" tIns="0" rIns="0" bIns="0" rtlCol="0" anchor="ctr"/>
          <a:lstStyle/>
          <a:p>
            <a:pPr marL="0" indent="0">
              <a:buNone/>
            </a:pPr>
            <a:r>
              <a:rPr lang="en-US" sz="1200" b="1" dirty="0">
                <a:solidFill>
                  <a:srgbClr val="1E293B"/>
                </a:solidFill>
                <a:latin typeface="Meiryo UI" panose="020B0604030504040204" pitchFamily="50" charset="-128"/>
                <a:ea typeface="Meiryo UI" panose="020B0604030504040204" pitchFamily="50" charset="-128"/>
              </a:rPr>
              <a:t>レビュー責任：</a:t>
            </a:r>
            <a:r>
              <a:rPr lang="en-US" sz="1200" dirty="0">
                <a:solidFill>
                  <a:srgbClr val="1E293B"/>
                </a:solidFill>
                <a:latin typeface="Meiryo UI" panose="020B0604030504040204" pitchFamily="50" charset="-128"/>
                <a:ea typeface="Meiryo UI" panose="020B0604030504040204" pitchFamily="50" charset="-128"/>
              </a:rPr>
              <a:t>誰が内容の妥当性をチェックするか</a:t>
            </a:r>
            <a:endParaRPr lang="en-US" sz="1200" dirty="0">
              <a:latin typeface="Meiryo UI" panose="020B0604030504040204" pitchFamily="50" charset="-128"/>
              <a:ea typeface="Meiryo UI" panose="020B0604030504040204" pitchFamily="50" charset="-128"/>
            </a:endParaRPr>
          </a:p>
        </p:txBody>
      </p:sp>
      <p:sp>
        <p:nvSpPr>
          <p:cNvPr id="12" name="Shape 9"/>
          <p:cNvSpPr/>
          <p:nvPr/>
        </p:nvSpPr>
        <p:spPr>
          <a:xfrm>
            <a:off x="274320" y="3849624"/>
            <a:ext cx="310896" cy="310896"/>
          </a:xfrm>
          <a:prstGeom prst="ellipse">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3" name="Text 10"/>
          <p:cNvSpPr/>
          <p:nvPr/>
        </p:nvSpPr>
        <p:spPr>
          <a:xfrm>
            <a:off x="658368" y="3803904"/>
            <a:ext cx="3840480" cy="530352"/>
          </a:xfrm>
          <a:prstGeom prst="rect">
            <a:avLst/>
          </a:prstGeom>
          <a:noFill/>
          <a:ln/>
        </p:spPr>
        <p:txBody>
          <a:bodyPr wrap="square" lIns="0" tIns="0" rIns="0" bIns="0" rtlCol="0" anchor="ctr"/>
          <a:lstStyle/>
          <a:p>
            <a:pPr marL="0" indent="0">
              <a:buNone/>
            </a:pPr>
            <a:r>
              <a:rPr lang="en-US" sz="1200" b="1" dirty="0">
                <a:solidFill>
                  <a:srgbClr val="1E293B"/>
                </a:solidFill>
                <a:latin typeface="Meiryo UI" panose="020B0604030504040204" pitchFamily="50" charset="-128"/>
                <a:ea typeface="Meiryo UI" panose="020B0604030504040204" pitchFamily="50" charset="-128"/>
              </a:rPr>
              <a:t>承認責任：</a:t>
            </a:r>
            <a:r>
              <a:rPr lang="en-US" sz="1200" dirty="0">
                <a:solidFill>
                  <a:srgbClr val="1E293B"/>
                </a:solidFill>
                <a:latin typeface="Meiryo UI" panose="020B0604030504040204" pitchFamily="50" charset="-128"/>
                <a:ea typeface="Meiryo UI" panose="020B0604030504040204" pitchFamily="50" charset="-128"/>
              </a:rPr>
              <a:t>誰が「この内容で進めてよい」とサインするか</a:t>
            </a:r>
            <a:endParaRPr lang="en-US" sz="1200" dirty="0">
              <a:latin typeface="Meiryo UI" panose="020B0604030504040204" pitchFamily="50" charset="-128"/>
              <a:ea typeface="Meiryo UI" panose="020B0604030504040204" pitchFamily="50" charset="-128"/>
            </a:endParaRPr>
          </a:p>
        </p:txBody>
      </p:sp>
      <p:sp>
        <p:nvSpPr>
          <p:cNvPr id="14" name="Shape 11"/>
          <p:cNvSpPr/>
          <p:nvPr/>
        </p:nvSpPr>
        <p:spPr>
          <a:xfrm>
            <a:off x="4617720" y="3849624"/>
            <a:ext cx="310896" cy="310896"/>
          </a:xfrm>
          <a:prstGeom prst="ellipse">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5" name="Text 12"/>
          <p:cNvSpPr/>
          <p:nvPr/>
        </p:nvSpPr>
        <p:spPr>
          <a:xfrm>
            <a:off x="5001768" y="3803904"/>
            <a:ext cx="3840480" cy="530352"/>
          </a:xfrm>
          <a:prstGeom prst="rect">
            <a:avLst/>
          </a:prstGeom>
          <a:noFill/>
          <a:ln/>
        </p:spPr>
        <p:txBody>
          <a:bodyPr wrap="square" lIns="0" tIns="0" rIns="0" bIns="0" rtlCol="0" anchor="ctr"/>
          <a:lstStyle/>
          <a:p>
            <a:pPr marL="0" indent="0">
              <a:buNone/>
            </a:pPr>
            <a:r>
              <a:rPr lang="en-US" sz="1200" b="1" dirty="0">
                <a:solidFill>
                  <a:srgbClr val="1E293B"/>
                </a:solidFill>
                <a:latin typeface="Meiryo UI" panose="020B0604030504040204" pitchFamily="50" charset="-128"/>
                <a:ea typeface="Meiryo UI" panose="020B0604030504040204" pitchFamily="50" charset="-128"/>
              </a:rPr>
              <a:t>最終決裁者：</a:t>
            </a:r>
            <a:r>
              <a:rPr lang="en-US" sz="1200" dirty="0">
                <a:solidFill>
                  <a:srgbClr val="1E293B"/>
                </a:solidFill>
                <a:latin typeface="Meiryo UI" panose="020B0604030504040204" pitchFamily="50" charset="-128"/>
                <a:ea typeface="Meiryo UI" panose="020B0604030504040204" pitchFamily="50" charset="-128"/>
              </a:rPr>
              <a:t>誰が「却下」できるか。ここが曖昧だと「聞いていない」が発生する</a:t>
            </a:r>
            <a:endParaRPr lang="en-US" sz="1200" dirty="0">
              <a:latin typeface="Meiryo UI" panose="020B0604030504040204" pitchFamily="50" charset="-128"/>
              <a:ea typeface="Meiryo UI" panose="020B0604030504040204" pitchFamily="50" charset="-128"/>
            </a:endParaRPr>
          </a:p>
        </p:txBody>
      </p:sp>
      <p:sp>
        <p:nvSpPr>
          <p:cNvPr id="16" name="Shape 13"/>
          <p:cNvSpPr/>
          <p:nvPr/>
        </p:nvSpPr>
        <p:spPr>
          <a:xfrm>
            <a:off x="274320" y="4315968"/>
            <a:ext cx="8595360" cy="530352"/>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7" name="Text 14"/>
          <p:cNvSpPr/>
          <p:nvPr/>
        </p:nvSpPr>
        <p:spPr>
          <a:xfrm>
            <a:off x="384048" y="4315968"/>
            <a:ext cx="1097280" cy="530352"/>
          </a:xfrm>
          <a:prstGeom prst="rect">
            <a:avLst/>
          </a:prstGeom>
          <a:noFill/>
          <a:ln/>
        </p:spPr>
        <p:txBody>
          <a:bodyPr wrap="square" lIns="0" tIns="0" rIns="0" bIns="0" rtlCol="0" anchor="ctr"/>
          <a:lstStyle/>
          <a:p>
            <a:pPr marL="0" indent="0">
              <a:buNone/>
            </a:pPr>
            <a:r>
              <a:rPr lang="en-US" sz="1000" b="1" dirty="0">
                <a:solidFill>
                  <a:srgbClr val="0F2D5B"/>
                </a:solidFill>
                <a:latin typeface="Meiryo UI" panose="020B0604030504040204" pitchFamily="50" charset="-128"/>
                <a:ea typeface="Meiryo UI" panose="020B0604030504040204" pitchFamily="50" charset="-128"/>
              </a:rPr>
              <a:t>用語整理</a:t>
            </a:r>
            <a:endParaRPr lang="en-US" sz="1000" dirty="0">
              <a:latin typeface="Meiryo UI" panose="020B0604030504040204" pitchFamily="50" charset="-128"/>
              <a:ea typeface="Meiryo UI" panose="020B0604030504040204" pitchFamily="50" charset="-128"/>
            </a:endParaRPr>
          </a:p>
        </p:txBody>
      </p:sp>
      <p:sp>
        <p:nvSpPr>
          <p:cNvPr id="18" name="Text 15"/>
          <p:cNvSpPr/>
          <p:nvPr/>
        </p:nvSpPr>
        <p:spPr>
          <a:xfrm>
            <a:off x="1417320" y="4315968"/>
            <a:ext cx="7315200" cy="530352"/>
          </a:xfrm>
          <a:prstGeom prst="rect">
            <a:avLst/>
          </a:prstGeom>
          <a:noFill/>
          <a:ln/>
        </p:spPr>
        <p:txBody>
          <a:bodyPr wrap="square" lIns="0" tIns="0" rIns="0" bIns="0" rtlCol="0" anchor="ctr"/>
          <a:lstStyle/>
          <a:p>
            <a:pPr marL="0" indent="0">
              <a:buNone/>
            </a:pPr>
            <a:r>
              <a:rPr lang="en-US" sz="1000" dirty="0">
                <a:solidFill>
                  <a:srgbClr val="1E293B"/>
                </a:solidFill>
                <a:latin typeface="Meiryo UI" panose="020B0604030504040204" pitchFamily="50" charset="-128"/>
                <a:ea typeface="Meiryo UI" panose="020B0604030504040204" pitchFamily="50" charset="-128"/>
              </a:rPr>
              <a:t>受入条件：受け取り可否を判定するための条件一覧（受入テストの判定基準）</a:t>
            </a:r>
            <a:endParaRPr lang="en-US" sz="1000" dirty="0">
              <a:latin typeface="Meiryo UI" panose="020B0604030504040204" pitchFamily="50" charset="-128"/>
              <a:ea typeface="Meiryo UI" panose="020B0604030504040204" pitchFamily="50" charset="-128"/>
            </a:endParaRPr>
          </a:p>
          <a:p>
            <a:pPr marL="0" indent="0">
              <a:buNone/>
            </a:pPr>
            <a:r>
              <a:rPr lang="en-US" sz="1000" dirty="0">
                <a:solidFill>
                  <a:srgbClr val="1E293B"/>
                </a:solidFill>
                <a:latin typeface="Meiryo UI" panose="020B0604030504040204" pitchFamily="50" charset="-128"/>
                <a:ea typeface="Meiryo UI" panose="020B0604030504040204" pitchFamily="50" charset="-128"/>
              </a:rPr>
              <a:t>検収条件：契約・支払い・完了判定に関わる条件（受入条件と重なる場合が多い）</a:t>
            </a:r>
            <a:endParaRPr lang="en-US" sz="1000" dirty="0">
              <a:latin typeface="Meiryo UI" panose="020B0604030504040204" pitchFamily="50" charset="-128"/>
              <a:ea typeface="Meiryo UI" panose="020B0604030504040204" pitchFamily="50" charset="-128"/>
            </a:endParaRPr>
          </a:p>
        </p:txBody>
      </p:sp>
      <p:sp>
        <p:nvSpPr>
          <p:cNvPr id="19" name="Text 16"/>
          <p:cNvSpPr/>
          <p:nvPr/>
        </p:nvSpPr>
        <p:spPr>
          <a:xfrm>
            <a:off x="274320" y="4718304"/>
            <a:ext cx="8595360" cy="237744"/>
          </a:xfrm>
          <a:prstGeom prst="rect">
            <a:avLst/>
          </a:prstGeom>
          <a:noFill/>
          <a:ln/>
        </p:spPr>
        <p:txBody>
          <a:bodyPr wrap="square" lIns="0" tIns="0" rIns="0" bIns="0" rtlCol="0" anchor="ctr"/>
          <a:lstStyle/>
          <a:p>
            <a:pPr marL="0" indent="0">
              <a:buNone/>
            </a:pPr>
            <a:r>
              <a:rPr lang="en-US" sz="950" i="1" dirty="0">
                <a:solidFill>
                  <a:srgbClr val="94A3B8"/>
                </a:solidFill>
                <a:latin typeface="Meiryo UI" panose="020B0604030504040204" pitchFamily="50" charset="-128"/>
                <a:ea typeface="Meiryo UI" panose="020B0604030504040204" pitchFamily="50" charset="-128"/>
              </a:rPr>
              <a:t>※ 実際の責任分担は案件により異なる。特に非機能要件、検収条件、変更可否は、運用・調達・法務が関与する場合がある。</a:t>
            </a:r>
            <a:endParaRPr lang="en-US" sz="950" dirty="0">
              <a:latin typeface="Meiryo UI" panose="020B0604030504040204" pitchFamily="50" charset="-128"/>
              <a:ea typeface="Meiryo UI" panose="020B0604030504040204" pitchFamily="50" charset="-12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228600" y="0"/>
            <a:ext cx="777240" cy="658368"/>
          </a:xfrm>
          <a:prstGeom prst="rect">
            <a:avLst/>
          </a:prstGeom>
          <a:noFill/>
          <a:ln/>
        </p:spPr>
        <p:txBody>
          <a:bodyPr wrap="square" lIns="0" tIns="0" rIns="0" bIns="0" rtlCol="0" anchor="ctr"/>
          <a:lstStyle/>
          <a:p>
            <a:pPr marL="0" indent="0">
              <a:buNone/>
            </a:pPr>
            <a:r>
              <a:rPr lang="en-US" sz="1100" b="1" dirty="0">
                <a:solidFill>
                  <a:srgbClr val="DBEAFE"/>
                </a:solidFill>
                <a:latin typeface="Meiryo UI" panose="020B0604030504040204" pitchFamily="50" charset="-128"/>
                <a:ea typeface="Meiryo UI" panose="020B0604030504040204" pitchFamily="50" charset="-128"/>
              </a:rPr>
              <a:t>06</a:t>
            </a:r>
            <a:endParaRPr lang="en-US" sz="1100" dirty="0">
              <a:latin typeface="Meiryo UI" panose="020B0604030504040204" pitchFamily="50" charset="-128"/>
              <a:ea typeface="Meiryo UI" panose="020B0604030504040204" pitchFamily="50" charset="-128"/>
            </a:endParaRPr>
          </a:p>
        </p:txBody>
      </p:sp>
      <p:sp>
        <p:nvSpPr>
          <p:cNvPr id="4" name="Text 2"/>
          <p:cNvSpPr/>
          <p:nvPr/>
        </p:nvSpPr>
        <p:spPr>
          <a:xfrm>
            <a:off x="914400" y="0"/>
            <a:ext cx="795528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成果物（ドキュメント）の世界</a:t>
            </a:r>
            <a:endParaRPr lang="en-US" sz="1900" dirty="0">
              <a:latin typeface="Meiryo UI" panose="020B0604030504040204" pitchFamily="50" charset="-128"/>
              <a:ea typeface="Meiryo UI" panose="020B0604030504040204" pitchFamily="50" charset="-128"/>
            </a:endParaRPr>
          </a:p>
        </p:txBody>
      </p:sp>
      <p:sp>
        <p:nvSpPr>
          <p:cNvPr id="5" name="Shape 3"/>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6" name="Text 4"/>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sp>
        <p:nvSpPr>
          <p:cNvPr id="7" name="Shape 5"/>
          <p:cNvSpPr/>
          <p:nvPr/>
        </p:nvSpPr>
        <p:spPr>
          <a:xfrm>
            <a:off x="274320" y="804672"/>
            <a:ext cx="3977640" cy="457200"/>
          </a:xfrm>
          <a:prstGeom prst="rect">
            <a:avLst/>
          </a:prstGeom>
          <a:solidFill>
            <a:srgbClr val="0D9488"/>
          </a:solidFill>
          <a:ln w="12700">
            <a:solidFill>
              <a:srgbClr val="0D948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8" name="Text 6"/>
          <p:cNvSpPr/>
          <p:nvPr/>
        </p:nvSpPr>
        <p:spPr>
          <a:xfrm>
            <a:off x="274320" y="804672"/>
            <a:ext cx="39776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anose="020B0604030504040204" pitchFamily="50" charset="-128"/>
                <a:ea typeface="Meiryo UI" panose="020B0604030504040204" pitchFamily="50" charset="-128"/>
              </a:rPr>
              <a:t>アジャイルでの成果物</a:t>
            </a:r>
            <a:endParaRPr lang="en-US" sz="1300" dirty="0">
              <a:latin typeface="Meiryo UI" panose="020B0604030504040204" pitchFamily="50" charset="-128"/>
              <a:ea typeface="Meiryo UI" panose="020B0604030504040204" pitchFamily="50" charset="-128"/>
            </a:endParaRPr>
          </a:p>
        </p:txBody>
      </p:sp>
      <p:sp>
        <p:nvSpPr>
          <p:cNvPr id="9" name="Shape 7"/>
          <p:cNvSpPr/>
          <p:nvPr/>
        </p:nvSpPr>
        <p:spPr>
          <a:xfrm>
            <a:off x="274320" y="1335024"/>
            <a:ext cx="3977640" cy="548640"/>
          </a:xfrm>
          <a:prstGeom prst="rect">
            <a:avLst/>
          </a:prstGeom>
          <a:solidFill>
            <a:srgbClr val="F0FDFA"/>
          </a:solidFill>
          <a:ln w="12700">
            <a:solidFill>
              <a:srgbClr val="99F6E4"/>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0" name="Text 8"/>
          <p:cNvSpPr/>
          <p:nvPr/>
        </p:nvSpPr>
        <p:spPr>
          <a:xfrm>
            <a:off x="274320" y="1335024"/>
            <a:ext cx="3977640" cy="548640"/>
          </a:xfrm>
          <a:prstGeom prst="rect">
            <a:avLst/>
          </a:prstGeom>
          <a:noFill/>
          <a:ln/>
        </p:spPr>
        <p:txBody>
          <a:bodyPr wrap="square" lIns="0" tIns="0" rIns="0" bIns="0" rtlCol="0" anchor="ctr"/>
          <a:lstStyle/>
          <a:p>
            <a:pPr marL="0" indent="0">
              <a:buNone/>
            </a:pPr>
            <a:r>
              <a:rPr lang="en-US" sz="1200" dirty="0">
                <a:solidFill>
                  <a:srgbClr val="1E293B"/>
                </a:solidFill>
                <a:latin typeface="Meiryo UI" panose="020B0604030504040204" pitchFamily="50" charset="-128"/>
                <a:ea typeface="Meiryo UI" panose="020B0604030504040204" pitchFamily="50" charset="-128"/>
              </a:rPr>
              <a:t>  プロダクトビジョン</a:t>
            </a:r>
            <a:endParaRPr lang="en-US" sz="1200" dirty="0">
              <a:latin typeface="Meiryo UI" panose="020B0604030504040204" pitchFamily="50" charset="-128"/>
              <a:ea typeface="Meiryo UI" panose="020B0604030504040204" pitchFamily="50" charset="-128"/>
            </a:endParaRPr>
          </a:p>
        </p:txBody>
      </p:sp>
      <p:sp>
        <p:nvSpPr>
          <p:cNvPr id="11" name="Shape 9"/>
          <p:cNvSpPr/>
          <p:nvPr/>
        </p:nvSpPr>
        <p:spPr>
          <a:xfrm>
            <a:off x="274320" y="1956816"/>
            <a:ext cx="3977640" cy="548640"/>
          </a:xfrm>
          <a:prstGeom prst="rect">
            <a:avLst/>
          </a:prstGeom>
          <a:solidFill>
            <a:srgbClr val="F0FDFA"/>
          </a:solidFill>
          <a:ln w="12700">
            <a:solidFill>
              <a:srgbClr val="99F6E4"/>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2" name="Text 10"/>
          <p:cNvSpPr/>
          <p:nvPr/>
        </p:nvSpPr>
        <p:spPr>
          <a:xfrm>
            <a:off x="274320" y="1956816"/>
            <a:ext cx="3977640" cy="548640"/>
          </a:xfrm>
          <a:prstGeom prst="rect">
            <a:avLst/>
          </a:prstGeom>
          <a:noFill/>
          <a:ln/>
        </p:spPr>
        <p:txBody>
          <a:bodyPr wrap="square" lIns="0" tIns="0" rIns="0" bIns="0" rtlCol="0" anchor="ctr"/>
          <a:lstStyle/>
          <a:p>
            <a:pPr marL="0" indent="0">
              <a:buNone/>
            </a:pPr>
            <a:r>
              <a:rPr lang="en-US" sz="1200" dirty="0">
                <a:solidFill>
                  <a:srgbClr val="1E293B"/>
                </a:solidFill>
                <a:latin typeface="Meiryo UI" panose="020B0604030504040204" pitchFamily="50" charset="-128"/>
                <a:ea typeface="Meiryo UI" panose="020B0604030504040204" pitchFamily="50" charset="-128"/>
              </a:rPr>
              <a:t>  ユーザーストーリー／Backlog</a:t>
            </a:r>
            <a:endParaRPr lang="en-US" sz="1200" dirty="0">
              <a:latin typeface="Meiryo UI" panose="020B0604030504040204" pitchFamily="50" charset="-128"/>
              <a:ea typeface="Meiryo UI" panose="020B0604030504040204" pitchFamily="50" charset="-128"/>
            </a:endParaRPr>
          </a:p>
        </p:txBody>
      </p:sp>
      <p:sp>
        <p:nvSpPr>
          <p:cNvPr id="13" name="Shape 11"/>
          <p:cNvSpPr/>
          <p:nvPr/>
        </p:nvSpPr>
        <p:spPr>
          <a:xfrm>
            <a:off x="274320" y="2578608"/>
            <a:ext cx="3977640" cy="548640"/>
          </a:xfrm>
          <a:prstGeom prst="rect">
            <a:avLst/>
          </a:prstGeom>
          <a:solidFill>
            <a:srgbClr val="F0FDFA"/>
          </a:solidFill>
          <a:ln w="12700">
            <a:solidFill>
              <a:srgbClr val="99F6E4"/>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4" name="Text 12"/>
          <p:cNvSpPr/>
          <p:nvPr/>
        </p:nvSpPr>
        <p:spPr>
          <a:xfrm>
            <a:off x="274320" y="2578608"/>
            <a:ext cx="3977640" cy="548640"/>
          </a:xfrm>
          <a:prstGeom prst="rect">
            <a:avLst/>
          </a:prstGeom>
          <a:noFill/>
          <a:ln/>
        </p:spPr>
        <p:txBody>
          <a:bodyPr wrap="square" lIns="0" tIns="0" rIns="0" bIns="0" rtlCol="0" anchor="ctr"/>
          <a:lstStyle/>
          <a:p>
            <a:pPr marL="0" indent="0">
              <a:buNone/>
            </a:pPr>
            <a:r>
              <a:rPr lang="en-US" sz="1200" dirty="0">
                <a:solidFill>
                  <a:srgbClr val="1E293B"/>
                </a:solidFill>
                <a:latin typeface="Meiryo UI" panose="020B0604030504040204" pitchFamily="50" charset="-128"/>
                <a:ea typeface="Meiryo UI" panose="020B0604030504040204" pitchFamily="50" charset="-128"/>
              </a:rPr>
              <a:t>  スプリントバックログ／バーンダウン等の可視化</a:t>
            </a:r>
            <a:endParaRPr lang="en-US" sz="1200" dirty="0">
              <a:latin typeface="Meiryo UI" panose="020B0604030504040204" pitchFamily="50" charset="-128"/>
              <a:ea typeface="Meiryo UI" panose="020B0604030504040204" pitchFamily="50" charset="-128"/>
            </a:endParaRPr>
          </a:p>
        </p:txBody>
      </p:sp>
      <p:sp>
        <p:nvSpPr>
          <p:cNvPr id="15" name="Shape 13"/>
          <p:cNvSpPr/>
          <p:nvPr/>
        </p:nvSpPr>
        <p:spPr>
          <a:xfrm>
            <a:off x="274320" y="3200400"/>
            <a:ext cx="3977640" cy="548640"/>
          </a:xfrm>
          <a:prstGeom prst="rect">
            <a:avLst/>
          </a:prstGeom>
          <a:solidFill>
            <a:srgbClr val="F0FDFA"/>
          </a:solidFill>
          <a:ln w="12700">
            <a:solidFill>
              <a:srgbClr val="99F6E4"/>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6" name="Text 14"/>
          <p:cNvSpPr/>
          <p:nvPr/>
        </p:nvSpPr>
        <p:spPr>
          <a:xfrm>
            <a:off x="274320" y="3200400"/>
            <a:ext cx="3977640" cy="548640"/>
          </a:xfrm>
          <a:prstGeom prst="rect">
            <a:avLst/>
          </a:prstGeom>
          <a:noFill/>
          <a:ln/>
        </p:spPr>
        <p:txBody>
          <a:bodyPr wrap="square" lIns="0" tIns="0" rIns="0" bIns="0" rtlCol="0" anchor="ctr"/>
          <a:lstStyle/>
          <a:p>
            <a:pPr marL="0" indent="0">
              <a:buNone/>
            </a:pPr>
            <a:r>
              <a:rPr lang="en-US" sz="1200" dirty="0">
                <a:solidFill>
                  <a:srgbClr val="1E293B"/>
                </a:solidFill>
                <a:latin typeface="Meiryo UI" panose="020B0604030504040204" pitchFamily="50" charset="-128"/>
                <a:ea typeface="Meiryo UI" panose="020B0604030504040204" pitchFamily="50" charset="-128"/>
              </a:rPr>
              <a:t>  軽量ドキュメント（アーキ図、API仕様 等）</a:t>
            </a:r>
            <a:endParaRPr lang="en-US" sz="1200" dirty="0">
              <a:latin typeface="Meiryo UI" panose="020B0604030504040204" pitchFamily="50" charset="-128"/>
              <a:ea typeface="Meiryo UI" panose="020B0604030504040204" pitchFamily="50" charset="-128"/>
            </a:endParaRPr>
          </a:p>
        </p:txBody>
      </p:sp>
      <p:sp>
        <p:nvSpPr>
          <p:cNvPr id="17" name="Shape 15"/>
          <p:cNvSpPr/>
          <p:nvPr/>
        </p:nvSpPr>
        <p:spPr>
          <a:xfrm>
            <a:off x="4892040" y="804672"/>
            <a:ext cx="3977640" cy="457200"/>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8" name="Text 16"/>
          <p:cNvSpPr/>
          <p:nvPr/>
        </p:nvSpPr>
        <p:spPr>
          <a:xfrm>
            <a:off x="4892040" y="804672"/>
            <a:ext cx="3977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UI" panose="020B0604030504040204" pitchFamily="50" charset="-128"/>
                <a:ea typeface="Meiryo UI" panose="020B0604030504040204" pitchFamily="50" charset="-128"/>
              </a:rPr>
              <a:t>WF開発でよく出てくる成果物（典型例）</a:t>
            </a:r>
            <a:endParaRPr lang="en-US" sz="1200" dirty="0">
              <a:latin typeface="Meiryo UI" panose="020B0604030504040204" pitchFamily="50" charset="-128"/>
              <a:ea typeface="Meiryo UI" panose="020B0604030504040204" pitchFamily="50" charset="-128"/>
            </a:endParaRPr>
          </a:p>
        </p:txBody>
      </p:sp>
      <p:sp>
        <p:nvSpPr>
          <p:cNvPr id="19" name="Shape 17"/>
          <p:cNvSpPr/>
          <p:nvPr/>
        </p:nvSpPr>
        <p:spPr>
          <a:xfrm>
            <a:off x="4892040" y="1335024"/>
            <a:ext cx="3977640" cy="438912"/>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0" name="Text 18"/>
          <p:cNvSpPr/>
          <p:nvPr/>
        </p:nvSpPr>
        <p:spPr>
          <a:xfrm>
            <a:off x="4892040" y="1335024"/>
            <a:ext cx="3977640" cy="438912"/>
          </a:xfrm>
          <a:prstGeom prst="rect">
            <a:avLst/>
          </a:prstGeom>
          <a:noFill/>
          <a:ln/>
        </p:spPr>
        <p:txBody>
          <a:bodyPr wrap="square" lIns="0" tIns="0" rIns="0" bIns="0" rtlCol="0" anchor="ctr"/>
          <a:lstStyle/>
          <a:p>
            <a:pPr marL="0" indent="0">
              <a:buNone/>
            </a:pPr>
            <a:r>
              <a:rPr lang="en-US" sz="1150" dirty="0">
                <a:solidFill>
                  <a:srgbClr val="1E293B"/>
                </a:solidFill>
                <a:latin typeface="Meiryo UI" panose="020B0604030504040204" pitchFamily="50" charset="-128"/>
                <a:ea typeface="Meiryo UI" panose="020B0604030504040204" pitchFamily="50" charset="-128"/>
              </a:rPr>
              <a:t>  要件定義書（業務・機能・非機能）</a:t>
            </a:r>
            <a:endParaRPr lang="en-US" sz="1150" dirty="0">
              <a:latin typeface="Meiryo UI" panose="020B0604030504040204" pitchFamily="50" charset="-128"/>
              <a:ea typeface="Meiryo UI" panose="020B0604030504040204" pitchFamily="50" charset="-128"/>
            </a:endParaRPr>
          </a:p>
        </p:txBody>
      </p:sp>
      <p:sp>
        <p:nvSpPr>
          <p:cNvPr id="21" name="Shape 19"/>
          <p:cNvSpPr/>
          <p:nvPr/>
        </p:nvSpPr>
        <p:spPr>
          <a:xfrm>
            <a:off x="4892040" y="1847088"/>
            <a:ext cx="3977640" cy="438912"/>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2" name="Text 20"/>
          <p:cNvSpPr/>
          <p:nvPr/>
        </p:nvSpPr>
        <p:spPr>
          <a:xfrm>
            <a:off x="4892040" y="1847088"/>
            <a:ext cx="3977640" cy="438912"/>
          </a:xfrm>
          <a:prstGeom prst="rect">
            <a:avLst/>
          </a:prstGeom>
          <a:noFill/>
          <a:ln/>
        </p:spPr>
        <p:txBody>
          <a:bodyPr wrap="square" lIns="0" tIns="0" rIns="0" bIns="0" rtlCol="0" anchor="ctr"/>
          <a:lstStyle/>
          <a:p>
            <a:pPr marL="0" indent="0">
              <a:buNone/>
            </a:pPr>
            <a:r>
              <a:rPr lang="en-US" sz="1150" dirty="0">
                <a:solidFill>
                  <a:srgbClr val="1E293B"/>
                </a:solidFill>
                <a:latin typeface="Meiryo UI" panose="020B0604030504040204" pitchFamily="50" charset="-128"/>
                <a:ea typeface="Meiryo UI" panose="020B0604030504040204" pitchFamily="50" charset="-128"/>
              </a:rPr>
              <a:t>  基本設計書：画面一覧・帳票・IF・業務フロー</a:t>
            </a:r>
            <a:endParaRPr lang="en-US" sz="1150" dirty="0">
              <a:latin typeface="Meiryo UI" panose="020B0604030504040204" pitchFamily="50" charset="-128"/>
              <a:ea typeface="Meiryo UI" panose="020B0604030504040204" pitchFamily="50" charset="-128"/>
            </a:endParaRPr>
          </a:p>
        </p:txBody>
      </p:sp>
      <p:sp>
        <p:nvSpPr>
          <p:cNvPr id="23" name="Shape 21"/>
          <p:cNvSpPr/>
          <p:nvPr/>
        </p:nvSpPr>
        <p:spPr>
          <a:xfrm>
            <a:off x="4892040" y="2359152"/>
            <a:ext cx="3977640" cy="438912"/>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4" name="Text 22"/>
          <p:cNvSpPr/>
          <p:nvPr/>
        </p:nvSpPr>
        <p:spPr>
          <a:xfrm>
            <a:off x="4892040" y="2359152"/>
            <a:ext cx="3977640" cy="438912"/>
          </a:xfrm>
          <a:prstGeom prst="rect">
            <a:avLst/>
          </a:prstGeom>
          <a:noFill/>
          <a:ln/>
        </p:spPr>
        <p:txBody>
          <a:bodyPr wrap="square" lIns="0" tIns="0" rIns="0" bIns="0" rtlCol="0" anchor="ctr"/>
          <a:lstStyle/>
          <a:p>
            <a:pPr marL="0" indent="0">
              <a:buNone/>
            </a:pPr>
            <a:r>
              <a:rPr lang="en-US" sz="1150" dirty="0">
                <a:solidFill>
                  <a:srgbClr val="1E293B"/>
                </a:solidFill>
                <a:latin typeface="Meiryo UI" panose="020B0604030504040204" pitchFamily="50" charset="-128"/>
                <a:ea typeface="Meiryo UI" panose="020B0604030504040204" pitchFamily="50" charset="-128"/>
              </a:rPr>
              <a:t>  詳細設計書：テーブル定義・ロジック・API</a:t>
            </a:r>
            <a:endParaRPr lang="en-US" sz="1150" dirty="0">
              <a:latin typeface="Meiryo UI" panose="020B0604030504040204" pitchFamily="50" charset="-128"/>
              <a:ea typeface="Meiryo UI" panose="020B0604030504040204" pitchFamily="50" charset="-128"/>
            </a:endParaRPr>
          </a:p>
        </p:txBody>
      </p:sp>
      <p:sp>
        <p:nvSpPr>
          <p:cNvPr id="25" name="Shape 23"/>
          <p:cNvSpPr/>
          <p:nvPr/>
        </p:nvSpPr>
        <p:spPr>
          <a:xfrm>
            <a:off x="4892040" y="2871216"/>
            <a:ext cx="3977640" cy="438912"/>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6" name="Text 24"/>
          <p:cNvSpPr/>
          <p:nvPr/>
        </p:nvSpPr>
        <p:spPr>
          <a:xfrm>
            <a:off x="4892040" y="2871216"/>
            <a:ext cx="3977640" cy="438912"/>
          </a:xfrm>
          <a:prstGeom prst="rect">
            <a:avLst/>
          </a:prstGeom>
          <a:noFill/>
          <a:ln/>
        </p:spPr>
        <p:txBody>
          <a:bodyPr wrap="square" lIns="0" tIns="0" rIns="0" bIns="0" rtlCol="0" anchor="ctr"/>
          <a:lstStyle/>
          <a:p>
            <a:pPr marL="0" indent="0">
              <a:buNone/>
            </a:pPr>
            <a:r>
              <a:rPr lang="en-US" sz="1150" dirty="0">
                <a:solidFill>
                  <a:srgbClr val="1E293B"/>
                </a:solidFill>
                <a:latin typeface="Meiryo UI" panose="020B0604030504040204" pitchFamily="50" charset="-128"/>
                <a:ea typeface="Meiryo UI" panose="020B0604030504040204" pitchFamily="50" charset="-128"/>
              </a:rPr>
              <a:t>  テスト計画書／仕様書／テスト結果報告書</a:t>
            </a:r>
            <a:endParaRPr lang="en-US" sz="1150" dirty="0">
              <a:latin typeface="Meiryo UI" panose="020B0604030504040204" pitchFamily="50" charset="-128"/>
              <a:ea typeface="Meiryo UI" panose="020B0604030504040204" pitchFamily="50" charset="-128"/>
            </a:endParaRPr>
          </a:p>
        </p:txBody>
      </p:sp>
      <p:sp>
        <p:nvSpPr>
          <p:cNvPr id="27" name="Shape 25"/>
          <p:cNvSpPr/>
          <p:nvPr/>
        </p:nvSpPr>
        <p:spPr>
          <a:xfrm>
            <a:off x="4892040" y="3383280"/>
            <a:ext cx="3977640" cy="438912"/>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8" name="Text 26"/>
          <p:cNvSpPr/>
          <p:nvPr/>
        </p:nvSpPr>
        <p:spPr>
          <a:xfrm>
            <a:off x="4892040" y="3383280"/>
            <a:ext cx="3977640" cy="438912"/>
          </a:xfrm>
          <a:prstGeom prst="rect">
            <a:avLst/>
          </a:prstGeom>
          <a:noFill/>
          <a:ln/>
        </p:spPr>
        <p:txBody>
          <a:bodyPr wrap="square" lIns="0" tIns="0" rIns="0" bIns="0" rtlCol="0" anchor="ctr"/>
          <a:lstStyle/>
          <a:p>
            <a:pPr marL="0" indent="0">
              <a:buNone/>
            </a:pPr>
            <a:r>
              <a:rPr lang="en-US" sz="1150" dirty="0">
                <a:solidFill>
                  <a:srgbClr val="1E293B"/>
                </a:solidFill>
                <a:latin typeface="Meiryo UI" panose="020B0604030504040204" pitchFamily="50" charset="-128"/>
                <a:ea typeface="Meiryo UI" panose="020B0604030504040204" pitchFamily="50" charset="-128"/>
              </a:rPr>
              <a:t>  移行計画書／運用設計書／マニュアル群</a:t>
            </a:r>
            <a:endParaRPr lang="en-US" sz="1150" dirty="0">
              <a:latin typeface="Meiryo UI" panose="020B0604030504040204" pitchFamily="50" charset="-128"/>
              <a:ea typeface="Meiryo UI" panose="020B0604030504040204" pitchFamily="50" charset="-128"/>
            </a:endParaRPr>
          </a:p>
        </p:txBody>
      </p:sp>
      <p:sp>
        <p:nvSpPr>
          <p:cNvPr id="29" name="Shape 27"/>
          <p:cNvSpPr/>
          <p:nvPr/>
        </p:nvSpPr>
        <p:spPr>
          <a:xfrm>
            <a:off x="274320" y="4407408"/>
            <a:ext cx="8595360" cy="365760"/>
          </a:xfrm>
          <a:prstGeom prst="rect">
            <a:avLst/>
          </a:prstGeom>
          <a:solidFill>
            <a:srgbClr val="FFFBEB"/>
          </a:solidFill>
          <a:ln w="12700">
            <a:solidFill>
              <a:srgbClr val="FDE68A"/>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0" name="Text 28"/>
          <p:cNvSpPr/>
          <p:nvPr/>
        </p:nvSpPr>
        <p:spPr>
          <a:xfrm>
            <a:off x="411480" y="4407408"/>
            <a:ext cx="8321040" cy="365760"/>
          </a:xfrm>
          <a:prstGeom prst="rect">
            <a:avLst/>
          </a:prstGeom>
          <a:noFill/>
          <a:ln/>
        </p:spPr>
        <p:txBody>
          <a:bodyPr wrap="square" lIns="0" tIns="0" rIns="0" bIns="0" rtlCol="0" anchor="ctr"/>
          <a:lstStyle/>
          <a:p>
            <a:pPr marL="0" indent="0">
              <a:buNone/>
            </a:pPr>
            <a:r>
              <a:rPr lang="en-US" sz="1150" i="1" dirty="0">
                <a:solidFill>
                  <a:srgbClr val="1E293B"/>
                </a:solidFill>
                <a:latin typeface="Meiryo UI" panose="020B0604030504040204" pitchFamily="50" charset="-128"/>
                <a:ea typeface="Meiryo UI" panose="020B0604030504040204" pitchFamily="50" charset="-128"/>
              </a:rPr>
              <a:t>アジャイルで「口頭＋軽量ドキュメント」で済ませていたことを、WFでは全て「合意と分業の証跡として残す前提」で書くイメージ。</a:t>
            </a:r>
            <a:endParaRPr lang="en-US" sz="1150" dirty="0">
              <a:latin typeface="Meiryo UI" panose="020B0604030504040204" pitchFamily="50" charset="-128"/>
              <a:ea typeface="Meiryo UI" panose="020B0604030504040204" pitchFamily="50" charset="-12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228600" y="0"/>
            <a:ext cx="777240" cy="658368"/>
          </a:xfrm>
          <a:prstGeom prst="rect">
            <a:avLst/>
          </a:prstGeom>
          <a:noFill/>
          <a:ln/>
        </p:spPr>
        <p:txBody>
          <a:bodyPr wrap="square" lIns="0" tIns="0" rIns="0" bIns="0" rtlCol="0" anchor="ctr"/>
          <a:lstStyle/>
          <a:p>
            <a:pPr marL="0" indent="0">
              <a:buNone/>
            </a:pPr>
            <a:r>
              <a:rPr lang="en-US" sz="1100" b="1" dirty="0">
                <a:solidFill>
                  <a:srgbClr val="DBEAFE"/>
                </a:solidFill>
                <a:latin typeface="Meiryo UI" panose="020B0604030504040204" pitchFamily="50" charset="-128"/>
                <a:ea typeface="Meiryo UI" panose="020B0604030504040204" pitchFamily="50" charset="-128"/>
              </a:rPr>
              <a:t>06</a:t>
            </a:r>
            <a:endParaRPr lang="en-US" sz="1100" dirty="0">
              <a:latin typeface="Meiryo UI" panose="020B0604030504040204" pitchFamily="50" charset="-128"/>
              <a:ea typeface="Meiryo UI" panose="020B0604030504040204" pitchFamily="50" charset="-128"/>
            </a:endParaRPr>
          </a:p>
        </p:txBody>
      </p:sp>
      <p:sp>
        <p:nvSpPr>
          <p:cNvPr id="4" name="Text 2"/>
          <p:cNvSpPr/>
          <p:nvPr/>
        </p:nvSpPr>
        <p:spPr>
          <a:xfrm>
            <a:off x="914400" y="0"/>
            <a:ext cx="795528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PdMが主導またはレビュー観点として持つ粒度</a:t>
            </a:r>
            <a:endParaRPr lang="en-US" sz="1900" dirty="0">
              <a:latin typeface="Meiryo UI" panose="020B0604030504040204" pitchFamily="50" charset="-128"/>
              <a:ea typeface="Meiryo UI" panose="020B0604030504040204" pitchFamily="50" charset="-128"/>
            </a:endParaRPr>
          </a:p>
        </p:txBody>
      </p:sp>
      <p:sp>
        <p:nvSpPr>
          <p:cNvPr id="5" name="Shape 3"/>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6" name="Text 4"/>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sp>
        <p:nvSpPr>
          <p:cNvPr id="7" name="Text 5"/>
          <p:cNvSpPr/>
          <p:nvPr/>
        </p:nvSpPr>
        <p:spPr>
          <a:xfrm>
            <a:off x="274320" y="658368"/>
            <a:ext cx="8595360" cy="201168"/>
          </a:xfrm>
          <a:prstGeom prst="rect">
            <a:avLst/>
          </a:prstGeom>
          <a:noFill/>
          <a:ln/>
        </p:spPr>
        <p:txBody>
          <a:bodyPr wrap="square" lIns="0" tIns="0" rIns="0" bIns="0" rtlCol="0" anchor="ctr"/>
          <a:lstStyle/>
          <a:p>
            <a:pPr marL="0" indent="0">
              <a:buNone/>
            </a:pPr>
            <a:r>
              <a:rPr lang="en-US" sz="1100" i="1" dirty="0">
                <a:solidFill>
                  <a:srgbClr val="475569"/>
                </a:solidFill>
                <a:latin typeface="Meiryo UI" panose="020B0604030504040204" pitchFamily="50" charset="-128"/>
                <a:ea typeface="Meiryo UI" panose="020B0604030504040204" pitchFamily="50" charset="-128"/>
              </a:rPr>
              <a:t>以下は、要件定義書・受入条件一覧などに具体化して書く内容の例</a:t>
            </a:r>
            <a:endParaRPr lang="en-US" sz="1100" dirty="0">
              <a:latin typeface="Meiryo UI" panose="020B0604030504040204" pitchFamily="50" charset="-128"/>
              <a:ea typeface="Meiryo UI" panose="020B0604030504040204" pitchFamily="50" charset="-128"/>
            </a:endParaRPr>
          </a:p>
        </p:txBody>
      </p:sp>
      <p:sp>
        <p:nvSpPr>
          <p:cNvPr id="8" name="Shape 6"/>
          <p:cNvSpPr/>
          <p:nvPr/>
        </p:nvSpPr>
        <p:spPr>
          <a:xfrm>
            <a:off x="274320" y="960120"/>
            <a:ext cx="4206240" cy="877824"/>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9" name="Shape 7"/>
          <p:cNvSpPr/>
          <p:nvPr/>
        </p:nvSpPr>
        <p:spPr>
          <a:xfrm>
            <a:off x="274320" y="960120"/>
            <a:ext cx="73152" cy="877824"/>
          </a:xfrm>
          <a:prstGeom prst="rect">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0" name="Text 8"/>
          <p:cNvSpPr/>
          <p:nvPr/>
        </p:nvSpPr>
        <p:spPr>
          <a:xfrm>
            <a:off x="420624" y="987552"/>
            <a:ext cx="3931920" cy="329184"/>
          </a:xfrm>
          <a:prstGeom prst="rect">
            <a:avLst/>
          </a:prstGeom>
          <a:noFill/>
          <a:ln/>
        </p:spPr>
        <p:txBody>
          <a:bodyPr wrap="square" lIns="0" tIns="0" rIns="0" bIns="0" rtlCol="0" anchor="ctr"/>
          <a:lstStyle/>
          <a:p>
            <a:pPr marL="0" indent="0">
              <a:buNone/>
            </a:pPr>
            <a:r>
              <a:rPr lang="en-US" sz="1300" b="1" dirty="0">
                <a:solidFill>
                  <a:srgbClr val="0F2D5B"/>
                </a:solidFill>
                <a:latin typeface="Meiryo UI" panose="020B0604030504040204" pitchFamily="50" charset="-128"/>
                <a:ea typeface="Meiryo UI" panose="020B0604030504040204" pitchFamily="50" charset="-128"/>
              </a:rPr>
              <a:t>業務ルール</a:t>
            </a:r>
            <a:endParaRPr lang="en-US" sz="1300" dirty="0">
              <a:latin typeface="Meiryo UI" panose="020B0604030504040204" pitchFamily="50" charset="-128"/>
              <a:ea typeface="Meiryo UI" panose="020B0604030504040204" pitchFamily="50" charset="-128"/>
            </a:endParaRPr>
          </a:p>
        </p:txBody>
      </p:sp>
      <p:sp>
        <p:nvSpPr>
          <p:cNvPr id="11" name="Text 9"/>
          <p:cNvSpPr/>
          <p:nvPr/>
        </p:nvSpPr>
        <p:spPr>
          <a:xfrm>
            <a:off x="420624" y="1344168"/>
            <a:ext cx="3931920" cy="457200"/>
          </a:xfrm>
          <a:prstGeom prst="rect">
            <a:avLst/>
          </a:prstGeom>
          <a:noFill/>
          <a:ln/>
        </p:spPr>
        <p:txBody>
          <a:bodyPr wrap="square" lIns="0" tIns="0" rIns="0" bIns="0" rtlCol="0" anchor="ctr"/>
          <a:lstStyle/>
          <a:p>
            <a:pPr marL="0" indent="0">
              <a:buNone/>
            </a:pPr>
            <a:r>
              <a:rPr lang="en-US" sz="1150" dirty="0">
                <a:solidFill>
                  <a:srgbClr val="475569"/>
                </a:solidFill>
                <a:latin typeface="Meiryo UI" panose="020B0604030504040204" pitchFamily="50" charset="-128"/>
                <a:ea typeface="Meiryo UI" panose="020B0604030504040204" pitchFamily="50" charset="-128"/>
              </a:rPr>
              <a:t>「承認は2段階」「金額○円以上は課長決裁」など業務上のルール</a:t>
            </a:r>
            <a:endParaRPr lang="en-US" sz="1150" dirty="0">
              <a:latin typeface="Meiryo UI" panose="020B0604030504040204" pitchFamily="50" charset="-128"/>
              <a:ea typeface="Meiryo UI" panose="020B0604030504040204" pitchFamily="50" charset="-128"/>
            </a:endParaRPr>
          </a:p>
        </p:txBody>
      </p:sp>
      <p:sp>
        <p:nvSpPr>
          <p:cNvPr id="12" name="Shape 10"/>
          <p:cNvSpPr/>
          <p:nvPr/>
        </p:nvSpPr>
        <p:spPr>
          <a:xfrm>
            <a:off x="4709160" y="960120"/>
            <a:ext cx="4206240" cy="877824"/>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13" name="Shape 11"/>
          <p:cNvSpPr/>
          <p:nvPr/>
        </p:nvSpPr>
        <p:spPr>
          <a:xfrm>
            <a:off x="4709160" y="960120"/>
            <a:ext cx="73152" cy="877824"/>
          </a:xfrm>
          <a:prstGeom prst="rect">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4" name="Text 12"/>
          <p:cNvSpPr/>
          <p:nvPr/>
        </p:nvSpPr>
        <p:spPr>
          <a:xfrm>
            <a:off x="4855464" y="987552"/>
            <a:ext cx="3931920" cy="329184"/>
          </a:xfrm>
          <a:prstGeom prst="rect">
            <a:avLst/>
          </a:prstGeom>
          <a:noFill/>
          <a:ln/>
        </p:spPr>
        <p:txBody>
          <a:bodyPr wrap="square" lIns="0" tIns="0" rIns="0" bIns="0" rtlCol="0" anchor="ctr"/>
          <a:lstStyle/>
          <a:p>
            <a:pPr marL="0" indent="0">
              <a:buNone/>
            </a:pPr>
            <a:r>
              <a:rPr lang="en-US" sz="1300" b="1" dirty="0">
                <a:solidFill>
                  <a:srgbClr val="0F2D5B"/>
                </a:solidFill>
                <a:latin typeface="Meiryo UI" panose="020B0604030504040204" pitchFamily="50" charset="-128"/>
                <a:ea typeface="Meiryo UI" panose="020B0604030504040204" pitchFamily="50" charset="-128"/>
              </a:rPr>
              <a:t>権限</a:t>
            </a:r>
            <a:endParaRPr lang="en-US" sz="1300" dirty="0">
              <a:latin typeface="Meiryo UI" panose="020B0604030504040204" pitchFamily="50" charset="-128"/>
              <a:ea typeface="Meiryo UI" panose="020B0604030504040204" pitchFamily="50" charset="-128"/>
            </a:endParaRPr>
          </a:p>
        </p:txBody>
      </p:sp>
      <p:sp>
        <p:nvSpPr>
          <p:cNvPr id="15" name="Text 13"/>
          <p:cNvSpPr/>
          <p:nvPr/>
        </p:nvSpPr>
        <p:spPr>
          <a:xfrm>
            <a:off x="4855464" y="1344168"/>
            <a:ext cx="3931920" cy="457200"/>
          </a:xfrm>
          <a:prstGeom prst="rect">
            <a:avLst/>
          </a:prstGeom>
          <a:noFill/>
          <a:ln/>
        </p:spPr>
        <p:txBody>
          <a:bodyPr wrap="square" lIns="0" tIns="0" rIns="0" bIns="0" rtlCol="0" anchor="ctr"/>
          <a:lstStyle/>
          <a:p>
            <a:pPr marL="0" indent="0">
              <a:buNone/>
            </a:pPr>
            <a:r>
              <a:rPr lang="en-US" sz="1150" dirty="0">
                <a:solidFill>
                  <a:srgbClr val="475569"/>
                </a:solidFill>
                <a:latin typeface="Meiryo UI" panose="020B0604030504040204" pitchFamily="50" charset="-128"/>
                <a:ea typeface="Meiryo UI" panose="020B0604030504040204" pitchFamily="50" charset="-128"/>
              </a:rPr>
              <a:t>ロール別の実行可否一覧</a:t>
            </a:r>
            <a:endParaRPr lang="en-US" sz="1150" dirty="0">
              <a:latin typeface="Meiryo UI" panose="020B0604030504040204" pitchFamily="50" charset="-128"/>
              <a:ea typeface="Meiryo UI" panose="020B0604030504040204" pitchFamily="50" charset="-128"/>
            </a:endParaRPr>
          </a:p>
        </p:txBody>
      </p:sp>
      <p:sp>
        <p:nvSpPr>
          <p:cNvPr id="16" name="Shape 14"/>
          <p:cNvSpPr/>
          <p:nvPr/>
        </p:nvSpPr>
        <p:spPr>
          <a:xfrm>
            <a:off x="274320" y="1874520"/>
            <a:ext cx="4206240" cy="877824"/>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17" name="Shape 15"/>
          <p:cNvSpPr/>
          <p:nvPr/>
        </p:nvSpPr>
        <p:spPr>
          <a:xfrm>
            <a:off x="274320" y="1874520"/>
            <a:ext cx="73152" cy="877824"/>
          </a:xfrm>
          <a:prstGeom prst="rect">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8" name="Text 16"/>
          <p:cNvSpPr/>
          <p:nvPr/>
        </p:nvSpPr>
        <p:spPr>
          <a:xfrm>
            <a:off x="420624" y="1901952"/>
            <a:ext cx="3931920" cy="329184"/>
          </a:xfrm>
          <a:prstGeom prst="rect">
            <a:avLst/>
          </a:prstGeom>
          <a:noFill/>
          <a:ln/>
        </p:spPr>
        <p:txBody>
          <a:bodyPr wrap="square" lIns="0" tIns="0" rIns="0" bIns="0" rtlCol="0" anchor="ctr"/>
          <a:lstStyle/>
          <a:p>
            <a:pPr marL="0" indent="0">
              <a:buNone/>
            </a:pPr>
            <a:r>
              <a:rPr lang="en-US" sz="1300" b="1" dirty="0">
                <a:solidFill>
                  <a:srgbClr val="0F2D5B"/>
                </a:solidFill>
                <a:latin typeface="Meiryo UI" panose="020B0604030504040204" pitchFamily="50" charset="-128"/>
                <a:ea typeface="Meiryo UI" panose="020B0604030504040204" pitchFamily="50" charset="-128"/>
              </a:rPr>
              <a:t>データ定義</a:t>
            </a:r>
            <a:endParaRPr lang="en-US" sz="1300" dirty="0">
              <a:latin typeface="Meiryo UI" panose="020B0604030504040204" pitchFamily="50" charset="-128"/>
              <a:ea typeface="Meiryo UI" panose="020B0604030504040204" pitchFamily="50" charset="-128"/>
            </a:endParaRPr>
          </a:p>
        </p:txBody>
      </p:sp>
      <p:sp>
        <p:nvSpPr>
          <p:cNvPr id="19" name="Text 17"/>
          <p:cNvSpPr/>
          <p:nvPr/>
        </p:nvSpPr>
        <p:spPr>
          <a:xfrm>
            <a:off x="420624" y="2258568"/>
            <a:ext cx="3931920" cy="457200"/>
          </a:xfrm>
          <a:prstGeom prst="rect">
            <a:avLst/>
          </a:prstGeom>
          <a:noFill/>
          <a:ln/>
        </p:spPr>
        <p:txBody>
          <a:bodyPr wrap="square" lIns="0" tIns="0" rIns="0" bIns="0" rtlCol="0" anchor="ctr"/>
          <a:lstStyle/>
          <a:p>
            <a:pPr marL="0" indent="0">
              <a:buNone/>
            </a:pPr>
            <a:r>
              <a:rPr lang="en-US" sz="1150" dirty="0">
                <a:solidFill>
                  <a:srgbClr val="475569"/>
                </a:solidFill>
                <a:latin typeface="Meiryo UI" panose="020B0604030504040204" pitchFamily="50" charset="-128"/>
                <a:ea typeface="Meiryo UI" panose="020B0604030504040204" pitchFamily="50" charset="-128"/>
              </a:rPr>
              <a:t>用語とデータの意味・単位・取りうる値</a:t>
            </a:r>
            <a:endParaRPr lang="en-US" sz="1150" dirty="0">
              <a:latin typeface="Meiryo UI" panose="020B0604030504040204" pitchFamily="50" charset="-128"/>
              <a:ea typeface="Meiryo UI" panose="020B0604030504040204" pitchFamily="50" charset="-128"/>
            </a:endParaRPr>
          </a:p>
        </p:txBody>
      </p:sp>
      <p:sp>
        <p:nvSpPr>
          <p:cNvPr id="20" name="Shape 18"/>
          <p:cNvSpPr/>
          <p:nvPr/>
        </p:nvSpPr>
        <p:spPr>
          <a:xfrm>
            <a:off x="4709160" y="1874520"/>
            <a:ext cx="4206240" cy="877824"/>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21" name="Shape 19"/>
          <p:cNvSpPr/>
          <p:nvPr/>
        </p:nvSpPr>
        <p:spPr>
          <a:xfrm>
            <a:off x="4709160" y="1874520"/>
            <a:ext cx="73152" cy="877824"/>
          </a:xfrm>
          <a:prstGeom prst="rect">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2" name="Text 20"/>
          <p:cNvSpPr/>
          <p:nvPr/>
        </p:nvSpPr>
        <p:spPr>
          <a:xfrm>
            <a:off x="4855464" y="1901952"/>
            <a:ext cx="3931920" cy="329184"/>
          </a:xfrm>
          <a:prstGeom prst="rect">
            <a:avLst/>
          </a:prstGeom>
          <a:noFill/>
          <a:ln/>
        </p:spPr>
        <p:txBody>
          <a:bodyPr wrap="square" lIns="0" tIns="0" rIns="0" bIns="0" rtlCol="0" anchor="ctr"/>
          <a:lstStyle/>
          <a:p>
            <a:pPr marL="0" indent="0">
              <a:buNone/>
            </a:pPr>
            <a:r>
              <a:rPr lang="en-US" sz="1300" b="1" dirty="0">
                <a:solidFill>
                  <a:srgbClr val="0F2D5B"/>
                </a:solidFill>
                <a:latin typeface="Meiryo UI" panose="020B0604030504040204" pitchFamily="50" charset="-128"/>
                <a:ea typeface="Meiryo UI" panose="020B0604030504040204" pitchFamily="50" charset="-128"/>
              </a:rPr>
              <a:t>例外系</a:t>
            </a:r>
            <a:endParaRPr lang="en-US" sz="1300" dirty="0">
              <a:latin typeface="Meiryo UI" panose="020B0604030504040204" pitchFamily="50" charset="-128"/>
              <a:ea typeface="Meiryo UI" panose="020B0604030504040204" pitchFamily="50" charset="-128"/>
            </a:endParaRPr>
          </a:p>
        </p:txBody>
      </p:sp>
      <p:sp>
        <p:nvSpPr>
          <p:cNvPr id="23" name="Text 21"/>
          <p:cNvSpPr/>
          <p:nvPr/>
        </p:nvSpPr>
        <p:spPr>
          <a:xfrm>
            <a:off x="4855464" y="2258568"/>
            <a:ext cx="3931920" cy="457200"/>
          </a:xfrm>
          <a:prstGeom prst="rect">
            <a:avLst/>
          </a:prstGeom>
          <a:noFill/>
          <a:ln/>
        </p:spPr>
        <p:txBody>
          <a:bodyPr wrap="square" lIns="0" tIns="0" rIns="0" bIns="0" rtlCol="0" anchor="ctr"/>
          <a:lstStyle/>
          <a:p>
            <a:pPr marL="0" indent="0">
              <a:buNone/>
            </a:pPr>
            <a:r>
              <a:rPr lang="en-US" sz="1150" dirty="0">
                <a:solidFill>
                  <a:srgbClr val="475569"/>
                </a:solidFill>
                <a:latin typeface="Meiryo UI" panose="020B0604030504040204" pitchFamily="50" charset="-128"/>
                <a:ea typeface="Meiryo UI" panose="020B0604030504040204" pitchFamily="50" charset="-128"/>
              </a:rPr>
              <a:t>通常はAだが、Bの場合はCとする、といった分岐</a:t>
            </a:r>
            <a:endParaRPr lang="en-US" sz="1150" dirty="0">
              <a:latin typeface="Meiryo UI" panose="020B0604030504040204" pitchFamily="50" charset="-128"/>
              <a:ea typeface="Meiryo UI" panose="020B0604030504040204" pitchFamily="50" charset="-128"/>
            </a:endParaRPr>
          </a:p>
        </p:txBody>
      </p:sp>
      <p:sp>
        <p:nvSpPr>
          <p:cNvPr id="24" name="Shape 22"/>
          <p:cNvSpPr/>
          <p:nvPr/>
        </p:nvSpPr>
        <p:spPr>
          <a:xfrm>
            <a:off x="274320" y="2788920"/>
            <a:ext cx="4206240" cy="877824"/>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25" name="Shape 23"/>
          <p:cNvSpPr/>
          <p:nvPr/>
        </p:nvSpPr>
        <p:spPr>
          <a:xfrm>
            <a:off x="274320" y="2788920"/>
            <a:ext cx="73152" cy="877824"/>
          </a:xfrm>
          <a:prstGeom prst="rect">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6" name="Text 24"/>
          <p:cNvSpPr/>
          <p:nvPr/>
        </p:nvSpPr>
        <p:spPr>
          <a:xfrm>
            <a:off x="420624" y="2816352"/>
            <a:ext cx="3931920" cy="329184"/>
          </a:xfrm>
          <a:prstGeom prst="rect">
            <a:avLst/>
          </a:prstGeom>
          <a:noFill/>
          <a:ln/>
        </p:spPr>
        <p:txBody>
          <a:bodyPr wrap="square" lIns="0" tIns="0" rIns="0" bIns="0" rtlCol="0" anchor="ctr"/>
          <a:lstStyle/>
          <a:p>
            <a:pPr marL="0" indent="0">
              <a:buNone/>
            </a:pPr>
            <a:r>
              <a:rPr lang="en-US" sz="1300" b="1" dirty="0">
                <a:solidFill>
                  <a:srgbClr val="0F2D5B"/>
                </a:solidFill>
                <a:latin typeface="Meiryo UI" panose="020B0604030504040204" pitchFamily="50" charset="-128"/>
                <a:ea typeface="Meiryo UI" panose="020B0604030504040204" pitchFamily="50" charset="-128"/>
              </a:rPr>
              <a:t>エラー時挙動</a:t>
            </a:r>
            <a:endParaRPr lang="en-US" sz="1300" dirty="0">
              <a:latin typeface="Meiryo UI" panose="020B0604030504040204" pitchFamily="50" charset="-128"/>
              <a:ea typeface="Meiryo UI" panose="020B0604030504040204" pitchFamily="50" charset="-128"/>
            </a:endParaRPr>
          </a:p>
        </p:txBody>
      </p:sp>
      <p:sp>
        <p:nvSpPr>
          <p:cNvPr id="27" name="Text 25"/>
          <p:cNvSpPr/>
          <p:nvPr/>
        </p:nvSpPr>
        <p:spPr>
          <a:xfrm>
            <a:off x="420624" y="3172968"/>
            <a:ext cx="3931920" cy="457200"/>
          </a:xfrm>
          <a:prstGeom prst="rect">
            <a:avLst/>
          </a:prstGeom>
          <a:noFill/>
          <a:ln/>
        </p:spPr>
        <p:txBody>
          <a:bodyPr wrap="square" lIns="0" tIns="0" rIns="0" bIns="0" rtlCol="0" anchor="ctr"/>
          <a:lstStyle/>
          <a:p>
            <a:pPr marL="0" indent="0">
              <a:buNone/>
            </a:pPr>
            <a:r>
              <a:rPr lang="en-US" sz="1150" dirty="0">
                <a:solidFill>
                  <a:srgbClr val="475569"/>
                </a:solidFill>
                <a:latin typeface="Meiryo UI" panose="020B0604030504040204" pitchFamily="50" charset="-128"/>
                <a:ea typeface="Meiryo UI" panose="020B0604030504040204" pitchFamily="50" charset="-128"/>
              </a:rPr>
              <a:t>エラーメッセージの表示や、障害時のリカバリ方針</a:t>
            </a:r>
            <a:endParaRPr lang="en-US" sz="1150" dirty="0">
              <a:latin typeface="Meiryo UI" panose="020B0604030504040204" pitchFamily="50" charset="-128"/>
              <a:ea typeface="Meiryo UI" panose="020B0604030504040204" pitchFamily="50" charset="-128"/>
            </a:endParaRPr>
          </a:p>
        </p:txBody>
      </p:sp>
      <p:sp>
        <p:nvSpPr>
          <p:cNvPr id="28" name="Shape 26"/>
          <p:cNvSpPr/>
          <p:nvPr/>
        </p:nvSpPr>
        <p:spPr>
          <a:xfrm>
            <a:off x="4709160" y="2788920"/>
            <a:ext cx="4206240" cy="877824"/>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29" name="Shape 27"/>
          <p:cNvSpPr/>
          <p:nvPr/>
        </p:nvSpPr>
        <p:spPr>
          <a:xfrm>
            <a:off x="4709160" y="2788920"/>
            <a:ext cx="73152" cy="877824"/>
          </a:xfrm>
          <a:prstGeom prst="rect">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0" name="Text 28"/>
          <p:cNvSpPr/>
          <p:nvPr/>
        </p:nvSpPr>
        <p:spPr>
          <a:xfrm>
            <a:off x="4855464" y="2816352"/>
            <a:ext cx="3931920" cy="329184"/>
          </a:xfrm>
          <a:prstGeom prst="rect">
            <a:avLst/>
          </a:prstGeom>
          <a:noFill/>
          <a:ln/>
        </p:spPr>
        <p:txBody>
          <a:bodyPr wrap="square" lIns="0" tIns="0" rIns="0" bIns="0" rtlCol="0" anchor="ctr"/>
          <a:lstStyle/>
          <a:p>
            <a:pPr marL="0" indent="0">
              <a:buNone/>
            </a:pPr>
            <a:r>
              <a:rPr lang="en-US" sz="1300" b="1" dirty="0">
                <a:solidFill>
                  <a:srgbClr val="0F2D5B"/>
                </a:solidFill>
                <a:latin typeface="Meiryo UI" panose="020B0604030504040204" pitchFamily="50" charset="-128"/>
                <a:ea typeface="Meiryo UI" panose="020B0604030504040204" pitchFamily="50" charset="-128"/>
              </a:rPr>
              <a:t>件数・頻度</a:t>
            </a:r>
            <a:endParaRPr lang="en-US" sz="1300" dirty="0">
              <a:latin typeface="Meiryo UI" panose="020B0604030504040204" pitchFamily="50" charset="-128"/>
              <a:ea typeface="Meiryo UI" panose="020B0604030504040204" pitchFamily="50" charset="-128"/>
            </a:endParaRPr>
          </a:p>
        </p:txBody>
      </p:sp>
      <p:sp>
        <p:nvSpPr>
          <p:cNvPr id="31" name="Text 29"/>
          <p:cNvSpPr/>
          <p:nvPr/>
        </p:nvSpPr>
        <p:spPr>
          <a:xfrm>
            <a:off x="4855464" y="3172968"/>
            <a:ext cx="3931920" cy="457200"/>
          </a:xfrm>
          <a:prstGeom prst="rect">
            <a:avLst/>
          </a:prstGeom>
          <a:noFill/>
          <a:ln/>
        </p:spPr>
        <p:txBody>
          <a:bodyPr wrap="square" lIns="0" tIns="0" rIns="0" bIns="0" rtlCol="0" anchor="ctr"/>
          <a:lstStyle/>
          <a:p>
            <a:pPr marL="0" indent="0">
              <a:buNone/>
            </a:pPr>
            <a:r>
              <a:rPr lang="en-US" sz="1150" dirty="0">
                <a:solidFill>
                  <a:srgbClr val="475569"/>
                </a:solidFill>
                <a:latin typeface="Meiryo UI" panose="020B0604030504040204" pitchFamily="50" charset="-128"/>
                <a:ea typeface="Meiryo UI" panose="020B0604030504040204" pitchFamily="50" charset="-128"/>
              </a:rPr>
              <a:t>最大件数や同時アクセス数など、非機能設計の根拠</a:t>
            </a:r>
            <a:endParaRPr lang="en-US" sz="1150" dirty="0">
              <a:latin typeface="Meiryo UI" panose="020B0604030504040204" pitchFamily="50" charset="-128"/>
              <a:ea typeface="Meiryo UI" panose="020B0604030504040204" pitchFamily="50" charset="-128"/>
            </a:endParaRPr>
          </a:p>
        </p:txBody>
      </p:sp>
      <p:sp>
        <p:nvSpPr>
          <p:cNvPr id="32" name="Shape 30"/>
          <p:cNvSpPr/>
          <p:nvPr/>
        </p:nvSpPr>
        <p:spPr>
          <a:xfrm>
            <a:off x="274320" y="3703320"/>
            <a:ext cx="4206240" cy="877824"/>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33" name="Shape 31"/>
          <p:cNvSpPr/>
          <p:nvPr/>
        </p:nvSpPr>
        <p:spPr>
          <a:xfrm>
            <a:off x="274320" y="3703320"/>
            <a:ext cx="73152" cy="877824"/>
          </a:xfrm>
          <a:prstGeom prst="rect">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4" name="Text 32"/>
          <p:cNvSpPr/>
          <p:nvPr/>
        </p:nvSpPr>
        <p:spPr>
          <a:xfrm>
            <a:off x="420624" y="3730752"/>
            <a:ext cx="3931920" cy="329184"/>
          </a:xfrm>
          <a:prstGeom prst="rect">
            <a:avLst/>
          </a:prstGeom>
          <a:noFill/>
          <a:ln/>
        </p:spPr>
        <p:txBody>
          <a:bodyPr wrap="square" lIns="0" tIns="0" rIns="0" bIns="0" rtlCol="0" anchor="ctr"/>
          <a:lstStyle/>
          <a:p>
            <a:pPr marL="0" indent="0">
              <a:buNone/>
            </a:pPr>
            <a:r>
              <a:rPr lang="en-US" sz="1300" b="1" dirty="0">
                <a:solidFill>
                  <a:srgbClr val="0F2D5B"/>
                </a:solidFill>
                <a:latin typeface="Meiryo UI" panose="020B0604030504040204" pitchFamily="50" charset="-128"/>
                <a:ea typeface="Meiryo UI" panose="020B0604030504040204" pitchFamily="50" charset="-128"/>
              </a:rPr>
              <a:t>締め時間</a:t>
            </a:r>
            <a:endParaRPr lang="en-US" sz="1300" dirty="0">
              <a:latin typeface="Meiryo UI" panose="020B0604030504040204" pitchFamily="50" charset="-128"/>
              <a:ea typeface="Meiryo UI" panose="020B0604030504040204" pitchFamily="50" charset="-128"/>
            </a:endParaRPr>
          </a:p>
        </p:txBody>
      </p:sp>
      <p:sp>
        <p:nvSpPr>
          <p:cNvPr id="35" name="Text 33"/>
          <p:cNvSpPr/>
          <p:nvPr/>
        </p:nvSpPr>
        <p:spPr>
          <a:xfrm>
            <a:off x="420624" y="4087368"/>
            <a:ext cx="3931920" cy="457200"/>
          </a:xfrm>
          <a:prstGeom prst="rect">
            <a:avLst/>
          </a:prstGeom>
          <a:noFill/>
          <a:ln/>
        </p:spPr>
        <p:txBody>
          <a:bodyPr wrap="square" lIns="0" tIns="0" rIns="0" bIns="0" rtlCol="0" anchor="ctr"/>
          <a:lstStyle/>
          <a:p>
            <a:pPr marL="0" indent="0">
              <a:buNone/>
            </a:pPr>
            <a:r>
              <a:rPr lang="en-US" sz="1150" dirty="0">
                <a:solidFill>
                  <a:srgbClr val="475569"/>
                </a:solidFill>
                <a:latin typeface="Meiryo UI" panose="020B0604030504040204" pitchFamily="50" charset="-128"/>
                <a:ea typeface="Meiryo UI" panose="020B0604030504040204" pitchFamily="50" charset="-128"/>
              </a:rPr>
              <a:t>日次・月次締めのタイミング</a:t>
            </a:r>
            <a:endParaRPr lang="en-US" sz="1150" dirty="0">
              <a:latin typeface="Meiryo UI" panose="020B0604030504040204" pitchFamily="50" charset="-128"/>
              <a:ea typeface="Meiryo UI" panose="020B0604030504040204" pitchFamily="50" charset="-128"/>
            </a:endParaRPr>
          </a:p>
        </p:txBody>
      </p:sp>
      <p:sp>
        <p:nvSpPr>
          <p:cNvPr id="36" name="Shape 34"/>
          <p:cNvSpPr/>
          <p:nvPr/>
        </p:nvSpPr>
        <p:spPr>
          <a:xfrm>
            <a:off x="4709160" y="3703320"/>
            <a:ext cx="4206240" cy="877824"/>
          </a:xfrm>
          <a:prstGeom prst="rect">
            <a:avLst/>
          </a:prstGeom>
          <a:solidFill>
            <a:srgbClr val="FFFFFF"/>
          </a:solidFill>
          <a:ln w="12700">
            <a:solidFill>
              <a:srgbClr val="E2E8F0"/>
            </a:solidFill>
            <a:prstDash val="solid"/>
          </a:ln>
          <a:effectLst>
            <a:outerShdw blurRad="38100" dist="12700" dir="8100000" algn="bl" rotWithShape="0">
              <a:srgbClr val="000000">
                <a:alpha val="6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37" name="Shape 35"/>
          <p:cNvSpPr/>
          <p:nvPr/>
        </p:nvSpPr>
        <p:spPr>
          <a:xfrm>
            <a:off x="4709160" y="3703320"/>
            <a:ext cx="73152" cy="877824"/>
          </a:xfrm>
          <a:prstGeom prst="rect">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8" name="Text 36"/>
          <p:cNvSpPr/>
          <p:nvPr/>
        </p:nvSpPr>
        <p:spPr>
          <a:xfrm>
            <a:off x="4855464" y="3730752"/>
            <a:ext cx="3931920" cy="329184"/>
          </a:xfrm>
          <a:prstGeom prst="rect">
            <a:avLst/>
          </a:prstGeom>
          <a:noFill/>
          <a:ln/>
        </p:spPr>
        <p:txBody>
          <a:bodyPr wrap="square" lIns="0" tIns="0" rIns="0" bIns="0" rtlCol="0" anchor="ctr"/>
          <a:lstStyle/>
          <a:p>
            <a:pPr marL="0" indent="0">
              <a:buNone/>
            </a:pPr>
            <a:r>
              <a:rPr lang="en-US" sz="1300" b="1" dirty="0">
                <a:solidFill>
                  <a:srgbClr val="0F2D5B"/>
                </a:solidFill>
                <a:latin typeface="Meiryo UI" panose="020B0604030504040204" pitchFamily="50" charset="-128"/>
                <a:ea typeface="Meiryo UI" panose="020B0604030504040204" pitchFamily="50" charset="-128"/>
              </a:rPr>
              <a:t>外部連携</a:t>
            </a:r>
            <a:endParaRPr lang="en-US" sz="1300" dirty="0">
              <a:latin typeface="Meiryo UI" panose="020B0604030504040204" pitchFamily="50" charset="-128"/>
              <a:ea typeface="Meiryo UI" panose="020B0604030504040204" pitchFamily="50" charset="-128"/>
            </a:endParaRPr>
          </a:p>
        </p:txBody>
      </p:sp>
      <p:sp>
        <p:nvSpPr>
          <p:cNvPr id="39" name="Text 37"/>
          <p:cNvSpPr/>
          <p:nvPr/>
        </p:nvSpPr>
        <p:spPr>
          <a:xfrm>
            <a:off x="4855464" y="4087368"/>
            <a:ext cx="3931920" cy="457200"/>
          </a:xfrm>
          <a:prstGeom prst="rect">
            <a:avLst/>
          </a:prstGeom>
          <a:noFill/>
          <a:ln/>
        </p:spPr>
        <p:txBody>
          <a:bodyPr wrap="square" lIns="0" tIns="0" rIns="0" bIns="0" rtlCol="0" anchor="ctr"/>
          <a:lstStyle/>
          <a:p>
            <a:pPr marL="0" indent="0">
              <a:buNone/>
            </a:pPr>
            <a:r>
              <a:rPr lang="en-US" sz="1150" dirty="0">
                <a:solidFill>
                  <a:srgbClr val="475569"/>
                </a:solidFill>
                <a:latin typeface="Meiryo UI" panose="020B0604030504040204" pitchFamily="50" charset="-128"/>
                <a:ea typeface="Meiryo UI" panose="020B0604030504040204" pitchFamily="50" charset="-128"/>
              </a:rPr>
              <a:t>境界と責任の明示</a:t>
            </a:r>
            <a:endParaRPr lang="en-US" sz="1150" dirty="0">
              <a:latin typeface="Meiryo UI" panose="020B0604030504040204" pitchFamily="50" charset="-128"/>
              <a:ea typeface="Meiryo UI" panose="020B0604030504040204" pitchFamily="50" charset="-128"/>
            </a:endParaRPr>
          </a:p>
        </p:txBody>
      </p:sp>
      <p:sp>
        <p:nvSpPr>
          <p:cNvPr id="40" name="Shape 38"/>
          <p:cNvSpPr/>
          <p:nvPr/>
        </p:nvSpPr>
        <p:spPr>
          <a:xfrm>
            <a:off x="274320" y="4663440"/>
            <a:ext cx="8595360" cy="274320"/>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41" name="Text 39"/>
          <p:cNvSpPr/>
          <p:nvPr/>
        </p:nvSpPr>
        <p:spPr>
          <a:xfrm>
            <a:off x="365760" y="4663440"/>
            <a:ext cx="8412480" cy="274320"/>
          </a:xfrm>
          <a:prstGeom prst="rect">
            <a:avLst/>
          </a:prstGeom>
          <a:noFill/>
          <a:ln/>
        </p:spPr>
        <p:txBody>
          <a:bodyPr wrap="square" lIns="0" tIns="0" rIns="0" bIns="0" rtlCol="0" anchor="ctr"/>
          <a:lstStyle/>
          <a:p>
            <a:pPr marL="0" indent="0">
              <a:buNone/>
            </a:pPr>
            <a:r>
              <a:rPr lang="en-US" sz="1000" dirty="0">
                <a:solidFill>
                  <a:srgbClr val="FFFFFF"/>
                </a:solidFill>
                <a:latin typeface="Meiryo UI" panose="020B0604030504040204" pitchFamily="50" charset="-128"/>
                <a:ea typeface="Meiryo UI" panose="020B0604030504040204" pitchFamily="50" charset="-128"/>
              </a:rPr>
              <a:t>これらを書かないと、後工程で「仕様が決まっていない」と止まる。概念ではなく、この粒度で要件・受入条件に落とすことがWFでは求められる。</a:t>
            </a:r>
            <a:endParaRPr lang="en-US" sz="1000" dirty="0">
              <a:latin typeface="Meiryo UI" panose="020B0604030504040204" pitchFamily="50" charset="-128"/>
              <a:ea typeface="Meiryo UI" panose="020B0604030504040204" pitchFamily="50" charset="-12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228600" y="0"/>
            <a:ext cx="777240" cy="658368"/>
          </a:xfrm>
          <a:prstGeom prst="rect">
            <a:avLst/>
          </a:prstGeom>
          <a:noFill/>
          <a:ln/>
        </p:spPr>
        <p:txBody>
          <a:bodyPr wrap="square" lIns="0" tIns="0" rIns="0" bIns="0" rtlCol="0" anchor="ctr"/>
          <a:lstStyle/>
          <a:p>
            <a:pPr marL="0" indent="0">
              <a:buNone/>
            </a:pPr>
            <a:r>
              <a:rPr lang="en-US" sz="1100" b="1" dirty="0">
                <a:solidFill>
                  <a:srgbClr val="DBEAFE"/>
                </a:solidFill>
                <a:latin typeface="Meiryo UI" panose="020B0604030504040204" pitchFamily="50" charset="-128"/>
                <a:ea typeface="Meiryo UI" panose="020B0604030504040204" pitchFamily="50" charset="-128"/>
              </a:rPr>
              <a:t>07</a:t>
            </a:r>
            <a:endParaRPr lang="en-US" sz="1100" dirty="0">
              <a:latin typeface="Meiryo UI" panose="020B0604030504040204" pitchFamily="50" charset="-128"/>
              <a:ea typeface="Meiryo UI" panose="020B0604030504040204" pitchFamily="50" charset="-128"/>
            </a:endParaRPr>
          </a:p>
        </p:txBody>
      </p:sp>
      <p:sp>
        <p:nvSpPr>
          <p:cNvPr id="4" name="Text 2"/>
          <p:cNvSpPr/>
          <p:nvPr/>
        </p:nvSpPr>
        <p:spPr>
          <a:xfrm>
            <a:off x="914400" y="0"/>
            <a:ext cx="795528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変更の扱い：Backlogと変更管理票</a:t>
            </a:r>
            <a:endParaRPr lang="en-US" sz="1900" dirty="0">
              <a:latin typeface="Meiryo UI" panose="020B0604030504040204" pitchFamily="50" charset="-128"/>
              <a:ea typeface="Meiryo UI" panose="020B0604030504040204" pitchFamily="50" charset="-128"/>
            </a:endParaRPr>
          </a:p>
        </p:txBody>
      </p:sp>
      <p:sp>
        <p:nvSpPr>
          <p:cNvPr id="5" name="Shape 3"/>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6" name="Text 4"/>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sp>
        <p:nvSpPr>
          <p:cNvPr id="7" name="Shape 5"/>
          <p:cNvSpPr/>
          <p:nvPr/>
        </p:nvSpPr>
        <p:spPr>
          <a:xfrm>
            <a:off x="274320" y="804672"/>
            <a:ext cx="3977640" cy="457200"/>
          </a:xfrm>
          <a:prstGeom prst="rect">
            <a:avLst/>
          </a:prstGeom>
          <a:solidFill>
            <a:srgbClr val="0D9488"/>
          </a:solidFill>
          <a:ln w="12700">
            <a:solidFill>
              <a:srgbClr val="0D948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8" name="Text 6"/>
          <p:cNvSpPr/>
          <p:nvPr/>
        </p:nvSpPr>
        <p:spPr>
          <a:xfrm>
            <a:off x="274320" y="804672"/>
            <a:ext cx="39776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anose="020B0604030504040204" pitchFamily="50" charset="-128"/>
                <a:ea typeface="Meiryo UI" panose="020B0604030504040204" pitchFamily="50" charset="-128"/>
              </a:rPr>
              <a:t>アジャイル：Backlogで吸収</a:t>
            </a:r>
            <a:endParaRPr lang="en-US" sz="1300" dirty="0">
              <a:latin typeface="Meiryo UI" panose="020B0604030504040204" pitchFamily="50" charset="-128"/>
              <a:ea typeface="Meiryo UI" panose="020B0604030504040204" pitchFamily="50" charset="-128"/>
            </a:endParaRPr>
          </a:p>
        </p:txBody>
      </p:sp>
      <p:sp>
        <p:nvSpPr>
          <p:cNvPr id="9" name="Text 7"/>
          <p:cNvSpPr/>
          <p:nvPr/>
        </p:nvSpPr>
        <p:spPr>
          <a:xfrm>
            <a:off x="411480" y="1335024"/>
            <a:ext cx="3749040" cy="1097280"/>
          </a:xfrm>
          <a:prstGeom prst="rect">
            <a:avLst/>
          </a:prstGeom>
          <a:noFill/>
          <a:ln/>
        </p:spPr>
        <p:txBody>
          <a:bodyPr wrap="square" lIns="0" tIns="0" rIns="0" bIns="0" rtlCol="0" anchor="ctr"/>
          <a:lstStyle/>
          <a:p>
            <a:pPr marL="0" indent="0">
              <a:buNone/>
            </a:pPr>
            <a:r>
              <a:rPr lang="en-US" sz="1200" dirty="0">
                <a:solidFill>
                  <a:srgbClr val="1E293B"/>
                </a:solidFill>
                <a:latin typeface="Meiryo UI" panose="020B0604030504040204" pitchFamily="50" charset="-128"/>
                <a:ea typeface="Meiryo UI" panose="020B0604030504040204" pitchFamily="50" charset="-128"/>
              </a:rPr>
              <a:t>変更 ＝ Backlogの並び替え／新ストーリー追加</a:t>
            </a:r>
            <a:endParaRPr lang="en-US" sz="1200" dirty="0">
              <a:latin typeface="Meiryo UI" panose="020B0604030504040204" pitchFamily="50" charset="-128"/>
              <a:ea typeface="Meiryo UI" panose="020B0604030504040204" pitchFamily="50" charset="-128"/>
            </a:endParaRPr>
          </a:p>
          <a:p>
            <a:pPr marL="0" indent="0">
              <a:buNone/>
            </a:pPr>
            <a:r>
              <a:rPr lang="en-US" sz="1200" dirty="0">
                <a:solidFill>
                  <a:srgbClr val="1E293B"/>
                </a:solidFill>
                <a:latin typeface="Meiryo UI" panose="020B0604030504040204" pitchFamily="50" charset="-128"/>
                <a:ea typeface="Meiryo UI" panose="020B0604030504040204" pitchFamily="50" charset="-128"/>
              </a:rPr>
              <a:t>「やっぱりこっちを先に」は日常茶飯事</a:t>
            </a:r>
            <a:endParaRPr lang="en-US" sz="1200" dirty="0">
              <a:latin typeface="Meiryo UI" panose="020B0604030504040204" pitchFamily="50" charset="-128"/>
              <a:ea typeface="Meiryo UI" panose="020B0604030504040204" pitchFamily="50" charset="-128"/>
            </a:endParaRPr>
          </a:p>
          <a:p>
            <a:pPr marL="0" indent="0">
              <a:buNone/>
            </a:pPr>
            <a:r>
              <a:rPr lang="en-US" sz="1200" dirty="0">
                <a:solidFill>
                  <a:srgbClr val="1E293B"/>
                </a:solidFill>
                <a:latin typeface="Meiryo UI" panose="020B0604030504040204" pitchFamily="50" charset="-128"/>
                <a:ea typeface="Meiryo UI" panose="020B0604030504040204" pitchFamily="50" charset="-128"/>
              </a:rPr>
              <a:t>コスト・納期はベロシティでざっくり管理</a:t>
            </a:r>
            <a:endParaRPr lang="en-US" sz="1200" dirty="0">
              <a:latin typeface="Meiryo UI" panose="020B0604030504040204" pitchFamily="50" charset="-128"/>
              <a:ea typeface="Meiryo UI" panose="020B0604030504040204" pitchFamily="50" charset="-128"/>
            </a:endParaRPr>
          </a:p>
        </p:txBody>
      </p:sp>
      <p:sp>
        <p:nvSpPr>
          <p:cNvPr id="10" name="Shape 8"/>
          <p:cNvSpPr/>
          <p:nvPr/>
        </p:nvSpPr>
        <p:spPr>
          <a:xfrm>
            <a:off x="4892040" y="804672"/>
            <a:ext cx="3977640" cy="457200"/>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1" name="Text 9"/>
          <p:cNvSpPr/>
          <p:nvPr/>
        </p:nvSpPr>
        <p:spPr>
          <a:xfrm>
            <a:off x="4892040" y="804672"/>
            <a:ext cx="39776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anose="020B0604030504040204" pitchFamily="50" charset="-128"/>
                <a:ea typeface="Meiryo UI" panose="020B0604030504040204" pitchFamily="50" charset="-128"/>
              </a:rPr>
              <a:t>WF：正式な変更管理プロセス</a:t>
            </a:r>
            <a:endParaRPr lang="en-US" sz="1300" dirty="0">
              <a:latin typeface="Meiryo UI" panose="020B0604030504040204" pitchFamily="50" charset="-128"/>
              <a:ea typeface="Meiryo UI" panose="020B0604030504040204" pitchFamily="50" charset="-128"/>
            </a:endParaRPr>
          </a:p>
        </p:txBody>
      </p:sp>
      <p:sp>
        <p:nvSpPr>
          <p:cNvPr id="12" name="Shape 10"/>
          <p:cNvSpPr/>
          <p:nvPr/>
        </p:nvSpPr>
        <p:spPr>
          <a:xfrm>
            <a:off x="4892040" y="1389888"/>
            <a:ext cx="347472" cy="347472"/>
          </a:xfrm>
          <a:prstGeom prst="ellipse">
            <a:avLst/>
          </a:prstGeom>
          <a:solidFill>
            <a:srgbClr val="0F2D5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3" name="Text 11"/>
          <p:cNvSpPr/>
          <p:nvPr/>
        </p:nvSpPr>
        <p:spPr>
          <a:xfrm>
            <a:off x="4892040" y="138988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UI" panose="020B0604030504040204" pitchFamily="50" charset="-128"/>
                <a:ea typeface="Meiryo UI" panose="020B0604030504040204" pitchFamily="50" charset="-128"/>
              </a:rPr>
              <a:t>1</a:t>
            </a:r>
            <a:endParaRPr lang="en-US" sz="1200" dirty="0">
              <a:latin typeface="Meiryo UI" panose="020B0604030504040204" pitchFamily="50" charset="-128"/>
              <a:ea typeface="Meiryo UI" panose="020B0604030504040204" pitchFamily="50" charset="-128"/>
            </a:endParaRPr>
          </a:p>
        </p:txBody>
      </p:sp>
      <p:sp>
        <p:nvSpPr>
          <p:cNvPr id="14" name="Text 12"/>
          <p:cNvSpPr/>
          <p:nvPr/>
        </p:nvSpPr>
        <p:spPr>
          <a:xfrm>
            <a:off x="5321808" y="1335024"/>
            <a:ext cx="3502152" cy="457200"/>
          </a:xfrm>
          <a:prstGeom prst="rect">
            <a:avLst/>
          </a:prstGeom>
          <a:noFill/>
          <a:ln/>
        </p:spPr>
        <p:txBody>
          <a:bodyPr wrap="square" lIns="0" tIns="0" rIns="0" bIns="0" rtlCol="0" anchor="ctr"/>
          <a:lstStyle/>
          <a:p>
            <a:pPr marL="0" indent="0">
              <a:buNone/>
            </a:pPr>
            <a:r>
              <a:rPr lang="en-US" sz="1200" dirty="0">
                <a:solidFill>
                  <a:srgbClr val="1E293B"/>
                </a:solidFill>
                <a:latin typeface="Meiryo UI" panose="020B0604030504040204" pitchFamily="50" charset="-128"/>
                <a:ea typeface="Meiryo UI" panose="020B0604030504040204" pitchFamily="50" charset="-128"/>
              </a:rPr>
              <a:t>変更管理票を起票（変更要求として記録）</a:t>
            </a:r>
            <a:endParaRPr lang="en-US" sz="1200" dirty="0">
              <a:latin typeface="Meiryo UI" panose="020B0604030504040204" pitchFamily="50" charset="-128"/>
              <a:ea typeface="Meiryo UI" panose="020B0604030504040204" pitchFamily="50" charset="-128"/>
            </a:endParaRPr>
          </a:p>
        </p:txBody>
      </p:sp>
      <p:sp>
        <p:nvSpPr>
          <p:cNvPr id="15" name="Shape 13"/>
          <p:cNvSpPr/>
          <p:nvPr/>
        </p:nvSpPr>
        <p:spPr>
          <a:xfrm>
            <a:off x="4892040" y="1938528"/>
            <a:ext cx="347472" cy="347472"/>
          </a:xfrm>
          <a:prstGeom prst="ellipse">
            <a:avLst/>
          </a:prstGeom>
          <a:solidFill>
            <a:srgbClr val="0F2D5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6" name="Text 14"/>
          <p:cNvSpPr/>
          <p:nvPr/>
        </p:nvSpPr>
        <p:spPr>
          <a:xfrm>
            <a:off x="4892040" y="193852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UI" panose="020B0604030504040204" pitchFamily="50" charset="-128"/>
                <a:ea typeface="Meiryo UI" panose="020B0604030504040204" pitchFamily="50" charset="-128"/>
              </a:rPr>
              <a:t>2</a:t>
            </a:r>
            <a:endParaRPr lang="en-US" sz="1200" dirty="0">
              <a:latin typeface="Meiryo UI" panose="020B0604030504040204" pitchFamily="50" charset="-128"/>
              <a:ea typeface="Meiryo UI" panose="020B0604030504040204" pitchFamily="50" charset="-128"/>
            </a:endParaRPr>
          </a:p>
        </p:txBody>
      </p:sp>
      <p:sp>
        <p:nvSpPr>
          <p:cNvPr id="17" name="Text 15"/>
          <p:cNvSpPr/>
          <p:nvPr/>
        </p:nvSpPr>
        <p:spPr>
          <a:xfrm>
            <a:off x="5321808" y="1883664"/>
            <a:ext cx="3502152" cy="457200"/>
          </a:xfrm>
          <a:prstGeom prst="rect">
            <a:avLst/>
          </a:prstGeom>
          <a:noFill/>
          <a:ln/>
        </p:spPr>
        <p:txBody>
          <a:bodyPr wrap="square" lIns="0" tIns="0" rIns="0" bIns="0" rtlCol="0" anchor="ctr"/>
          <a:lstStyle/>
          <a:p>
            <a:pPr marL="0" indent="0">
              <a:buNone/>
            </a:pPr>
            <a:r>
              <a:rPr lang="en-US" sz="1200" dirty="0">
                <a:solidFill>
                  <a:srgbClr val="1E293B"/>
                </a:solidFill>
                <a:latin typeface="Meiryo UI" panose="020B0604030504040204" pitchFamily="50" charset="-128"/>
                <a:ea typeface="Meiryo UI" panose="020B0604030504040204" pitchFamily="50" charset="-128"/>
              </a:rPr>
              <a:t>影響評価（QCD：品質・コスト・納期）</a:t>
            </a:r>
            <a:endParaRPr lang="en-US" sz="1200" dirty="0">
              <a:latin typeface="Meiryo UI" panose="020B0604030504040204" pitchFamily="50" charset="-128"/>
              <a:ea typeface="Meiryo UI" panose="020B0604030504040204" pitchFamily="50" charset="-128"/>
            </a:endParaRPr>
          </a:p>
        </p:txBody>
      </p:sp>
      <p:sp>
        <p:nvSpPr>
          <p:cNvPr id="18" name="Shape 16"/>
          <p:cNvSpPr/>
          <p:nvPr/>
        </p:nvSpPr>
        <p:spPr>
          <a:xfrm>
            <a:off x="4892040" y="2487168"/>
            <a:ext cx="347472" cy="347472"/>
          </a:xfrm>
          <a:prstGeom prst="ellipse">
            <a:avLst/>
          </a:prstGeom>
          <a:solidFill>
            <a:srgbClr val="0F2D5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9" name="Text 17"/>
          <p:cNvSpPr/>
          <p:nvPr/>
        </p:nvSpPr>
        <p:spPr>
          <a:xfrm>
            <a:off x="4892040" y="248716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UI" panose="020B0604030504040204" pitchFamily="50" charset="-128"/>
                <a:ea typeface="Meiryo UI" panose="020B0604030504040204" pitchFamily="50" charset="-128"/>
              </a:rPr>
              <a:t>3</a:t>
            </a:r>
            <a:endParaRPr lang="en-US" sz="1200" dirty="0">
              <a:latin typeface="Meiryo UI" panose="020B0604030504040204" pitchFamily="50" charset="-128"/>
              <a:ea typeface="Meiryo UI" panose="020B0604030504040204" pitchFamily="50" charset="-128"/>
            </a:endParaRPr>
          </a:p>
        </p:txBody>
      </p:sp>
      <p:sp>
        <p:nvSpPr>
          <p:cNvPr id="20" name="Text 18"/>
          <p:cNvSpPr/>
          <p:nvPr/>
        </p:nvSpPr>
        <p:spPr>
          <a:xfrm>
            <a:off x="5321808" y="2432304"/>
            <a:ext cx="3502152" cy="457200"/>
          </a:xfrm>
          <a:prstGeom prst="rect">
            <a:avLst/>
          </a:prstGeom>
          <a:noFill/>
          <a:ln/>
        </p:spPr>
        <p:txBody>
          <a:bodyPr wrap="square" lIns="0" tIns="0" rIns="0" bIns="0" rtlCol="0" anchor="ctr"/>
          <a:lstStyle/>
          <a:p>
            <a:pPr marL="0" indent="0">
              <a:buNone/>
            </a:pPr>
            <a:r>
              <a:rPr lang="en-US" sz="1200" dirty="0">
                <a:solidFill>
                  <a:srgbClr val="1E293B"/>
                </a:solidFill>
                <a:latin typeface="Meiryo UI" panose="020B0604030504040204" pitchFamily="50" charset="-128"/>
                <a:ea typeface="Meiryo UI" panose="020B0604030504040204" pitchFamily="50" charset="-128"/>
              </a:rPr>
              <a:t>承認フロー（変更可否の判断）</a:t>
            </a:r>
            <a:endParaRPr lang="en-US" sz="1200" dirty="0">
              <a:latin typeface="Meiryo UI" panose="020B0604030504040204" pitchFamily="50" charset="-128"/>
              <a:ea typeface="Meiryo UI" panose="020B0604030504040204" pitchFamily="50" charset="-128"/>
            </a:endParaRPr>
          </a:p>
        </p:txBody>
      </p:sp>
      <p:sp>
        <p:nvSpPr>
          <p:cNvPr id="21" name="Shape 19"/>
          <p:cNvSpPr/>
          <p:nvPr/>
        </p:nvSpPr>
        <p:spPr>
          <a:xfrm>
            <a:off x="4892040" y="3035808"/>
            <a:ext cx="347472" cy="347472"/>
          </a:xfrm>
          <a:prstGeom prst="ellipse">
            <a:avLst/>
          </a:prstGeom>
          <a:solidFill>
            <a:srgbClr val="0F2D5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2" name="Text 20"/>
          <p:cNvSpPr/>
          <p:nvPr/>
        </p:nvSpPr>
        <p:spPr>
          <a:xfrm>
            <a:off x="4892040" y="303580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UI" panose="020B0604030504040204" pitchFamily="50" charset="-128"/>
                <a:ea typeface="Meiryo UI" panose="020B0604030504040204" pitchFamily="50" charset="-128"/>
              </a:rPr>
              <a:t>4</a:t>
            </a:r>
            <a:endParaRPr lang="en-US" sz="1200" dirty="0">
              <a:latin typeface="Meiryo UI" panose="020B0604030504040204" pitchFamily="50" charset="-128"/>
              <a:ea typeface="Meiryo UI" panose="020B0604030504040204" pitchFamily="50" charset="-128"/>
            </a:endParaRPr>
          </a:p>
        </p:txBody>
      </p:sp>
      <p:sp>
        <p:nvSpPr>
          <p:cNvPr id="23" name="Text 21"/>
          <p:cNvSpPr/>
          <p:nvPr/>
        </p:nvSpPr>
        <p:spPr>
          <a:xfrm>
            <a:off x="5321808" y="2980944"/>
            <a:ext cx="3502152" cy="457200"/>
          </a:xfrm>
          <a:prstGeom prst="rect">
            <a:avLst/>
          </a:prstGeom>
          <a:noFill/>
          <a:ln/>
        </p:spPr>
        <p:txBody>
          <a:bodyPr wrap="square" lIns="0" tIns="0" rIns="0" bIns="0" rtlCol="0" anchor="ctr"/>
          <a:lstStyle/>
          <a:p>
            <a:pPr marL="0" indent="0">
              <a:buNone/>
            </a:pPr>
            <a:r>
              <a:rPr lang="en-US" sz="1200" dirty="0">
                <a:solidFill>
                  <a:srgbClr val="1E293B"/>
                </a:solidFill>
                <a:latin typeface="Meiryo UI" panose="020B0604030504040204" pitchFamily="50" charset="-128"/>
                <a:ea typeface="Meiryo UI" panose="020B0604030504040204" pitchFamily="50" charset="-128"/>
              </a:rPr>
              <a:t>場合により：契約変更・見積取り直し・納期再交渉</a:t>
            </a:r>
            <a:endParaRPr lang="en-US" sz="1200" dirty="0">
              <a:latin typeface="Meiryo UI" panose="020B0604030504040204" pitchFamily="50" charset="-128"/>
              <a:ea typeface="Meiryo UI" panose="020B0604030504040204" pitchFamily="50" charset="-128"/>
            </a:endParaRPr>
          </a:p>
        </p:txBody>
      </p:sp>
      <p:sp>
        <p:nvSpPr>
          <p:cNvPr id="24" name="Shape 22"/>
          <p:cNvSpPr/>
          <p:nvPr/>
        </p:nvSpPr>
        <p:spPr>
          <a:xfrm>
            <a:off x="4165092" y="1463040"/>
            <a:ext cx="813816" cy="813816"/>
          </a:xfrm>
          <a:prstGeom prst="ellipse">
            <a:avLst/>
          </a:prstGeom>
          <a:solidFill>
            <a:srgbClr val="D97706"/>
          </a:solidFill>
          <a:ln w="12700">
            <a:solidFill>
              <a:srgbClr val="D97706"/>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5" name="Text 23"/>
          <p:cNvSpPr/>
          <p:nvPr/>
        </p:nvSpPr>
        <p:spPr>
          <a:xfrm>
            <a:off x="4165092" y="1463040"/>
            <a:ext cx="813816" cy="813816"/>
          </a:xfrm>
          <a:prstGeom prst="rect">
            <a:avLst/>
          </a:prstGeom>
          <a:noFill/>
          <a:ln/>
        </p:spPr>
        <p:txBody>
          <a:bodyPr wrap="square" lIns="0" tIns="0" rIns="0" bIns="0" rtlCol="0" anchor="ctr"/>
          <a:lstStyle/>
          <a:p>
            <a:pPr marL="0" indent="0" algn="ctr">
              <a:buNone/>
            </a:pPr>
            <a:r>
              <a:rPr lang="en-US" sz="1500" b="1" dirty="0">
                <a:solidFill>
                  <a:srgbClr val="FFFFFF"/>
                </a:solidFill>
                <a:latin typeface="Meiryo UI" panose="020B0604030504040204" pitchFamily="50" charset="-128"/>
                <a:ea typeface="Meiryo UI" panose="020B0604030504040204" pitchFamily="50" charset="-128"/>
              </a:rPr>
              <a:t>VS</a:t>
            </a:r>
            <a:endParaRPr lang="en-US" sz="1500" dirty="0">
              <a:latin typeface="Meiryo UI" panose="020B0604030504040204" pitchFamily="50" charset="-128"/>
              <a:ea typeface="Meiryo UI" panose="020B0604030504040204" pitchFamily="50" charset="-128"/>
            </a:endParaRPr>
          </a:p>
        </p:txBody>
      </p:sp>
      <p:sp>
        <p:nvSpPr>
          <p:cNvPr id="26" name="Shape 24"/>
          <p:cNvSpPr/>
          <p:nvPr/>
        </p:nvSpPr>
        <p:spPr>
          <a:xfrm>
            <a:off x="274320" y="3218688"/>
            <a:ext cx="8595360" cy="38404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7" name="Text 25"/>
          <p:cNvSpPr/>
          <p:nvPr/>
        </p:nvSpPr>
        <p:spPr>
          <a:xfrm>
            <a:off x="274320" y="3218688"/>
            <a:ext cx="85953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Meiryo UI" panose="020B0604030504040204" pitchFamily="50" charset="-128"/>
                <a:ea typeface="Meiryo UI" panose="020B0604030504040204" pitchFamily="50" charset="-128"/>
              </a:rPr>
              <a:t>課題管理 vs 変更管理 の違い</a:t>
            </a:r>
            <a:endParaRPr lang="en-US" sz="1300" dirty="0">
              <a:latin typeface="Meiryo UI" panose="020B0604030504040204" pitchFamily="50" charset="-128"/>
              <a:ea typeface="Meiryo UI" panose="020B0604030504040204" pitchFamily="50" charset="-128"/>
            </a:endParaRPr>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274320" y="3630168"/>
          <a:ext cx="8595360" cy="1143000"/>
        </p:xfrm>
        <a:graphic>
          <a:graphicData uri="http://schemas.openxmlformats.org/drawingml/2006/table">
            <a:tbl>
              <a:tblPr/>
              <a:tblGrid>
                <a:gridCol w="137160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tblGrid>
              <a:tr h="285750">
                <a:tc>
                  <a:txBody>
                    <a:bodyPr/>
                    <a:lstStyle/>
                    <a:p>
                      <a:pPr marL="0" indent="0">
                        <a:buNone/>
                      </a:pPr>
                      <a:r>
                        <a:rPr lang="en-US" sz="1100" b="1" dirty="0">
                          <a:solidFill>
                            <a:srgbClr val="FFFFFF"/>
                          </a:solidFill>
                        </a:rPr>
                        <a:t>観点</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tc>
                  <a:txBody>
                    <a:bodyPr/>
                    <a:lstStyle/>
                    <a:p>
                      <a:pPr marL="0" indent="0">
                        <a:buNone/>
                      </a:pPr>
                      <a:r>
                        <a:rPr lang="en-US" sz="1100" b="1" dirty="0">
                          <a:solidFill>
                            <a:srgbClr val="FFFFFF"/>
                          </a:solidFill>
                        </a:rPr>
                        <a:t>課題管理</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tc>
                  <a:txBody>
                    <a:bodyPr/>
                    <a:lstStyle/>
                    <a:p>
                      <a:pPr marL="0" indent="0">
                        <a:buNone/>
                      </a:pPr>
                      <a:r>
                        <a:rPr lang="en-US" sz="1100" b="1" dirty="0">
                          <a:solidFill>
                            <a:srgbClr val="FFFFFF"/>
                          </a:solidFill>
                        </a:rPr>
                        <a:t>変更管理</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extLst>
                  <a:ext uri="{0D108BD9-81ED-4DB2-BD59-A6C34878D82A}">
                    <a16:rowId xmlns:a16="http://schemas.microsoft.com/office/drawing/2014/main" val="10000"/>
                  </a:ext>
                </a:extLst>
              </a:tr>
              <a:tr h="285750">
                <a:tc>
                  <a:txBody>
                    <a:bodyPr/>
                    <a:lstStyle/>
                    <a:p>
                      <a:pPr marL="0" indent="0">
                        <a:buNone/>
                      </a:pPr>
                      <a:r>
                        <a:rPr lang="en-US" sz="1100" dirty="0">
                          <a:solidFill>
                            <a:srgbClr val="000000"/>
                          </a:solidFill>
                        </a:rPr>
                        <a:t>対象</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まだ決まっていない論点・解消すべき問題</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合意済みスコープ／要件／納期／費用を変える話</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5750">
                <a:tc>
                  <a:txBody>
                    <a:bodyPr/>
                    <a:lstStyle/>
                    <a:p>
                      <a:pPr marL="0" indent="0">
                        <a:buNone/>
                      </a:pPr>
                      <a:r>
                        <a:rPr lang="en-US" sz="1100" dirty="0">
                          <a:solidFill>
                            <a:srgbClr val="000000"/>
                          </a:solidFill>
                        </a:rPr>
                        <a:t>例</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運用体制未確定、テスト環境不足、業務フローの矛盾</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仕様追加、納期延長、契約範囲の変更</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5750">
                <a:tc>
                  <a:txBody>
                    <a:bodyPr/>
                    <a:lstStyle/>
                    <a:p>
                      <a:pPr marL="0" indent="0">
                        <a:buNone/>
                      </a:pPr>
                      <a:r>
                        <a:rPr lang="en-US" sz="1100" dirty="0">
                          <a:solidFill>
                            <a:srgbClr val="000000"/>
                          </a:solidFill>
                        </a:rPr>
                        <a:t>出口</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「決める／解消する」まで追いかける</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rPr>
                        <a:t>変更可否の判断・承認を得て、計画・契約に反映する</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228600" y="0"/>
            <a:ext cx="777240" cy="658368"/>
          </a:xfrm>
          <a:prstGeom prst="rect">
            <a:avLst/>
          </a:prstGeom>
          <a:noFill/>
          <a:ln/>
        </p:spPr>
        <p:txBody>
          <a:bodyPr wrap="square" lIns="0" tIns="0" rIns="0" bIns="0" rtlCol="0" anchor="ctr"/>
          <a:lstStyle/>
          <a:p>
            <a:pPr marL="0" indent="0">
              <a:buNone/>
            </a:pPr>
            <a:r>
              <a:rPr lang="en-US" sz="1100" b="1" dirty="0">
                <a:solidFill>
                  <a:srgbClr val="DBEAFE"/>
                </a:solidFill>
                <a:latin typeface="Meiryo UI" panose="020B0604030504040204" pitchFamily="50" charset="-128"/>
                <a:ea typeface="Meiryo UI" panose="020B0604030504040204" pitchFamily="50" charset="-128"/>
              </a:rPr>
              <a:t>08</a:t>
            </a:r>
            <a:endParaRPr lang="en-US" sz="1100" dirty="0">
              <a:latin typeface="Meiryo UI" panose="020B0604030504040204" pitchFamily="50" charset="-128"/>
              <a:ea typeface="Meiryo UI" panose="020B0604030504040204" pitchFamily="50" charset="-128"/>
            </a:endParaRPr>
          </a:p>
        </p:txBody>
      </p:sp>
      <p:sp>
        <p:nvSpPr>
          <p:cNvPr id="4" name="Text 2"/>
          <p:cNvSpPr/>
          <p:nvPr/>
        </p:nvSpPr>
        <p:spPr>
          <a:xfrm>
            <a:off x="914400" y="0"/>
            <a:ext cx="795528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テストと受入の重さ</a:t>
            </a:r>
            <a:endParaRPr lang="en-US" sz="1900" dirty="0">
              <a:latin typeface="Meiryo UI" panose="020B0604030504040204" pitchFamily="50" charset="-128"/>
              <a:ea typeface="Meiryo UI" panose="020B0604030504040204" pitchFamily="50" charset="-128"/>
            </a:endParaRPr>
          </a:p>
        </p:txBody>
      </p:sp>
      <p:sp>
        <p:nvSpPr>
          <p:cNvPr id="5" name="Shape 3"/>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6" name="Text 4"/>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sp>
        <p:nvSpPr>
          <p:cNvPr id="7" name="Shape 5"/>
          <p:cNvSpPr/>
          <p:nvPr/>
        </p:nvSpPr>
        <p:spPr>
          <a:xfrm>
            <a:off x="274320" y="822960"/>
            <a:ext cx="2011680" cy="1005840"/>
          </a:xfrm>
          <a:prstGeom prst="rect">
            <a:avLst/>
          </a:prstGeom>
          <a:solidFill>
            <a:srgbClr val="0F2D5B"/>
          </a:solidFill>
          <a:ln w="12700">
            <a:solidFill>
              <a:srgbClr val="0F2D5B"/>
            </a:solidFill>
            <a:prstDash val="solid"/>
          </a:ln>
          <a:effectLst>
            <a:outerShdw blurRad="50800" dist="25400" dir="8100000" algn="bl" rotWithShape="0">
              <a:srgbClr val="000000">
                <a:alpha val="10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8" name="Text 6"/>
          <p:cNvSpPr/>
          <p:nvPr/>
        </p:nvSpPr>
        <p:spPr>
          <a:xfrm>
            <a:off x="274320" y="822960"/>
            <a:ext cx="20116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UI" panose="020B0604030504040204" pitchFamily="50" charset="-128"/>
                <a:ea typeface="Meiryo UI" panose="020B0604030504040204" pitchFamily="50" charset="-128"/>
              </a:rPr>
              <a:t>単体テスト</a:t>
            </a:r>
            <a:endParaRPr lang="en-US" sz="1400" dirty="0">
              <a:latin typeface="Meiryo UI" panose="020B0604030504040204" pitchFamily="50" charset="-128"/>
              <a:ea typeface="Meiryo UI" panose="020B0604030504040204" pitchFamily="50" charset="-128"/>
            </a:endParaRPr>
          </a:p>
        </p:txBody>
      </p:sp>
      <p:sp>
        <p:nvSpPr>
          <p:cNvPr id="9" name="Text 7"/>
          <p:cNvSpPr/>
          <p:nvPr/>
        </p:nvSpPr>
        <p:spPr>
          <a:xfrm>
            <a:off x="274320" y="1463040"/>
            <a:ext cx="2011680" cy="365760"/>
          </a:xfrm>
          <a:prstGeom prst="rect">
            <a:avLst/>
          </a:prstGeom>
          <a:noFill/>
          <a:ln/>
        </p:spPr>
        <p:txBody>
          <a:bodyPr wrap="square" lIns="0" tIns="0" rIns="0" bIns="0" rtlCol="0" anchor="ctr"/>
          <a:lstStyle/>
          <a:p>
            <a:pPr marL="0" indent="0" algn="ctr">
              <a:buNone/>
            </a:pPr>
            <a:r>
              <a:rPr lang="en-US" sz="1000" dirty="0">
                <a:solidFill>
                  <a:srgbClr val="BFD8F5"/>
                </a:solidFill>
                <a:latin typeface="Meiryo UI" panose="020B0604030504040204" pitchFamily="50" charset="-128"/>
                <a:ea typeface="Meiryo UI" panose="020B0604030504040204" pitchFamily="50" charset="-128"/>
              </a:rPr>
              <a:t>開発担当</a:t>
            </a:r>
            <a:endParaRPr lang="en-US" sz="1000" dirty="0">
              <a:latin typeface="Meiryo UI" panose="020B0604030504040204" pitchFamily="50" charset="-128"/>
              <a:ea typeface="Meiryo UI" panose="020B0604030504040204" pitchFamily="50" charset="-128"/>
            </a:endParaRPr>
          </a:p>
        </p:txBody>
      </p:sp>
      <p:sp>
        <p:nvSpPr>
          <p:cNvPr id="10" name="Shape 8"/>
          <p:cNvSpPr/>
          <p:nvPr/>
        </p:nvSpPr>
        <p:spPr>
          <a:xfrm>
            <a:off x="2286000" y="1325880"/>
            <a:ext cx="164592" cy="0"/>
          </a:xfrm>
          <a:prstGeom prst="line">
            <a:avLst/>
          </a:prstGeom>
          <a:noFill/>
          <a:ln w="25400">
            <a:solidFill>
              <a:srgbClr val="94A3B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1" name="Shape 9"/>
          <p:cNvSpPr/>
          <p:nvPr/>
        </p:nvSpPr>
        <p:spPr>
          <a:xfrm>
            <a:off x="274320" y="1938528"/>
            <a:ext cx="2011680" cy="1143000"/>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2" name="Text 10"/>
          <p:cNvSpPr/>
          <p:nvPr/>
        </p:nvSpPr>
        <p:spPr>
          <a:xfrm>
            <a:off x="274320" y="1938528"/>
            <a:ext cx="2011680" cy="274320"/>
          </a:xfrm>
          <a:prstGeom prst="rect">
            <a:avLst/>
          </a:prstGeom>
          <a:noFill/>
          <a:ln/>
        </p:spPr>
        <p:txBody>
          <a:bodyPr wrap="square" lIns="0" tIns="0" rIns="0" bIns="0" rtlCol="0" anchor="ctr"/>
          <a:lstStyle/>
          <a:p>
            <a:pPr marL="0" indent="0" algn="ctr">
              <a:buNone/>
            </a:pPr>
            <a:r>
              <a:rPr lang="en-US" sz="900" b="1" dirty="0">
                <a:solidFill>
                  <a:srgbClr val="2563EB"/>
                </a:solidFill>
                <a:latin typeface="Meiryo UI" panose="020B0604030504040204" pitchFamily="50" charset="-128"/>
                <a:ea typeface="Meiryo UI" panose="020B0604030504040204" pitchFamily="50" charset="-128"/>
              </a:rPr>
              <a:t>完了基準（例）</a:t>
            </a:r>
            <a:endParaRPr lang="en-US" sz="900" dirty="0">
              <a:latin typeface="Meiryo UI" panose="020B0604030504040204" pitchFamily="50" charset="-128"/>
              <a:ea typeface="Meiryo UI" panose="020B0604030504040204" pitchFamily="50" charset="-128"/>
            </a:endParaRPr>
          </a:p>
        </p:txBody>
      </p:sp>
      <p:sp>
        <p:nvSpPr>
          <p:cNvPr id="13" name="Text 11"/>
          <p:cNvSpPr/>
          <p:nvPr/>
        </p:nvSpPr>
        <p:spPr>
          <a:xfrm>
            <a:off x="320040" y="2231136"/>
            <a:ext cx="1920240" cy="804672"/>
          </a:xfrm>
          <a:prstGeom prst="rect">
            <a:avLst/>
          </a:prstGeom>
          <a:noFill/>
          <a:ln/>
        </p:spPr>
        <p:txBody>
          <a:bodyPr wrap="square" lIns="0" tIns="0" rIns="0" bIns="0" rtlCol="0" anchor="t"/>
          <a:lstStyle/>
          <a:p>
            <a:pPr marL="0" indent="0" algn="ctr">
              <a:buNone/>
            </a:pPr>
            <a:r>
              <a:rPr lang="en-US" sz="1000" dirty="0">
                <a:solidFill>
                  <a:srgbClr val="1E293B"/>
                </a:solidFill>
                <a:latin typeface="Meiryo UI" panose="020B0604030504040204" pitchFamily="50" charset="-128"/>
                <a:ea typeface="Meiryo UI" panose="020B0604030504040204" pitchFamily="50" charset="-128"/>
              </a:rPr>
              <a:t>単体テスト仕様の実行完了</a:t>
            </a:r>
            <a:endParaRPr lang="en-US" sz="1000" dirty="0">
              <a:latin typeface="Meiryo UI" panose="020B0604030504040204" pitchFamily="50" charset="-128"/>
              <a:ea typeface="Meiryo UI" panose="020B0604030504040204" pitchFamily="50" charset="-128"/>
            </a:endParaRPr>
          </a:p>
          <a:p>
            <a:pPr marL="0" indent="0" algn="ctr">
              <a:buNone/>
            </a:pPr>
            <a:r>
              <a:rPr lang="en-US" sz="1000" dirty="0">
                <a:solidFill>
                  <a:srgbClr val="1E293B"/>
                </a:solidFill>
                <a:latin typeface="Meiryo UI" panose="020B0604030504040204" pitchFamily="50" charset="-128"/>
                <a:ea typeface="Meiryo UI" panose="020B0604030504040204" pitchFamily="50" charset="-128"/>
              </a:rPr>
              <a:t>品質基準を満たす</a:t>
            </a:r>
            <a:endParaRPr lang="en-US" sz="1000" dirty="0">
              <a:latin typeface="Meiryo UI" panose="020B0604030504040204" pitchFamily="50" charset="-128"/>
              <a:ea typeface="Meiryo UI" panose="020B0604030504040204" pitchFamily="50" charset="-128"/>
            </a:endParaRPr>
          </a:p>
        </p:txBody>
      </p:sp>
      <p:sp>
        <p:nvSpPr>
          <p:cNvPr id="14" name="Shape 12"/>
          <p:cNvSpPr/>
          <p:nvPr/>
        </p:nvSpPr>
        <p:spPr>
          <a:xfrm>
            <a:off x="2450592" y="822960"/>
            <a:ext cx="2011680" cy="1005840"/>
          </a:xfrm>
          <a:prstGeom prst="rect">
            <a:avLst/>
          </a:prstGeom>
          <a:solidFill>
            <a:srgbClr val="1562A8"/>
          </a:solidFill>
          <a:ln w="12700">
            <a:solidFill>
              <a:srgbClr val="1562A8"/>
            </a:solidFill>
            <a:prstDash val="solid"/>
          </a:ln>
          <a:effectLst>
            <a:outerShdw blurRad="50800" dist="25400" dir="8100000" algn="bl" rotWithShape="0">
              <a:srgbClr val="000000">
                <a:alpha val="10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15" name="Text 13"/>
          <p:cNvSpPr/>
          <p:nvPr/>
        </p:nvSpPr>
        <p:spPr>
          <a:xfrm>
            <a:off x="2450592" y="822960"/>
            <a:ext cx="20116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UI" panose="020B0604030504040204" pitchFamily="50" charset="-128"/>
                <a:ea typeface="Meiryo UI" panose="020B0604030504040204" pitchFamily="50" charset="-128"/>
              </a:rPr>
              <a:t>結合テスト</a:t>
            </a:r>
            <a:endParaRPr lang="en-US" sz="1400" dirty="0">
              <a:latin typeface="Meiryo UI" panose="020B0604030504040204" pitchFamily="50" charset="-128"/>
              <a:ea typeface="Meiryo UI" panose="020B0604030504040204" pitchFamily="50" charset="-128"/>
            </a:endParaRPr>
          </a:p>
        </p:txBody>
      </p:sp>
      <p:sp>
        <p:nvSpPr>
          <p:cNvPr id="16" name="Text 14"/>
          <p:cNvSpPr/>
          <p:nvPr/>
        </p:nvSpPr>
        <p:spPr>
          <a:xfrm>
            <a:off x="2450592" y="1463040"/>
            <a:ext cx="2011680" cy="365760"/>
          </a:xfrm>
          <a:prstGeom prst="rect">
            <a:avLst/>
          </a:prstGeom>
          <a:noFill/>
          <a:ln/>
        </p:spPr>
        <p:txBody>
          <a:bodyPr wrap="square" lIns="0" tIns="0" rIns="0" bIns="0" rtlCol="0" anchor="ctr"/>
          <a:lstStyle/>
          <a:p>
            <a:pPr marL="0" indent="0" algn="ctr">
              <a:buNone/>
            </a:pPr>
            <a:r>
              <a:rPr lang="en-US" sz="1000" dirty="0">
                <a:solidFill>
                  <a:srgbClr val="BFD8F5"/>
                </a:solidFill>
                <a:latin typeface="Meiryo UI" panose="020B0604030504040204" pitchFamily="50" charset="-128"/>
                <a:ea typeface="Meiryo UI" panose="020B0604030504040204" pitchFamily="50" charset="-128"/>
              </a:rPr>
              <a:t>開発リード／SE</a:t>
            </a:r>
            <a:endParaRPr lang="en-US" sz="1000" dirty="0">
              <a:latin typeface="Meiryo UI" panose="020B0604030504040204" pitchFamily="50" charset="-128"/>
              <a:ea typeface="Meiryo UI" panose="020B0604030504040204" pitchFamily="50" charset="-128"/>
            </a:endParaRPr>
          </a:p>
        </p:txBody>
      </p:sp>
      <p:sp>
        <p:nvSpPr>
          <p:cNvPr id="17" name="Shape 15"/>
          <p:cNvSpPr/>
          <p:nvPr/>
        </p:nvSpPr>
        <p:spPr>
          <a:xfrm>
            <a:off x="4462272" y="1325880"/>
            <a:ext cx="164592" cy="0"/>
          </a:xfrm>
          <a:prstGeom prst="line">
            <a:avLst/>
          </a:prstGeom>
          <a:noFill/>
          <a:ln w="25400">
            <a:solidFill>
              <a:srgbClr val="94A3B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8" name="Shape 16"/>
          <p:cNvSpPr/>
          <p:nvPr/>
        </p:nvSpPr>
        <p:spPr>
          <a:xfrm>
            <a:off x="2450592" y="1938528"/>
            <a:ext cx="2011680" cy="1143000"/>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9" name="Text 17"/>
          <p:cNvSpPr/>
          <p:nvPr/>
        </p:nvSpPr>
        <p:spPr>
          <a:xfrm>
            <a:off x="2450592" y="1938528"/>
            <a:ext cx="2011680" cy="274320"/>
          </a:xfrm>
          <a:prstGeom prst="rect">
            <a:avLst/>
          </a:prstGeom>
          <a:noFill/>
          <a:ln/>
        </p:spPr>
        <p:txBody>
          <a:bodyPr wrap="square" lIns="0" tIns="0" rIns="0" bIns="0" rtlCol="0" anchor="ctr"/>
          <a:lstStyle/>
          <a:p>
            <a:pPr marL="0" indent="0" algn="ctr">
              <a:buNone/>
            </a:pPr>
            <a:r>
              <a:rPr lang="en-US" sz="900" b="1" dirty="0">
                <a:solidFill>
                  <a:srgbClr val="2563EB"/>
                </a:solidFill>
                <a:latin typeface="Meiryo UI" panose="020B0604030504040204" pitchFamily="50" charset="-128"/>
                <a:ea typeface="Meiryo UI" panose="020B0604030504040204" pitchFamily="50" charset="-128"/>
              </a:rPr>
              <a:t>完了基準（例）</a:t>
            </a:r>
            <a:endParaRPr lang="en-US" sz="900" dirty="0">
              <a:latin typeface="Meiryo UI" panose="020B0604030504040204" pitchFamily="50" charset="-128"/>
              <a:ea typeface="Meiryo UI" panose="020B0604030504040204" pitchFamily="50" charset="-128"/>
            </a:endParaRPr>
          </a:p>
        </p:txBody>
      </p:sp>
      <p:sp>
        <p:nvSpPr>
          <p:cNvPr id="20" name="Text 18"/>
          <p:cNvSpPr/>
          <p:nvPr/>
        </p:nvSpPr>
        <p:spPr>
          <a:xfrm>
            <a:off x="2496312" y="2231136"/>
            <a:ext cx="1920240" cy="804672"/>
          </a:xfrm>
          <a:prstGeom prst="rect">
            <a:avLst/>
          </a:prstGeom>
          <a:noFill/>
          <a:ln/>
        </p:spPr>
        <p:txBody>
          <a:bodyPr wrap="square" lIns="0" tIns="0" rIns="0" bIns="0" rtlCol="0" anchor="t"/>
          <a:lstStyle/>
          <a:p>
            <a:pPr marL="0" indent="0" algn="ctr">
              <a:buNone/>
            </a:pPr>
            <a:r>
              <a:rPr lang="en-US" sz="1000" dirty="0">
                <a:solidFill>
                  <a:srgbClr val="1E293B"/>
                </a:solidFill>
                <a:latin typeface="Meiryo UI" panose="020B0604030504040204" pitchFamily="50" charset="-128"/>
                <a:ea typeface="Meiryo UI" panose="020B0604030504040204" pitchFamily="50" charset="-128"/>
              </a:rPr>
              <a:t>致命・重大ゼロで</a:t>
            </a:r>
            <a:endParaRPr lang="en-US" sz="1000" dirty="0">
              <a:latin typeface="Meiryo UI" panose="020B0604030504040204" pitchFamily="50" charset="-128"/>
              <a:ea typeface="Meiryo UI" panose="020B0604030504040204" pitchFamily="50" charset="-128"/>
            </a:endParaRPr>
          </a:p>
          <a:p>
            <a:pPr marL="0" indent="0" algn="ctr">
              <a:buNone/>
            </a:pPr>
            <a:r>
              <a:rPr lang="en-US" sz="1000" dirty="0">
                <a:solidFill>
                  <a:srgbClr val="1E293B"/>
                </a:solidFill>
                <a:latin typeface="Meiryo UI" panose="020B0604030504040204" pitchFamily="50" charset="-128"/>
                <a:ea typeface="Meiryo UI" panose="020B0604030504040204" pitchFamily="50" charset="-128"/>
              </a:rPr>
              <a:t>次工程移行可</a:t>
            </a:r>
            <a:endParaRPr lang="en-US" sz="1000" dirty="0">
              <a:latin typeface="Meiryo UI" panose="020B0604030504040204" pitchFamily="50" charset="-128"/>
              <a:ea typeface="Meiryo UI" panose="020B0604030504040204" pitchFamily="50" charset="-128"/>
            </a:endParaRPr>
          </a:p>
        </p:txBody>
      </p:sp>
      <p:sp>
        <p:nvSpPr>
          <p:cNvPr id="21" name="Shape 19"/>
          <p:cNvSpPr/>
          <p:nvPr/>
        </p:nvSpPr>
        <p:spPr>
          <a:xfrm>
            <a:off x="4626864" y="822960"/>
            <a:ext cx="2011680" cy="1005840"/>
          </a:xfrm>
          <a:prstGeom prst="rect">
            <a:avLst/>
          </a:prstGeom>
          <a:solidFill>
            <a:srgbClr val="2092E2"/>
          </a:solidFill>
          <a:ln w="12700">
            <a:solidFill>
              <a:srgbClr val="2092E2"/>
            </a:solidFill>
            <a:prstDash val="solid"/>
          </a:ln>
          <a:effectLst>
            <a:outerShdw blurRad="50800" dist="25400" dir="8100000" algn="bl" rotWithShape="0">
              <a:srgbClr val="000000">
                <a:alpha val="10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22" name="Text 20"/>
          <p:cNvSpPr/>
          <p:nvPr/>
        </p:nvSpPr>
        <p:spPr>
          <a:xfrm>
            <a:off x="4626864" y="822960"/>
            <a:ext cx="20116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UI" panose="020B0604030504040204" pitchFamily="50" charset="-128"/>
                <a:ea typeface="Meiryo UI" panose="020B0604030504040204" pitchFamily="50" charset="-128"/>
              </a:rPr>
              <a:t>総合テスト</a:t>
            </a:r>
            <a:endParaRPr lang="en-US" sz="1400" dirty="0">
              <a:latin typeface="Meiryo UI" panose="020B0604030504040204" pitchFamily="50" charset="-128"/>
              <a:ea typeface="Meiryo UI" panose="020B0604030504040204" pitchFamily="50" charset="-128"/>
            </a:endParaRPr>
          </a:p>
        </p:txBody>
      </p:sp>
      <p:sp>
        <p:nvSpPr>
          <p:cNvPr id="23" name="Text 21"/>
          <p:cNvSpPr/>
          <p:nvPr/>
        </p:nvSpPr>
        <p:spPr>
          <a:xfrm>
            <a:off x="4626864" y="1463040"/>
            <a:ext cx="2011680" cy="365760"/>
          </a:xfrm>
          <a:prstGeom prst="rect">
            <a:avLst/>
          </a:prstGeom>
          <a:noFill/>
          <a:ln/>
        </p:spPr>
        <p:txBody>
          <a:bodyPr wrap="square" lIns="0" tIns="0" rIns="0" bIns="0" rtlCol="0" anchor="ctr"/>
          <a:lstStyle/>
          <a:p>
            <a:pPr marL="0" indent="0" algn="ctr">
              <a:buNone/>
            </a:pPr>
            <a:r>
              <a:rPr lang="en-US" sz="1000" dirty="0">
                <a:solidFill>
                  <a:srgbClr val="BFD8F5"/>
                </a:solidFill>
                <a:latin typeface="Meiryo UI" panose="020B0604030504040204" pitchFamily="50" charset="-128"/>
                <a:ea typeface="Meiryo UI" panose="020B0604030504040204" pitchFamily="50" charset="-128"/>
              </a:rPr>
              <a:t>テストリード／QA</a:t>
            </a:r>
            <a:endParaRPr lang="en-US" sz="1000" dirty="0">
              <a:latin typeface="Meiryo UI" panose="020B0604030504040204" pitchFamily="50" charset="-128"/>
              <a:ea typeface="Meiryo UI" panose="020B0604030504040204" pitchFamily="50" charset="-128"/>
            </a:endParaRPr>
          </a:p>
        </p:txBody>
      </p:sp>
      <p:sp>
        <p:nvSpPr>
          <p:cNvPr id="24" name="Shape 22"/>
          <p:cNvSpPr/>
          <p:nvPr/>
        </p:nvSpPr>
        <p:spPr>
          <a:xfrm>
            <a:off x="6638544" y="1325880"/>
            <a:ext cx="164592" cy="0"/>
          </a:xfrm>
          <a:prstGeom prst="line">
            <a:avLst/>
          </a:prstGeom>
          <a:noFill/>
          <a:ln w="25400">
            <a:solidFill>
              <a:srgbClr val="94A3B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5" name="Shape 23"/>
          <p:cNvSpPr/>
          <p:nvPr/>
        </p:nvSpPr>
        <p:spPr>
          <a:xfrm>
            <a:off x="4626864" y="1938528"/>
            <a:ext cx="2011680" cy="1143000"/>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6" name="Text 24"/>
          <p:cNvSpPr/>
          <p:nvPr/>
        </p:nvSpPr>
        <p:spPr>
          <a:xfrm>
            <a:off x="4626864" y="1938528"/>
            <a:ext cx="2011680" cy="274320"/>
          </a:xfrm>
          <a:prstGeom prst="rect">
            <a:avLst/>
          </a:prstGeom>
          <a:noFill/>
          <a:ln/>
        </p:spPr>
        <p:txBody>
          <a:bodyPr wrap="square" lIns="0" tIns="0" rIns="0" bIns="0" rtlCol="0" anchor="ctr"/>
          <a:lstStyle/>
          <a:p>
            <a:pPr marL="0" indent="0" algn="ctr">
              <a:buNone/>
            </a:pPr>
            <a:r>
              <a:rPr lang="en-US" sz="900" b="1" dirty="0">
                <a:solidFill>
                  <a:srgbClr val="2563EB"/>
                </a:solidFill>
                <a:latin typeface="Meiryo UI" panose="020B0604030504040204" pitchFamily="50" charset="-128"/>
                <a:ea typeface="Meiryo UI" panose="020B0604030504040204" pitchFamily="50" charset="-128"/>
              </a:rPr>
              <a:t>完了基準（例）</a:t>
            </a:r>
            <a:endParaRPr lang="en-US" sz="900" dirty="0">
              <a:latin typeface="Meiryo UI" panose="020B0604030504040204" pitchFamily="50" charset="-128"/>
              <a:ea typeface="Meiryo UI" panose="020B0604030504040204" pitchFamily="50" charset="-128"/>
            </a:endParaRPr>
          </a:p>
        </p:txBody>
      </p:sp>
      <p:sp>
        <p:nvSpPr>
          <p:cNvPr id="27" name="Text 25"/>
          <p:cNvSpPr/>
          <p:nvPr/>
        </p:nvSpPr>
        <p:spPr>
          <a:xfrm>
            <a:off x="4672584" y="2231136"/>
            <a:ext cx="1920240" cy="804672"/>
          </a:xfrm>
          <a:prstGeom prst="rect">
            <a:avLst/>
          </a:prstGeom>
          <a:noFill/>
          <a:ln/>
        </p:spPr>
        <p:txBody>
          <a:bodyPr wrap="square" lIns="0" tIns="0" rIns="0" bIns="0" rtlCol="0" anchor="t"/>
          <a:lstStyle/>
          <a:p>
            <a:pPr marL="0" indent="0" algn="ctr">
              <a:buNone/>
            </a:pPr>
            <a:r>
              <a:rPr lang="en-US" sz="1000" dirty="0">
                <a:solidFill>
                  <a:srgbClr val="1E293B"/>
                </a:solidFill>
                <a:latin typeface="Meiryo UI" panose="020B0604030504040204" pitchFamily="50" charset="-128"/>
                <a:ea typeface="Meiryo UI" panose="020B0604030504040204" pitchFamily="50" charset="-128"/>
              </a:rPr>
              <a:t>受入移行条件達成</a:t>
            </a:r>
            <a:endParaRPr lang="en-US" sz="1000" dirty="0">
              <a:latin typeface="Meiryo UI" panose="020B0604030504040204" pitchFamily="50" charset="-128"/>
              <a:ea typeface="Meiryo UI" panose="020B0604030504040204" pitchFamily="50" charset="-128"/>
            </a:endParaRPr>
          </a:p>
          <a:p>
            <a:pPr marL="0" indent="0" algn="ctr">
              <a:buNone/>
            </a:pPr>
            <a:r>
              <a:rPr lang="en-US" sz="1000" dirty="0">
                <a:solidFill>
                  <a:srgbClr val="1E293B"/>
                </a:solidFill>
                <a:latin typeface="Meiryo UI" panose="020B0604030504040204" pitchFamily="50" charset="-128"/>
                <a:ea typeface="Meiryo UI" panose="020B0604030504040204" pitchFamily="50" charset="-128"/>
              </a:rPr>
              <a:t>（残不具合ルール）</a:t>
            </a:r>
            <a:endParaRPr lang="en-US" sz="1000" dirty="0">
              <a:latin typeface="Meiryo UI" panose="020B0604030504040204" pitchFamily="50" charset="-128"/>
              <a:ea typeface="Meiryo UI" panose="020B0604030504040204" pitchFamily="50" charset="-128"/>
            </a:endParaRPr>
          </a:p>
        </p:txBody>
      </p:sp>
      <p:sp>
        <p:nvSpPr>
          <p:cNvPr id="28" name="Shape 26"/>
          <p:cNvSpPr/>
          <p:nvPr/>
        </p:nvSpPr>
        <p:spPr>
          <a:xfrm>
            <a:off x="6803136" y="822960"/>
            <a:ext cx="2011680" cy="1005840"/>
          </a:xfrm>
          <a:prstGeom prst="rect">
            <a:avLst/>
          </a:prstGeom>
          <a:solidFill>
            <a:srgbClr val="D97706"/>
          </a:solidFill>
          <a:ln w="12700">
            <a:solidFill>
              <a:srgbClr val="D97706"/>
            </a:solidFill>
            <a:prstDash val="solid"/>
          </a:ln>
          <a:effectLst>
            <a:outerShdw blurRad="50800" dist="25400" dir="8100000" algn="bl" rotWithShape="0">
              <a:srgbClr val="000000">
                <a:alpha val="10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29" name="Text 27"/>
          <p:cNvSpPr/>
          <p:nvPr/>
        </p:nvSpPr>
        <p:spPr>
          <a:xfrm>
            <a:off x="6803136" y="822960"/>
            <a:ext cx="20116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UI" panose="020B0604030504040204" pitchFamily="50" charset="-128"/>
                <a:ea typeface="Meiryo UI" panose="020B0604030504040204" pitchFamily="50" charset="-128"/>
              </a:rPr>
              <a:t>受入テスト</a:t>
            </a:r>
            <a:endParaRPr lang="en-US" sz="1400" dirty="0">
              <a:latin typeface="Meiryo UI" panose="020B0604030504040204" pitchFamily="50" charset="-128"/>
              <a:ea typeface="Meiryo UI" panose="020B0604030504040204" pitchFamily="50" charset="-128"/>
            </a:endParaRPr>
          </a:p>
          <a:p>
            <a:pPr marL="0" indent="0" algn="ctr">
              <a:buNone/>
            </a:pPr>
            <a:r>
              <a:rPr lang="en-US" sz="1400" b="1" dirty="0">
                <a:solidFill>
                  <a:srgbClr val="FFFFFF"/>
                </a:solidFill>
                <a:latin typeface="Meiryo UI" panose="020B0604030504040204" pitchFamily="50" charset="-128"/>
                <a:ea typeface="Meiryo UI" panose="020B0604030504040204" pitchFamily="50" charset="-128"/>
              </a:rPr>
              <a:t>(UAT)</a:t>
            </a:r>
            <a:endParaRPr lang="en-US" sz="1400" dirty="0">
              <a:latin typeface="Meiryo UI" panose="020B0604030504040204" pitchFamily="50" charset="-128"/>
              <a:ea typeface="Meiryo UI" panose="020B0604030504040204" pitchFamily="50" charset="-128"/>
            </a:endParaRPr>
          </a:p>
        </p:txBody>
      </p:sp>
      <p:sp>
        <p:nvSpPr>
          <p:cNvPr id="30" name="Text 28"/>
          <p:cNvSpPr/>
          <p:nvPr/>
        </p:nvSpPr>
        <p:spPr>
          <a:xfrm>
            <a:off x="6803136" y="1463040"/>
            <a:ext cx="2011680" cy="365760"/>
          </a:xfrm>
          <a:prstGeom prst="rect">
            <a:avLst/>
          </a:prstGeom>
          <a:noFill/>
          <a:ln/>
        </p:spPr>
        <p:txBody>
          <a:bodyPr wrap="square" lIns="0" tIns="0" rIns="0" bIns="0" rtlCol="0" anchor="ctr"/>
          <a:lstStyle/>
          <a:p>
            <a:pPr marL="0" indent="0" algn="ctr">
              <a:buNone/>
            </a:pPr>
            <a:r>
              <a:rPr lang="en-US" sz="1000" dirty="0">
                <a:solidFill>
                  <a:srgbClr val="BFD8F5"/>
                </a:solidFill>
                <a:latin typeface="Meiryo UI" panose="020B0604030504040204" pitchFamily="50" charset="-128"/>
                <a:ea typeface="Meiryo UI" panose="020B0604030504040204" pitchFamily="50" charset="-128"/>
              </a:rPr>
              <a:t>顧客＋ベンダ支援</a:t>
            </a:r>
            <a:endParaRPr lang="en-US" sz="1000" dirty="0">
              <a:latin typeface="Meiryo UI" panose="020B0604030504040204" pitchFamily="50" charset="-128"/>
              <a:ea typeface="Meiryo UI" panose="020B0604030504040204" pitchFamily="50" charset="-128"/>
            </a:endParaRPr>
          </a:p>
        </p:txBody>
      </p:sp>
      <p:sp>
        <p:nvSpPr>
          <p:cNvPr id="31" name="Shape 29"/>
          <p:cNvSpPr/>
          <p:nvPr/>
        </p:nvSpPr>
        <p:spPr>
          <a:xfrm>
            <a:off x="6803136" y="1938528"/>
            <a:ext cx="2011680" cy="1143000"/>
          </a:xfrm>
          <a:prstGeom prst="rect">
            <a:avLst/>
          </a:prstGeom>
          <a:solidFill>
            <a:srgbClr val="FFFBEB"/>
          </a:solidFill>
          <a:ln w="12700">
            <a:solidFill>
              <a:srgbClr val="FDE68A"/>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2" name="Text 30"/>
          <p:cNvSpPr/>
          <p:nvPr/>
        </p:nvSpPr>
        <p:spPr>
          <a:xfrm>
            <a:off x="6803136" y="1938528"/>
            <a:ext cx="2011680" cy="274320"/>
          </a:xfrm>
          <a:prstGeom prst="rect">
            <a:avLst/>
          </a:prstGeom>
          <a:noFill/>
          <a:ln/>
        </p:spPr>
        <p:txBody>
          <a:bodyPr wrap="square" lIns="0" tIns="0" rIns="0" bIns="0" rtlCol="0" anchor="ctr"/>
          <a:lstStyle/>
          <a:p>
            <a:pPr marL="0" indent="0" algn="ctr">
              <a:buNone/>
            </a:pPr>
            <a:r>
              <a:rPr lang="en-US" sz="900" b="1" dirty="0">
                <a:solidFill>
                  <a:srgbClr val="D97706"/>
                </a:solidFill>
                <a:latin typeface="Meiryo UI" panose="020B0604030504040204" pitchFamily="50" charset="-128"/>
                <a:ea typeface="Meiryo UI" panose="020B0604030504040204" pitchFamily="50" charset="-128"/>
              </a:rPr>
              <a:t>完了基準（例）</a:t>
            </a:r>
            <a:endParaRPr lang="en-US" sz="900" dirty="0">
              <a:latin typeface="Meiryo UI" panose="020B0604030504040204" pitchFamily="50" charset="-128"/>
              <a:ea typeface="Meiryo UI" panose="020B0604030504040204" pitchFamily="50" charset="-128"/>
            </a:endParaRPr>
          </a:p>
        </p:txBody>
      </p:sp>
      <p:sp>
        <p:nvSpPr>
          <p:cNvPr id="33" name="Text 31"/>
          <p:cNvSpPr/>
          <p:nvPr/>
        </p:nvSpPr>
        <p:spPr>
          <a:xfrm>
            <a:off x="6848856" y="2231136"/>
            <a:ext cx="1920240" cy="804672"/>
          </a:xfrm>
          <a:prstGeom prst="rect">
            <a:avLst/>
          </a:prstGeom>
          <a:noFill/>
          <a:ln/>
        </p:spPr>
        <p:txBody>
          <a:bodyPr wrap="square" lIns="0" tIns="0" rIns="0" bIns="0" rtlCol="0" anchor="t"/>
          <a:lstStyle/>
          <a:p>
            <a:pPr marL="0" indent="0" algn="ctr">
              <a:buNone/>
            </a:pPr>
            <a:r>
              <a:rPr lang="en-US" sz="1000" dirty="0">
                <a:solidFill>
                  <a:srgbClr val="1E293B"/>
                </a:solidFill>
                <a:latin typeface="Meiryo UI" panose="020B0604030504040204" pitchFamily="50" charset="-128"/>
                <a:ea typeface="Meiryo UI" panose="020B0604030504040204" pitchFamily="50" charset="-128"/>
              </a:rPr>
              <a:t>受入条件全項目合格</a:t>
            </a:r>
            <a:endParaRPr lang="en-US" sz="1000" dirty="0">
              <a:latin typeface="Meiryo UI" panose="020B0604030504040204" pitchFamily="50" charset="-128"/>
              <a:ea typeface="Meiryo UI" panose="020B0604030504040204" pitchFamily="50" charset="-128"/>
            </a:endParaRPr>
          </a:p>
          <a:p>
            <a:pPr marL="0" indent="0" algn="ctr">
              <a:buNone/>
            </a:pPr>
            <a:r>
              <a:rPr lang="en-US" sz="1000" dirty="0">
                <a:solidFill>
                  <a:srgbClr val="1E293B"/>
                </a:solidFill>
                <a:latin typeface="Meiryo UI" panose="020B0604030504040204" pitchFamily="50" charset="-128"/>
                <a:ea typeface="Meiryo UI" panose="020B0604030504040204" pitchFamily="50" charset="-128"/>
              </a:rPr>
              <a:t>→ 顧客の検収サイン</a:t>
            </a:r>
            <a:endParaRPr lang="en-US" sz="1000" dirty="0">
              <a:latin typeface="Meiryo UI" panose="020B0604030504040204" pitchFamily="50" charset="-128"/>
              <a:ea typeface="Meiryo UI" panose="020B0604030504040204" pitchFamily="50" charset="-128"/>
            </a:endParaRPr>
          </a:p>
        </p:txBody>
      </p:sp>
      <p:sp>
        <p:nvSpPr>
          <p:cNvPr id="34" name="Shape 32"/>
          <p:cNvSpPr/>
          <p:nvPr/>
        </p:nvSpPr>
        <p:spPr>
          <a:xfrm>
            <a:off x="274320" y="3200400"/>
            <a:ext cx="8595360" cy="402336"/>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5" name="Text 33"/>
          <p:cNvSpPr/>
          <p:nvPr/>
        </p:nvSpPr>
        <p:spPr>
          <a:xfrm>
            <a:off x="365760" y="3200400"/>
            <a:ext cx="8412480" cy="402336"/>
          </a:xfrm>
          <a:prstGeom prst="rect">
            <a:avLst/>
          </a:prstGeom>
          <a:noFill/>
          <a:ln/>
        </p:spPr>
        <p:txBody>
          <a:bodyPr wrap="square" lIns="0" tIns="0" rIns="0" bIns="0" rtlCol="0" anchor="ctr"/>
          <a:lstStyle/>
          <a:p>
            <a:pPr marL="0" indent="0">
              <a:buNone/>
            </a:pPr>
            <a:r>
              <a:rPr lang="en-US" sz="1200" b="1" dirty="0">
                <a:solidFill>
                  <a:srgbClr val="FFFFFF"/>
                </a:solidFill>
                <a:latin typeface="Meiryo UI" panose="020B0604030504040204" pitchFamily="50" charset="-128"/>
                <a:ea typeface="Meiryo UI" panose="020B0604030504040204" pitchFamily="50" charset="-128"/>
              </a:rPr>
              <a:t>トレーサビリティ：要求 → 設計 → テスト → 受入条件 の対応関係を追える状態にする</a:t>
            </a:r>
            <a:endParaRPr lang="en-US" sz="1200" dirty="0">
              <a:latin typeface="Meiryo UI" panose="020B0604030504040204" pitchFamily="50" charset="-128"/>
              <a:ea typeface="Meiryo UI" panose="020B0604030504040204" pitchFamily="50" charset="-128"/>
            </a:endParaRPr>
          </a:p>
        </p:txBody>
      </p:sp>
      <p:sp>
        <p:nvSpPr>
          <p:cNvPr id="36" name="Text 34"/>
          <p:cNvSpPr/>
          <p:nvPr/>
        </p:nvSpPr>
        <p:spPr>
          <a:xfrm>
            <a:off x="274320" y="3675888"/>
            <a:ext cx="8595360" cy="365760"/>
          </a:xfrm>
          <a:prstGeom prst="rect">
            <a:avLst/>
          </a:prstGeom>
          <a:noFill/>
          <a:ln/>
        </p:spPr>
        <p:txBody>
          <a:bodyPr wrap="square" lIns="0" tIns="0" rIns="0" bIns="0" rtlCol="0" anchor="ctr"/>
          <a:lstStyle/>
          <a:p>
            <a:pPr marL="0" indent="0">
              <a:buNone/>
            </a:pPr>
            <a:r>
              <a:rPr lang="en-US" sz="1150" b="1" dirty="0">
                <a:solidFill>
                  <a:srgbClr val="1E293B"/>
                </a:solidFill>
                <a:latin typeface="Meiryo UI" panose="020B0604030504040204" pitchFamily="50" charset="-128"/>
                <a:ea typeface="Meiryo UI" panose="020B0604030504040204" pitchFamily="50" charset="-128"/>
              </a:rPr>
              <a:t>テスト計画：</a:t>
            </a:r>
            <a:r>
              <a:rPr lang="en-US" sz="1150" dirty="0">
                <a:solidFill>
                  <a:srgbClr val="1E293B"/>
                </a:solidFill>
                <a:latin typeface="Meiryo UI" panose="020B0604030504040204" pitchFamily="50" charset="-128"/>
                <a:ea typeface="Meiryo UI" panose="020B0604030504040204" pitchFamily="50" charset="-128"/>
              </a:rPr>
              <a:t>何を・いつ・誰が・どう進めるか（対象範囲・スケジュール・責任者・完了基準）</a:t>
            </a:r>
            <a:endParaRPr lang="en-US" sz="1150" dirty="0">
              <a:latin typeface="Meiryo UI" panose="020B0604030504040204" pitchFamily="50" charset="-128"/>
              <a:ea typeface="Meiryo UI" panose="020B0604030504040204" pitchFamily="50" charset="-128"/>
            </a:endParaRPr>
          </a:p>
        </p:txBody>
      </p:sp>
      <p:sp>
        <p:nvSpPr>
          <p:cNvPr id="37" name="Text 35"/>
          <p:cNvSpPr/>
          <p:nvPr/>
        </p:nvSpPr>
        <p:spPr>
          <a:xfrm>
            <a:off x="274320" y="4078224"/>
            <a:ext cx="8595360" cy="365760"/>
          </a:xfrm>
          <a:prstGeom prst="rect">
            <a:avLst/>
          </a:prstGeom>
          <a:noFill/>
          <a:ln/>
        </p:spPr>
        <p:txBody>
          <a:bodyPr wrap="square" lIns="0" tIns="0" rIns="0" bIns="0" rtlCol="0" anchor="ctr"/>
          <a:lstStyle/>
          <a:p>
            <a:pPr marL="0" indent="0">
              <a:buNone/>
            </a:pPr>
            <a:r>
              <a:rPr lang="en-US" sz="1150" b="1" dirty="0">
                <a:solidFill>
                  <a:srgbClr val="1E293B"/>
                </a:solidFill>
                <a:latin typeface="Meiryo UI" panose="020B0604030504040204" pitchFamily="50" charset="-128"/>
                <a:ea typeface="Meiryo UI" panose="020B0604030504040204" pitchFamily="50" charset="-128"/>
              </a:rPr>
              <a:t>テスト仕様：</a:t>
            </a:r>
            <a:r>
              <a:rPr lang="en-US" sz="1150" dirty="0">
                <a:solidFill>
                  <a:srgbClr val="1E293B"/>
                </a:solidFill>
                <a:latin typeface="Meiryo UI" panose="020B0604030504040204" pitchFamily="50" charset="-128"/>
                <a:ea typeface="Meiryo UI" panose="020B0604030504040204" pitchFamily="50" charset="-128"/>
              </a:rPr>
              <a:t>入力・手順・期待結果・判定基準。仕様で初めて検証内容が確定する</a:t>
            </a:r>
            <a:endParaRPr lang="en-US" sz="1150" dirty="0">
              <a:latin typeface="Meiryo UI" panose="020B0604030504040204" pitchFamily="50" charset="-128"/>
              <a:ea typeface="Meiryo UI" panose="020B0604030504040204" pitchFamily="50" charset="-128"/>
            </a:endParaRPr>
          </a:p>
        </p:txBody>
      </p:sp>
      <p:sp>
        <p:nvSpPr>
          <p:cNvPr id="38" name="Text 36"/>
          <p:cNvSpPr/>
          <p:nvPr/>
        </p:nvSpPr>
        <p:spPr>
          <a:xfrm>
            <a:off x="274320" y="4480560"/>
            <a:ext cx="8595360" cy="365760"/>
          </a:xfrm>
          <a:prstGeom prst="rect">
            <a:avLst/>
          </a:prstGeom>
          <a:noFill/>
          <a:ln/>
        </p:spPr>
        <p:txBody>
          <a:bodyPr wrap="square" lIns="0" tIns="0" rIns="0" bIns="0" rtlCol="0" anchor="ctr"/>
          <a:lstStyle/>
          <a:p>
            <a:pPr marL="0" indent="0">
              <a:buNone/>
            </a:pPr>
            <a:r>
              <a:rPr lang="en-US" sz="1150" b="1" dirty="0">
                <a:solidFill>
                  <a:srgbClr val="1E293B"/>
                </a:solidFill>
                <a:latin typeface="Meiryo UI" panose="020B0604030504040204" pitchFamily="50" charset="-128"/>
                <a:ea typeface="Meiryo UI" panose="020B0604030504040204" pitchFamily="50" charset="-128"/>
              </a:rPr>
              <a:t>不具合残件ルール：</a:t>
            </a:r>
            <a:r>
              <a:rPr lang="en-US" sz="1150" dirty="0">
                <a:solidFill>
                  <a:srgbClr val="1E293B"/>
                </a:solidFill>
                <a:latin typeface="Meiryo UI" panose="020B0604030504040204" pitchFamily="50" charset="-128"/>
                <a:ea typeface="Meiryo UI" panose="020B0604030504040204" pitchFamily="50" charset="-128"/>
              </a:rPr>
              <a:t>次工程移行条件（致命・重大はブロック）と残件管理のルール（誰が・いつまでに解消するか）を事前合意</a:t>
            </a:r>
            <a:endParaRPr lang="en-US" sz="1150" dirty="0">
              <a:latin typeface="Meiryo UI" panose="020B0604030504040204" pitchFamily="50" charset="-128"/>
              <a:ea typeface="Meiryo UI" panose="020B0604030504040204" pitchFamily="50" charset="-12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228600" y="0"/>
            <a:ext cx="777240" cy="658368"/>
          </a:xfrm>
          <a:prstGeom prst="rect">
            <a:avLst/>
          </a:prstGeom>
          <a:noFill/>
          <a:ln/>
        </p:spPr>
        <p:txBody>
          <a:bodyPr wrap="square" lIns="0" tIns="0" rIns="0" bIns="0" rtlCol="0" anchor="ctr"/>
          <a:lstStyle/>
          <a:p>
            <a:pPr marL="0" indent="0">
              <a:buNone/>
            </a:pPr>
            <a:r>
              <a:rPr lang="en-US" sz="1100" b="1" dirty="0">
                <a:solidFill>
                  <a:srgbClr val="DBEAFE"/>
                </a:solidFill>
                <a:latin typeface="Meiryo UI" panose="020B0604030504040204" pitchFamily="50" charset="-128"/>
                <a:ea typeface="Meiryo UI" panose="020B0604030504040204" pitchFamily="50" charset="-128"/>
              </a:rPr>
              <a:t>08</a:t>
            </a:r>
            <a:endParaRPr lang="en-US" sz="1100" dirty="0">
              <a:latin typeface="Meiryo UI" panose="020B0604030504040204" pitchFamily="50" charset="-128"/>
              <a:ea typeface="Meiryo UI" panose="020B0604030504040204" pitchFamily="50" charset="-128"/>
            </a:endParaRPr>
          </a:p>
        </p:txBody>
      </p:sp>
      <p:sp>
        <p:nvSpPr>
          <p:cNvPr id="4" name="Text 2"/>
          <p:cNvSpPr/>
          <p:nvPr/>
        </p:nvSpPr>
        <p:spPr>
          <a:xfrm>
            <a:off x="914400" y="0"/>
            <a:ext cx="795528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受入判定の実務</a:t>
            </a:r>
            <a:endParaRPr lang="en-US" sz="1900" dirty="0">
              <a:latin typeface="Meiryo UI" panose="020B0604030504040204" pitchFamily="50" charset="-128"/>
              <a:ea typeface="Meiryo UI" panose="020B0604030504040204" pitchFamily="50" charset="-128"/>
            </a:endParaRPr>
          </a:p>
        </p:txBody>
      </p:sp>
      <p:sp>
        <p:nvSpPr>
          <p:cNvPr id="5" name="Shape 3"/>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6" name="Text 4"/>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sp>
        <p:nvSpPr>
          <p:cNvPr id="7" name="Shape 5"/>
          <p:cNvSpPr/>
          <p:nvPr/>
        </p:nvSpPr>
        <p:spPr>
          <a:xfrm>
            <a:off x="274320" y="914400"/>
            <a:ext cx="548640" cy="548640"/>
          </a:xfrm>
          <a:prstGeom prst="ellipse">
            <a:avLst/>
          </a:prstGeom>
          <a:solidFill>
            <a:srgbClr val="0F2D5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8" name="Text 6"/>
          <p:cNvSpPr/>
          <p:nvPr/>
        </p:nvSpPr>
        <p:spPr>
          <a:xfrm>
            <a:off x="274320" y="9144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Meiryo UI" panose="020B0604030504040204" pitchFamily="50" charset="-128"/>
                <a:ea typeface="Meiryo UI" panose="020B0604030504040204" pitchFamily="50" charset="-128"/>
              </a:rPr>
              <a:t>1</a:t>
            </a:r>
            <a:endParaRPr lang="en-US" sz="1800" dirty="0">
              <a:latin typeface="Meiryo UI" panose="020B0604030504040204" pitchFamily="50" charset="-128"/>
              <a:ea typeface="Meiryo UI" panose="020B0604030504040204" pitchFamily="50" charset="-128"/>
            </a:endParaRPr>
          </a:p>
        </p:txBody>
      </p:sp>
      <p:sp>
        <p:nvSpPr>
          <p:cNvPr id="9" name="Text 7"/>
          <p:cNvSpPr/>
          <p:nvPr/>
        </p:nvSpPr>
        <p:spPr>
          <a:xfrm>
            <a:off x="960120" y="850392"/>
            <a:ext cx="7909560" cy="384048"/>
          </a:xfrm>
          <a:prstGeom prst="rect">
            <a:avLst/>
          </a:prstGeom>
          <a:noFill/>
          <a:ln/>
        </p:spPr>
        <p:txBody>
          <a:bodyPr wrap="square" lIns="0" tIns="0" rIns="0" bIns="0" rtlCol="0" anchor="ctr"/>
          <a:lstStyle/>
          <a:p>
            <a:pPr marL="0" indent="0">
              <a:buNone/>
            </a:pPr>
            <a:r>
              <a:rPr lang="en-US" sz="1400" b="1" dirty="0">
                <a:solidFill>
                  <a:srgbClr val="0F2D5B"/>
                </a:solidFill>
                <a:latin typeface="Meiryo UI" panose="020B0604030504040204" pitchFamily="50" charset="-128"/>
                <a:ea typeface="Meiryo UI" panose="020B0604030504040204" pitchFamily="50" charset="-128"/>
              </a:rPr>
              <a:t>受入条件一覧を事前に合意</a:t>
            </a:r>
            <a:endParaRPr lang="en-US" sz="1400" dirty="0">
              <a:latin typeface="Meiryo UI" panose="020B0604030504040204" pitchFamily="50" charset="-128"/>
              <a:ea typeface="Meiryo UI" panose="020B0604030504040204" pitchFamily="50" charset="-128"/>
            </a:endParaRPr>
          </a:p>
        </p:txBody>
      </p:sp>
      <p:sp>
        <p:nvSpPr>
          <p:cNvPr id="10" name="Text 8"/>
          <p:cNvSpPr/>
          <p:nvPr/>
        </p:nvSpPr>
        <p:spPr>
          <a:xfrm>
            <a:off x="960120" y="1243584"/>
            <a:ext cx="7909560" cy="420624"/>
          </a:xfrm>
          <a:prstGeom prst="rect">
            <a:avLst/>
          </a:prstGeom>
          <a:noFill/>
          <a:ln/>
        </p:spPr>
        <p:txBody>
          <a:bodyPr wrap="square" lIns="0" tIns="0" rIns="0" bIns="0" rtlCol="0" anchor="ctr"/>
          <a:lstStyle/>
          <a:p>
            <a:pPr marL="0" indent="0">
              <a:buNone/>
            </a:pPr>
            <a:r>
              <a:rPr lang="en-US" sz="1200" dirty="0">
                <a:solidFill>
                  <a:srgbClr val="475569"/>
                </a:solidFill>
                <a:latin typeface="Meiryo UI" panose="020B0604030504040204" pitchFamily="50" charset="-128"/>
                <a:ea typeface="Meiryo UI" panose="020B0604030504040204" pitchFamily="50" charset="-128"/>
              </a:rPr>
              <a:t>要件定義の時点から「この条件で本当に検収できるか」を顧客とすり合わせておく</a:t>
            </a:r>
            <a:endParaRPr lang="en-US" sz="1200" dirty="0">
              <a:latin typeface="Meiryo UI" panose="020B0604030504040204" pitchFamily="50" charset="-128"/>
              <a:ea typeface="Meiryo UI" panose="020B0604030504040204" pitchFamily="50" charset="-128"/>
            </a:endParaRPr>
          </a:p>
        </p:txBody>
      </p:sp>
      <p:sp>
        <p:nvSpPr>
          <p:cNvPr id="11" name="Shape 9"/>
          <p:cNvSpPr/>
          <p:nvPr/>
        </p:nvSpPr>
        <p:spPr>
          <a:xfrm>
            <a:off x="544068" y="1481328"/>
            <a:ext cx="0" cy="256032"/>
          </a:xfrm>
          <a:prstGeom prst="line">
            <a:avLst/>
          </a:prstGeom>
          <a:noFill/>
          <a:ln w="19050">
            <a:solidFill>
              <a:srgbClr val="E2E8F0"/>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2" name="Shape 10"/>
          <p:cNvSpPr/>
          <p:nvPr/>
        </p:nvSpPr>
        <p:spPr>
          <a:xfrm>
            <a:off x="274320" y="1828800"/>
            <a:ext cx="548640" cy="548640"/>
          </a:xfrm>
          <a:prstGeom prst="ellipse">
            <a:avLst/>
          </a:prstGeom>
          <a:solidFill>
            <a:srgbClr val="0F2D5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3" name="Text 11"/>
          <p:cNvSpPr/>
          <p:nvPr/>
        </p:nvSpPr>
        <p:spPr>
          <a:xfrm>
            <a:off x="274320" y="18288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Meiryo UI" panose="020B0604030504040204" pitchFamily="50" charset="-128"/>
                <a:ea typeface="Meiryo UI" panose="020B0604030504040204" pitchFamily="50" charset="-128"/>
              </a:rPr>
              <a:t>2</a:t>
            </a:r>
            <a:endParaRPr lang="en-US" sz="1800" dirty="0">
              <a:latin typeface="Meiryo UI" panose="020B0604030504040204" pitchFamily="50" charset="-128"/>
              <a:ea typeface="Meiryo UI" panose="020B0604030504040204" pitchFamily="50" charset="-128"/>
            </a:endParaRPr>
          </a:p>
        </p:txBody>
      </p:sp>
      <p:sp>
        <p:nvSpPr>
          <p:cNvPr id="14" name="Text 12"/>
          <p:cNvSpPr/>
          <p:nvPr/>
        </p:nvSpPr>
        <p:spPr>
          <a:xfrm>
            <a:off x="960120" y="1764792"/>
            <a:ext cx="7909560" cy="384048"/>
          </a:xfrm>
          <a:prstGeom prst="rect">
            <a:avLst/>
          </a:prstGeom>
          <a:noFill/>
          <a:ln/>
        </p:spPr>
        <p:txBody>
          <a:bodyPr wrap="square" lIns="0" tIns="0" rIns="0" bIns="0" rtlCol="0" anchor="ctr"/>
          <a:lstStyle/>
          <a:p>
            <a:pPr marL="0" indent="0">
              <a:buNone/>
            </a:pPr>
            <a:r>
              <a:rPr lang="en-US" sz="1400" b="1" dirty="0">
                <a:solidFill>
                  <a:srgbClr val="0F2D5B"/>
                </a:solidFill>
                <a:latin typeface="Meiryo UI" panose="020B0604030504040204" pitchFamily="50" charset="-128"/>
                <a:ea typeface="Meiryo UI" panose="020B0604030504040204" pitchFamily="50" charset="-128"/>
              </a:rPr>
              <a:t>項目ごとに「合格／不合格」を記録</a:t>
            </a:r>
            <a:endParaRPr lang="en-US" sz="1400" dirty="0">
              <a:latin typeface="Meiryo UI" panose="020B0604030504040204" pitchFamily="50" charset="-128"/>
              <a:ea typeface="Meiryo UI" panose="020B0604030504040204" pitchFamily="50" charset="-128"/>
            </a:endParaRPr>
          </a:p>
        </p:txBody>
      </p:sp>
      <p:sp>
        <p:nvSpPr>
          <p:cNvPr id="15" name="Text 13"/>
          <p:cNvSpPr/>
          <p:nvPr/>
        </p:nvSpPr>
        <p:spPr>
          <a:xfrm>
            <a:off x="960120" y="2157984"/>
            <a:ext cx="7909560" cy="420624"/>
          </a:xfrm>
          <a:prstGeom prst="rect">
            <a:avLst/>
          </a:prstGeom>
          <a:noFill/>
          <a:ln/>
        </p:spPr>
        <p:txBody>
          <a:bodyPr wrap="square" lIns="0" tIns="0" rIns="0" bIns="0" rtlCol="0" anchor="ctr"/>
          <a:lstStyle/>
          <a:p>
            <a:pPr marL="0" indent="0">
              <a:buNone/>
            </a:pPr>
            <a:r>
              <a:rPr lang="en-US" sz="1200" dirty="0">
                <a:solidFill>
                  <a:srgbClr val="475569"/>
                </a:solidFill>
                <a:latin typeface="Meiryo UI" panose="020B0604030504040204" pitchFamily="50" charset="-128"/>
                <a:ea typeface="Meiryo UI" panose="020B0604030504040204" pitchFamily="50" charset="-128"/>
              </a:rPr>
              <a:t>受入条件一覧の項目を一つひとつ確認し、判定結果を記録する</a:t>
            </a:r>
            <a:endParaRPr lang="en-US" sz="1200" dirty="0">
              <a:latin typeface="Meiryo UI" panose="020B0604030504040204" pitchFamily="50" charset="-128"/>
              <a:ea typeface="Meiryo UI" panose="020B0604030504040204" pitchFamily="50" charset="-128"/>
            </a:endParaRPr>
          </a:p>
        </p:txBody>
      </p:sp>
      <p:sp>
        <p:nvSpPr>
          <p:cNvPr id="16" name="Shape 14"/>
          <p:cNvSpPr/>
          <p:nvPr/>
        </p:nvSpPr>
        <p:spPr>
          <a:xfrm>
            <a:off x="544068" y="2395728"/>
            <a:ext cx="0" cy="256032"/>
          </a:xfrm>
          <a:prstGeom prst="line">
            <a:avLst/>
          </a:prstGeom>
          <a:noFill/>
          <a:ln w="19050">
            <a:solidFill>
              <a:srgbClr val="E2E8F0"/>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7" name="Shape 15"/>
          <p:cNvSpPr/>
          <p:nvPr/>
        </p:nvSpPr>
        <p:spPr>
          <a:xfrm>
            <a:off x="274320" y="2743200"/>
            <a:ext cx="548640" cy="548640"/>
          </a:xfrm>
          <a:prstGeom prst="ellipse">
            <a:avLst/>
          </a:prstGeom>
          <a:solidFill>
            <a:srgbClr val="0F2D5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8" name="Text 16"/>
          <p:cNvSpPr/>
          <p:nvPr/>
        </p:nvSpPr>
        <p:spPr>
          <a:xfrm>
            <a:off x="274320" y="27432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Meiryo UI" panose="020B0604030504040204" pitchFamily="50" charset="-128"/>
                <a:ea typeface="Meiryo UI" panose="020B0604030504040204" pitchFamily="50" charset="-128"/>
              </a:rPr>
              <a:t>3</a:t>
            </a:r>
            <a:endParaRPr lang="en-US" sz="1800" dirty="0">
              <a:latin typeface="Meiryo UI" panose="020B0604030504040204" pitchFamily="50" charset="-128"/>
              <a:ea typeface="Meiryo UI" panose="020B0604030504040204" pitchFamily="50" charset="-128"/>
            </a:endParaRPr>
          </a:p>
        </p:txBody>
      </p:sp>
      <p:sp>
        <p:nvSpPr>
          <p:cNvPr id="19" name="Text 17"/>
          <p:cNvSpPr/>
          <p:nvPr/>
        </p:nvSpPr>
        <p:spPr>
          <a:xfrm>
            <a:off x="960120" y="2679192"/>
            <a:ext cx="7909560" cy="384048"/>
          </a:xfrm>
          <a:prstGeom prst="rect">
            <a:avLst/>
          </a:prstGeom>
          <a:noFill/>
          <a:ln/>
        </p:spPr>
        <p:txBody>
          <a:bodyPr wrap="square" lIns="0" tIns="0" rIns="0" bIns="0" rtlCol="0" anchor="ctr"/>
          <a:lstStyle/>
          <a:p>
            <a:pPr marL="0" indent="0">
              <a:buNone/>
            </a:pPr>
            <a:r>
              <a:rPr lang="en-US" sz="1400" b="1" dirty="0">
                <a:solidFill>
                  <a:srgbClr val="0F2D5B"/>
                </a:solidFill>
                <a:latin typeface="Meiryo UI" panose="020B0604030504040204" pitchFamily="50" charset="-128"/>
                <a:ea typeface="Meiryo UI" panose="020B0604030504040204" pitchFamily="50" charset="-128"/>
              </a:rPr>
              <a:t>不合格項目は修正・再テスト or 条件付き受入</a:t>
            </a:r>
            <a:endParaRPr lang="en-US" sz="1400" dirty="0">
              <a:latin typeface="Meiryo UI" panose="020B0604030504040204" pitchFamily="50" charset="-128"/>
              <a:ea typeface="Meiryo UI" panose="020B0604030504040204" pitchFamily="50" charset="-128"/>
            </a:endParaRPr>
          </a:p>
        </p:txBody>
      </p:sp>
      <p:sp>
        <p:nvSpPr>
          <p:cNvPr id="20" name="Text 18"/>
          <p:cNvSpPr/>
          <p:nvPr/>
        </p:nvSpPr>
        <p:spPr>
          <a:xfrm>
            <a:off x="960120" y="3072384"/>
            <a:ext cx="7909560" cy="420624"/>
          </a:xfrm>
          <a:prstGeom prst="rect">
            <a:avLst/>
          </a:prstGeom>
          <a:noFill/>
          <a:ln/>
        </p:spPr>
        <p:txBody>
          <a:bodyPr wrap="square" lIns="0" tIns="0" rIns="0" bIns="0" rtlCol="0" anchor="ctr"/>
          <a:lstStyle/>
          <a:p>
            <a:pPr marL="0" indent="0">
              <a:buNone/>
            </a:pPr>
            <a:r>
              <a:rPr lang="en-US" sz="1200" dirty="0">
                <a:solidFill>
                  <a:srgbClr val="475569"/>
                </a:solidFill>
                <a:latin typeface="Meiryo UI" panose="020B0604030504040204" pitchFamily="50" charset="-128"/>
                <a:ea typeface="Meiryo UI" panose="020B0604030504040204" pitchFamily="50" charset="-128"/>
              </a:rPr>
              <a:t>「○月までに解消することを条件に検収」として顧客と合意するケースもある</a:t>
            </a:r>
            <a:endParaRPr lang="en-US" sz="1200" dirty="0">
              <a:latin typeface="Meiryo UI" panose="020B0604030504040204" pitchFamily="50" charset="-128"/>
              <a:ea typeface="Meiryo UI" panose="020B0604030504040204" pitchFamily="50" charset="-128"/>
            </a:endParaRPr>
          </a:p>
        </p:txBody>
      </p:sp>
      <p:sp>
        <p:nvSpPr>
          <p:cNvPr id="21" name="Shape 19"/>
          <p:cNvSpPr/>
          <p:nvPr/>
        </p:nvSpPr>
        <p:spPr>
          <a:xfrm>
            <a:off x="544068" y="3310128"/>
            <a:ext cx="0" cy="256032"/>
          </a:xfrm>
          <a:prstGeom prst="line">
            <a:avLst/>
          </a:prstGeom>
          <a:noFill/>
          <a:ln w="19050">
            <a:solidFill>
              <a:srgbClr val="E2E8F0"/>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2" name="Shape 20"/>
          <p:cNvSpPr/>
          <p:nvPr/>
        </p:nvSpPr>
        <p:spPr>
          <a:xfrm>
            <a:off x="274320" y="3657600"/>
            <a:ext cx="548640" cy="548640"/>
          </a:xfrm>
          <a:prstGeom prst="ellipse">
            <a:avLst/>
          </a:prstGeom>
          <a:solidFill>
            <a:srgbClr val="0F2D5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3" name="Text 21"/>
          <p:cNvSpPr/>
          <p:nvPr/>
        </p:nvSpPr>
        <p:spPr>
          <a:xfrm>
            <a:off x="274320" y="36576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Meiryo UI" panose="020B0604030504040204" pitchFamily="50" charset="-128"/>
                <a:ea typeface="Meiryo UI" panose="020B0604030504040204" pitchFamily="50" charset="-128"/>
              </a:rPr>
              <a:t>4</a:t>
            </a:r>
            <a:endParaRPr lang="en-US" sz="1800" dirty="0">
              <a:latin typeface="Meiryo UI" panose="020B0604030504040204" pitchFamily="50" charset="-128"/>
              <a:ea typeface="Meiryo UI" panose="020B0604030504040204" pitchFamily="50" charset="-128"/>
            </a:endParaRPr>
          </a:p>
        </p:txBody>
      </p:sp>
      <p:sp>
        <p:nvSpPr>
          <p:cNvPr id="24" name="Text 22"/>
          <p:cNvSpPr/>
          <p:nvPr/>
        </p:nvSpPr>
        <p:spPr>
          <a:xfrm>
            <a:off x="960120" y="3593592"/>
            <a:ext cx="7909560" cy="384048"/>
          </a:xfrm>
          <a:prstGeom prst="rect">
            <a:avLst/>
          </a:prstGeom>
          <a:noFill/>
          <a:ln/>
        </p:spPr>
        <p:txBody>
          <a:bodyPr wrap="square" lIns="0" tIns="0" rIns="0" bIns="0" rtlCol="0" anchor="ctr"/>
          <a:lstStyle/>
          <a:p>
            <a:pPr marL="0" indent="0">
              <a:buNone/>
            </a:pPr>
            <a:r>
              <a:rPr lang="en-US" sz="1400" b="1" dirty="0">
                <a:solidFill>
                  <a:srgbClr val="0F2D5B"/>
                </a:solidFill>
                <a:latin typeface="Meiryo UI" panose="020B0604030504040204" pitchFamily="50" charset="-128"/>
                <a:ea typeface="Meiryo UI" panose="020B0604030504040204" pitchFamily="50" charset="-128"/>
              </a:rPr>
              <a:t>受入判定会で顧客が確認し、検収サイン</a:t>
            </a:r>
            <a:endParaRPr lang="en-US" sz="1400" dirty="0">
              <a:latin typeface="Meiryo UI" panose="020B0604030504040204" pitchFamily="50" charset="-128"/>
              <a:ea typeface="Meiryo UI" panose="020B0604030504040204" pitchFamily="50" charset="-128"/>
            </a:endParaRPr>
          </a:p>
        </p:txBody>
      </p:sp>
      <p:sp>
        <p:nvSpPr>
          <p:cNvPr id="25" name="Text 23"/>
          <p:cNvSpPr/>
          <p:nvPr/>
        </p:nvSpPr>
        <p:spPr>
          <a:xfrm>
            <a:off x="960120" y="3986784"/>
            <a:ext cx="7909560" cy="420624"/>
          </a:xfrm>
          <a:prstGeom prst="rect">
            <a:avLst/>
          </a:prstGeom>
          <a:noFill/>
          <a:ln/>
        </p:spPr>
        <p:txBody>
          <a:bodyPr wrap="square" lIns="0" tIns="0" rIns="0" bIns="0" rtlCol="0" anchor="ctr"/>
          <a:lstStyle/>
          <a:p>
            <a:pPr marL="0" indent="0">
              <a:buNone/>
            </a:pPr>
            <a:r>
              <a:rPr lang="en-US" sz="1200" dirty="0">
                <a:solidFill>
                  <a:srgbClr val="475569"/>
                </a:solidFill>
                <a:latin typeface="Meiryo UI" panose="020B0604030504040204" pitchFamily="50" charset="-128"/>
                <a:ea typeface="Meiryo UI" panose="020B0604030504040204" pitchFamily="50" charset="-128"/>
              </a:rPr>
              <a:t>「受入条件を満たした」と顧客が確認・サインして初めて受入完了。ここから検収条件に基づき支払い条件が動く。</a:t>
            </a:r>
            <a:endParaRPr lang="en-US" sz="1200" dirty="0">
              <a:latin typeface="Meiryo UI" panose="020B0604030504040204" pitchFamily="50" charset="-128"/>
              <a:ea typeface="Meiryo UI" panose="020B0604030504040204" pitchFamily="50" charset="-128"/>
            </a:endParaRPr>
          </a:p>
        </p:txBody>
      </p:sp>
      <p:sp>
        <p:nvSpPr>
          <p:cNvPr id="26" name="Shape 24"/>
          <p:cNvSpPr/>
          <p:nvPr/>
        </p:nvSpPr>
        <p:spPr>
          <a:xfrm>
            <a:off x="274320" y="4626864"/>
            <a:ext cx="8595360" cy="310896"/>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7" name="Text 25"/>
          <p:cNvSpPr/>
          <p:nvPr/>
        </p:nvSpPr>
        <p:spPr>
          <a:xfrm>
            <a:off x="365760" y="4626864"/>
            <a:ext cx="8412480" cy="310896"/>
          </a:xfrm>
          <a:prstGeom prst="rect">
            <a:avLst/>
          </a:prstGeom>
          <a:noFill/>
          <a:ln/>
        </p:spPr>
        <p:txBody>
          <a:bodyPr wrap="square" lIns="0" tIns="0" rIns="0" bIns="0" rtlCol="0" anchor="ctr"/>
          <a:lstStyle/>
          <a:p>
            <a:pPr marL="0" indent="0">
              <a:buNone/>
            </a:pPr>
            <a:r>
              <a:rPr lang="en-US" sz="1000" dirty="0">
                <a:solidFill>
                  <a:srgbClr val="475569"/>
                </a:solidFill>
                <a:latin typeface="Meiryo UI" panose="020B0604030504040204" pitchFamily="50" charset="-128"/>
                <a:ea typeface="Meiryo UI" panose="020B0604030504040204" pitchFamily="50" charset="-128"/>
              </a:rPr>
              <a:t>受入条件一覧の項目例：受入ID / 項目名 / 関連要件ID / 判定方法（テスト／目視／資料確認）/ 判定基準（OK/NGの条件）/ 判定者 / 判定日</a:t>
            </a:r>
            <a:endParaRPr lang="en-US" sz="1000" dirty="0">
              <a:latin typeface="Meiryo UI" panose="020B0604030504040204" pitchFamily="50" charset="-128"/>
              <a:ea typeface="Meiryo UI" panose="020B0604030504040204" pitchFamily="50" charset="-12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228600" y="0"/>
            <a:ext cx="777240" cy="658368"/>
          </a:xfrm>
          <a:prstGeom prst="rect">
            <a:avLst/>
          </a:prstGeom>
          <a:noFill/>
          <a:ln/>
        </p:spPr>
        <p:txBody>
          <a:bodyPr wrap="square" lIns="0" tIns="0" rIns="0" bIns="0" rtlCol="0" anchor="ctr"/>
          <a:lstStyle/>
          <a:p>
            <a:pPr marL="0" indent="0">
              <a:buNone/>
            </a:pPr>
            <a:r>
              <a:rPr lang="en-US" sz="1100" b="1" dirty="0">
                <a:solidFill>
                  <a:srgbClr val="DBEAFE"/>
                </a:solidFill>
                <a:latin typeface="Meiryo UI" panose="020B0604030504040204" pitchFamily="50" charset="-128"/>
                <a:ea typeface="Meiryo UI" panose="020B0604030504040204" pitchFamily="50" charset="-128"/>
              </a:rPr>
              <a:t>09</a:t>
            </a:r>
            <a:endParaRPr lang="en-US" sz="1100" dirty="0">
              <a:latin typeface="Meiryo UI" panose="020B0604030504040204" pitchFamily="50" charset="-128"/>
              <a:ea typeface="Meiryo UI" panose="020B0604030504040204" pitchFamily="50" charset="-128"/>
            </a:endParaRPr>
          </a:p>
        </p:txBody>
      </p:sp>
      <p:sp>
        <p:nvSpPr>
          <p:cNvPr id="4" name="Text 2"/>
          <p:cNvSpPr/>
          <p:nvPr/>
        </p:nvSpPr>
        <p:spPr>
          <a:xfrm>
            <a:off x="914400" y="0"/>
            <a:ext cx="795528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WF開発でPdMが気を付けたいポイント</a:t>
            </a:r>
            <a:endParaRPr lang="en-US" sz="1900" dirty="0">
              <a:latin typeface="Meiryo UI" panose="020B0604030504040204" pitchFamily="50" charset="-128"/>
              <a:ea typeface="Meiryo UI" panose="020B0604030504040204" pitchFamily="50" charset="-128"/>
            </a:endParaRPr>
          </a:p>
        </p:txBody>
      </p:sp>
      <p:sp>
        <p:nvSpPr>
          <p:cNvPr id="5" name="Shape 3"/>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6" name="Text 4"/>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sp>
        <p:nvSpPr>
          <p:cNvPr id="7" name="Shape 5"/>
          <p:cNvSpPr/>
          <p:nvPr/>
        </p:nvSpPr>
        <p:spPr>
          <a:xfrm>
            <a:off x="274320" y="804672"/>
            <a:ext cx="4160520" cy="1828800"/>
          </a:xfrm>
          <a:prstGeom prst="rect">
            <a:avLst/>
          </a:prstGeom>
          <a:solidFill>
            <a:srgbClr val="FFFFFF"/>
          </a:solidFill>
          <a:ln w="12700">
            <a:solidFill>
              <a:srgbClr val="E2E8F0"/>
            </a:solidFill>
            <a:prstDash val="solid"/>
          </a:ln>
          <a:effectLst>
            <a:outerShdw blurRad="50800" dist="25400" dir="8100000" algn="bl" rotWithShape="0">
              <a:srgbClr val="000000">
                <a:alpha val="6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8" name="Shape 6"/>
          <p:cNvSpPr/>
          <p:nvPr/>
        </p:nvSpPr>
        <p:spPr>
          <a:xfrm>
            <a:off x="274320" y="804672"/>
            <a:ext cx="4160520" cy="47548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9" name="Text 7"/>
          <p:cNvSpPr/>
          <p:nvPr/>
        </p:nvSpPr>
        <p:spPr>
          <a:xfrm>
            <a:off x="365760" y="841248"/>
            <a:ext cx="457200" cy="402336"/>
          </a:xfrm>
          <a:prstGeom prst="rect">
            <a:avLst/>
          </a:prstGeom>
          <a:noFill/>
          <a:ln/>
        </p:spPr>
        <p:txBody>
          <a:bodyPr wrap="square" lIns="0" tIns="0" rIns="0" bIns="0" rtlCol="0" anchor="ctr"/>
          <a:lstStyle/>
          <a:p>
            <a:pPr marL="0" indent="0">
              <a:buNone/>
            </a:pPr>
            <a:r>
              <a:rPr lang="en-US" sz="2000" b="1" dirty="0">
                <a:solidFill>
                  <a:srgbClr val="FFFFFF"/>
                </a:solidFill>
                <a:latin typeface="Meiryo UI" panose="020B0604030504040204" pitchFamily="50" charset="-128"/>
                <a:ea typeface="Meiryo UI" panose="020B0604030504040204" pitchFamily="50" charset="-128"/>
              </a:rPr>
              <a:t>01</a:t>
            </a:r>
            <a:endParaRPr lang="en-US" sz="2000" dirty="0">
              <a:latin typeface="Meiryo UI" panose="020B0604030504040204" pitchFamily="50" charset="-128"/>
              <a:ea typeface="Meiryo UI" panose="020B0604030504040204" pitchFamily="50" charset="-128"/>
            </a:endParaRPr>
          </a:p>
        </p:txBody>
      </p:sp>
      <p:sp>
        <p:nvSpPr>
          <p:cNvPr id="10" name="Text 8"/>
          <p:cNvSpPr/>
          <p:nvPr/>
        </p:nvSpPr>
        <p:spPr>
          <a:xfrm>
            <a:off x="777240" y="841248"/>
            <a:ext cx="3566160" cy="402336"/>
          </a:xfrm>
          <a:prstGeom prst="rect">
            <a:avLst/>
          </a:prstGeom>
          <a:noFill/>
          <a:ln/>
        </p:spPr>
        <p:txBody>
          <a:bodyPr wrap="square" lIns="0" tIns="0" rIns="0" bIns="0" rtlCol="0" anchor="ctr"/>
          <a:lstStyle/>
          <a:p>
            <a:pPr marL="0" indent="0">
              <a:buNone/>
            </a:pPr>
            <a:r>
              <a:rPr lang="en-US" sz="1200" b="1" dirty="0">
                <a:solidFill>
                  <a:srgbClr val="FFFFFF"/>
                </a:solidFill>
                <a:latin typeface="Meiryo UI" panose="020B0604030504040204" pitchFamily="50" charset="-128"/>
                <a:ea typeface="Meiryo UI" panose="020B0604030504040204" pitchFamily="50" charset="-128"/>
              </a:rPr>
              <a:t>非機能要件を軽く見ない</a:t>
            </a:r>
            <a:endParaRPr lang="en-US" sz="1200" dirty="0">
              <a:latin typeface="Meiryo UI" panose="020B0604030504040204" pitchFamily="50" charset="-128"/>
              <a:ea typeface="Meiryo UI" panose="020B0604030504040204" pitchFamily="50" charset="-128"/>
            </a:endParaRPr>
          </a:p>
        </p:txBody>
      </p:sp>
      <p:sp>
        <p:nvSpPr>
          <p:cNvPr id="11" name="Text 9"/>
          <p:cNvSpPr/>
          <p:nvPr/>
        </p:nvSpPr>
        <p:spPr>
          <a:xfrm>
            <a:off x="411480" y="1353312"/>
            <a:ext cx="3840480" cy="1207008"/>
          </a:xfrm>
          <a:prstGeom prst="rect">
            <a:avLst/>
          </a:prstGeom>
          <a:noFill/>
          <a:ln/>
        </p:spPr>
        <p:txBody>
          <a:bodyPr wrap="square" lIns="0" tIns="0" rIns="0" bIns="0" rtlCol="0" anchor="t"/>
          <a:lstStyle/>
          <a:p>
            <a:pPr marL="0" indent="0">
              <a:buNone/>
            </a:pPr>
            <a:r>
              <a:rPr lang="en-US" sz="1200" dirty="0">
                <a:solidFill>
                  <a:srgbClr val="1E293B"/>
                </a:solidFill>
                <a:latin typeface="Meiryo UI" panose="020B0604030504040204" pitchFamily="50" charset="-128"/>
                <a:ea typeface="Meiryo UI" panose="020B0604030504040204" pitchFamily="50" charset="-128"/>
              </a:rPr>
              <a:t>性能・可用性・セキュリティ・運用監視など。アジャイルでは「インフラが何とかしてくれる」ことも多いが、WFでは要件定義書にきちんと書く必要がある。</a:t>
            </a:r>
            <a:endParaRPr lang="en-US" sz="1200" dirty="0">
              <a:latin typeface="Meiryo UI" panose="020B0604030504040204" pitchFamily="50" charset="-128"/>
              <a:ea typeface="Meiryo UI" panose="020B0604030504040204" pitchFamily="50" charset="-128"/>
            </a:endParaRPr>
          </a:p>
        </p:txBody>
      </p:sp>
      <p:sp>
        <p:nvSpPr>
          <p:cNvPr id="12" name="Shape 10"/>
          <p:cNvSpPr/>
          <p:nvPr/>
        </p:nvSpPr>
        <p:spPr>
          <a:xfrm>
            <a:off x="4709160" y="804672"/>
            <a:ext cx="4160520" cy="1828800"/>
          </a:xfrm>
          <a:prstGeom prst="rect">
            <a:avLst/>
          </a:prstGeom>
          <a:solidFill>
            <a:srgbClr val="FFFFFF"/>
          </a:solidFill>
          <a:ln w="12700">
            <a:solidFill>
              <a:srgbClr val="E2E8F0"/>
            </a:solidFill>
            <a:prstDash val="solid"/>
          </a:ln>
          <a:effectLst>
            <a:outerShdw blurRad="50800" dist="25400" dir="8100000" algn="bl" rotWithShape="0">
              <a:srgbClr val="000000">
                <a:alpha val="6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13" name="Shape 11"/>
          <p:cNvSpPr/>
          <p:nvPr/>
        </p:nvSpPr>
        <p:spPr>
          <a:xfrm>
            <a:off x="4709160" y="804672"/>
            <a:ext cx="4160520" cy="475488"/>
          </a:xfrm>
          <a:prstGeom prst="rect">
            <a:avLst/>
          </a:prstGeom>
          <a:solidFill>
            <a:srgbClr val="1562A8"/>
          </a:solidFill>
          <a:ln w="12700">
            <a:solidFill>
              <a:srgbClr val="1562A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4" name="Text 12"/>
          <p:cNvSpPr/>
          <p:nvPr/>
        </p:nvSpPr>
        <p:spPr>
          <a:xfrm>
            <a:off x="4800600" y="841248"/>
            <a:ext cx="457200" cy="402336"/>
          </a:xfrm>
          <a:prstGeom prst="rect">
            <a:avLst/>
          </a:prstGeom>
          <a:noFill/>
          <a:ln/>
        </p:spPr>
        <p:txBody>
          <a:bodyPr wrap="square" lIns="0" tIns="0" rIns="0" bIns="0" rtlCol="0" anchor="ctr"/>
          <a:lstStyle/>
          <a:p>
            <a:pPr marL="0" indent="0">
              <a:buNone/>
            </a:pPr>
            <a:r>
              <a:rPr lang="en-US" sz="2000" b="1" dirty="0">
                <a:solidFill>
                  <a:srgbClr val="FFFFFF"/>
                </a:solidFill>
                <a:latin typeface="Meiryo UI" panose="020B0604030504040204" pitchFamily="50" charset="-128"/>
                <a:ea typeface="Meiryo UI" panose="020B0604030504040204" pitchFamily="50" charset="-128"/>
              </a:rPr>
              <a:t>02</a:t>
            </a:r>
            <a:endParaRPr lang="en-US" sz="2000" dirty="0">
              <a:latin typeface="Meiryo UI" panose="020B0604030504040204" pitchFamily="50" charset="-128"/>
              <a:ea typeface="Meiryo UI" panose="020B0604030504040204" pitchFamily="50" charset="-128"/>
            </a:endParaRPr>
          </a:p>
        </p:txBody>
      </p:sp>
      <p:sp>
        <p:nvSpPr>
          <p:cNvPr id="15" name="Text 13"/>
          <p:cNvSpPr/>
          <p:nvPr/>
        </p:nvSpPr>
        <p:spPr>
          <a:xfrm>
            <a:off x="5212080" y="841248"/>
            <a:ext cx="3566160" cy="402336"/>
          </a:xfrm>
          <a:prstGeom prst="rect">
            <a:avLst/>
          </a:prstGeom>
          <a:noFill/>
          <a:ln/>
        </p:spPr>
        <p:txBody>
          <a:bodyPr wrap="square" lIns="0" tIns="0" rIns="0" bIns="0" rtlCol="0" anchor="ctr"/>
          <a:lstStyle/>
          <a:p>
            <a:pPr marL="0" indent="0">
              <a:buNone/>
            </a:pPr>
            <a:r>
              <a:rPr lang="en-US" sz="1200" b="1" dirty="0">
                <a:solidFill>
                  <a:srgbClr val="FFFFFF"/>
                </a:solidFill>
                <a:latin typeface="Meiryo UI" panose="020B0604030504040204" pitchFamily="50" charset="-128"/>
                <a:ea typeface="Meiryo UI" panose="020B0604030504040204" pitchFamily="50" charset="-128"/>
              </a:rPr>
              <a:t>業務フローと例外処理を「紙で」描き切る</a:t>
            </a:r>
            <a:endParaRPr lang="en-US" sz="1200" dirty="0">
              <a:latin typeface="Meiryo UI" panose="020B0604030504040204" pitchFamily="50" charset="-128"/>
              <a:ea typeface="Meiryo UI" panose="020B0604030504040204" pitchFamily="50" charset="-128"/>
            </a:endParaRPr>
          </a:p>
        </p:txBody>
      </p:sp>
      <p:sp>
        <p:nvSpPr>
          <p:cNvPr id="16" name="Text 14"/>
          <p:cNvSpPr/>
          <p:nvPr/>
        </p:nvSpPr>
        <p:spPr>
          <a:xfrm>
            <a:off x="4846320" y="1353312"/>
            <a:ext cx="3840480" cy="1207008"/>
          </a:xfrm>
          <a:prstGeom prst="rect">
            <a:avLst/>
          </a:prstGeom>
          <a:noFill/>
          <a:ln/>
        </p:spPr>
        <p:txBody>
          <a:bodyPr wrap="square" lIns="0" tIns="0" rIns="0" bIns="0" rtlCol="0" anchor="t"/>
          <a:lstStyle/>
          <a:p>
            <a:pPr marL="0" indent="0">
              <a:buNone/>
            </a:pPr>
            <a:r>
              <a:rPr lang="en-US" sz="1200" dirty="0">
                <a:solidFill>
                  <a:srgbClr val="1E293B"/>
                </a:solidFill>
                <a:latin typeface="Meiryo UI" panose="020B0604030504040204" pitchFamily="50" charset="-128"/>
                <a:ea typeface="Meiryo UI" panose="020B0604030504040204" pitchFamily="50" charset="-128"/>
              </a:rPr>
              <a:t>企画部門が「だいたいこの流れで」と説明していた部分を、分岐（例外パターン）まで図解する。</a:t>
            </a:r>
            <a:endParaRPr lang="en-US" sz="1200" dirty="0">
              <a:latin typeface="Meiryo UI" panose="020B0604030504040204" pitchFamily="50" charset="-128"/>
              <a:ea typeface="Meiryo UI" panose="020B0604030504040204" pitchFamily="50" charset="-128"/>
            </a:endParaRPr>
          </a:p>
        </p:txBody>
      </p:sp>
      <p:sp>
        <p:nvSpPr>
          <p:cNvPr id="17" name="Shape 15"/>
          <p:cNvSpPr/>
          <p:nvPr/>
        </p:nvSpPr>
        <p:spPr>
          <a:xfrm>
            <a:off x="274320" y="2743200"/>
            <a:ext cx="4160520" cy="1828800"/>
          </a:xfrm>
          <a:prstGeom prst="rect">
            <a:avLst/>
          </a:prstGeom>
          <a:solidFill>
            <a:srgbClr val="FFFFFF"/>
          </a:solidFill>
          <a:ln w="12700">
            <a:solidFill>
              <a:srgbClr val="E2E8F0"/>
            </a:solidFill>
            <a:prstDash val="solid"/>
          </a:ln>
          <a:effectLst>
            <a:outerShdw blurRad="50800" dist="25400" dir="8100000" algn="bl" rotWithShape="0">
              <a:srgbClr val="000000">
                <a:alpha val="6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18" name="Shape 16"/>
          <p:cNvSpPr/>
          <p:nvPr/>
        </p:nvSpPr>
        <p:spPr>
          <a:xfrm>
            <a:off x="274320" y="2743200"/>
            <a:ext cx="4160520" cy="475488"/>
          </a:xfrm>
          <a:prstGeom prst="rect">
            <a:avLst/>
          </a:prstGeom>
          <a:solidFill>
            <a:srgbClr val="0D9488"/>
          </a:solidFill>
          <a:ln w="12700">
            <a:solidFill>
              <a:srgbClr val="0D948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9" name="Text 17"/>
          <p:cNvSpPr/>
          <p:nvPr/>
        </p:nvSpPr>
        <p:spPr>
          <a:xfrm>
            <a:off x="365760" y="2779776"/>
            <a:ext cx="457200" cy="402336"/>
          </a:xfrm>
          <a:prstGeom prst="rect">
            <a:avLst/>
          </a:prstGeom>
          <a:noFill/>
          <a:ln/>
        </p:spPr>
        <p:txBody>
          <a:bodyPr wrap="square" lIns="0" tIns="0" rIns="0" bIns="0" rtlCol="0" anchor="ctr"/>
          <a:lstStyle/>
          <a:p>
            <a:pPr marL="0" indent="0">
              <a:buNone/>
            </a:pPr>
            <a:r>
              <a:rPr lang="en-US" sz="2000" b="1" dirty="0">
                <a:solidFill>
                  <a:srgbClr val="FFFFFF"/>
                </a:solidFill>
                <a:latin typeface="Meiryo UI" panose="020B0604030504040204" pitchFamily="50" charset="-128"/>
                <a:ea typeface="Meiryo UI" panose="020B0604030504040204" pitchFamily="50" charset="-128"/>
              </a:rPr>
              <a:t>03</a:t>
            </a:r>
            <a:endParaRPr lang="en-US" sz="2000" dirty="0">
              <a:latin typeface="Meiryo UI" panose="020B0604030504040204" pitchFamily="50" charset="-128"/>
              <a:ea typeface="Meiryo UI" panose="020B0604030504040204" pitchFamily="50" charset="-128"/>
            </a:endParaRPr>
          </a:p>
        </p:txBody>
      </p:sp>
      <p:sp>
        <p:nvSpPr>
          <p:cNvPr id="20" name="Text 18"/>
          <p:cNvSpPr/>
          <p:nvPr/>
        </p:nvSpPr>
        <p:spPr>
          <a:xfrm>
            <a:off x="777240" y="2779776"/>
            <a:ext cx="3566160" cy="402336"/>
          </a:xfrm>
          <a:prstGeom prst="rect">
            <a:avLst/>
          </a:prstGeom>
          <a:noFill/>
          <a:ln/>
        </p:spPr>
        <p:txBody>
          <a:bodyPr wrap="square" lIns="0" tIns="0" rIns="0" bIns="0" rtlCol="0" anchor="ctr"/>
          <a:lstStyle/>
          <a:p>
            <a:pPr marL="0" indent="0">
              <a:buNone/>
            </a:pPr>
            <a:r>
              <a:rPr lang="en-US" sz="1200" b="1" dirty="0">
                <a:solidFill>
                  <a:srgbClr val="FFFFFF"/>
                </a:solidFill>
                <a:latin typeface="Meiryo UI" panose="020B0604030504040204" pitchFamily="50" charset="-128"/>
                <a:ea typeface="Meiryo UI" panose="020B0604030504040204" pitchFamily="50" charset="-128"/>
              </a:rPr>
              <a:t>受入条件・検収条件を最初から意識する</a:t>
            </a:r>
            <a:endParaRPr lang="en-US" sz="1200" dirty="0">
              <a:latin typeface="Meiryo UI" panose="020B0604030504040204" pitchFamily="50" charset="-128"/>
              <a:ea typeface="Meiryo UI" panose="020B0604030504040204" pitchFamily="50" charset="-128"/>
            </a:endParaRPr>
          </a:p>
        </p:txBody>
      </p:sp>
      <p:sp>
        <p:nvSpPr>
          <p:cNvPr id="21" name="Text 19"/>
          <p:cNvSpPr/>
          <p:nvPr/>
        </p:nvSpPr>
        <p:spPr>
          <a:xfrm>
            <a:off x="411480" y="3291840"/>
            <a:ext cx="3840480" cy="1207008"/>
          </a:xfrm>
          <a:prstGeom prst="rect">
            <a:avLst/>
          </a:prstGeom>
          <a:noFill/>
          <a:ln/>
        </p:spPr>
        <p:txBody>
          <a:bodyPr wrap="square" lIns="0" tIns="0" rIns="0" bIns="0" rtlCol="0" anchor="t"/>
          <a:lstStyle/>
          <a:p>
            <a:pPr marL="0" indent="0">
              <a:buNone/>
            </a:pPr>
            <a:r>
              <a:rPr lang="en-US" sz="1200" dirty="0">
                <a:solidFill>
                  <a:srgbClr val="1E293B"/>
                </a:solidFill>
                <a:latin typeface="Meiryo UI" panose="020B0604030504040204" pitchFamily="50" charset="-128"/>
                <a:ea typeface="Meiryo UI" panose="020B0604030504040204" pitchFamily="50" charset="-128"/>
              </a:rPr>
              <a:t>「このプロジェクトが完了したとみなす条件は何か？」を、かなり早い段階で言語化しておく。</a:t>
            </a:r>
            <a:endParaRPr lang="en-US" sz="1200" dirty="0">
              <a:latin typeface="Meiryo UI" panose="020B0604030504040204" pitchFamily="50" charset="-128"/>
              <a:ea typeface="Meiryo UI" panose="020B0604030504040204" pitchFamily="50" charset="-128"/>
            </a:endParaRPr>
          </a:p>
        </p:txBody>
      </p:sp>
      <p:sp>
        <p:nvSpPr>
          <p:cNvPr id="22" name="Shape 20"/>
          <p:cNvSpPr/>
          <p:nvPr/>
        </p:nvSpPr>
        <p:spPr>
          <a:xfrm>
            <a:off x="4709160" y="2743200"/>
            <a:ext cx="4160520" cy="1828800"/>
          </a:xfrm>
          <a:prstGeom prst="rect">
            <a:avLst/>
          </a:prstGeom>
          <a:solidFill>
            <a:srgbClr val="FFFFFF"/>
          </a:solidFill>
          <a:ln w="12700">
            <a:solidFill>
              <a:srgbClr val="E2E8F0"/>
            </a:solidFill>
            <a:prstDash val="solid"/>
          </a:ln>
          <a:effectLst>
            <a:outerShdw blurRad="50800" dist="25400" dir="8100000" algn="bl" rotWithShape="0">
              <a:srgbClr val="000000">
                <a:alpha val="6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23" name="Shape 21"/>
          <p:cNvSpPr/>
          <p:nvPr/>
        </p:nvSpPr>
        <p:spPr>
          <a:xfrm>
            <a:off x="4709160" y="2743200"/>
            <a:ext cx="4160520" cy="475488"/>
          </a:xfrm>
          <a:prstGeom prst="rect">
            <a:avLst/>
          </a:prstGeom>
          <a:solidFill>
            <a:srgbClr val="D97706"/>
          </a:solidFill>
          <a:ln w="12700">
            <a:solidFill>
              <a:srgbClr val="D97706"/>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4" name="Text 22"/>
          <p:cNvSpPr/>
          <p:nvPr/>
        </p:nvSpPr>
        <p:spPr>
          <a:xfrm>
            <a:off x="4800600" y="2779776"/>
            <a:ext cx="457200" cy="402336"/>
          </a:xfrm>
          <a:prstGeom prst="rect">
            <a:avLst/>
          </a:prstGeom>
          <a:noFill/>
          <a:ln/>
        </p:spPr>
        <p:txBody>
          <a:bodyPr wrap="square" lIns="0" tIns="0" rIns="0" bIns="0" rtlCol="0" anchor="ctr"/>
          <a:lstStyle/>
          <a:p>
            <a:pPr marL="0" indent="0">
              <a:buNone/>
            </a:pPr>
            <a:r>
              <a:rPr lang="en-US" sz="2000" b="1" dirty="0">
                <a:solidFill>
                  <a:srgbClr val="FFFFFF"/>
                </a:solidFill>
                <a:latin typeface="Meiryo UI" panose="020B0604030504040204" pitchFamily="50" charset="-128"/>
                <a:ea typeface="Meiryo UI" panose="020B0604030504040204" pitchFamily="50" charset="-128"/>
              </a:rPr>
              <a:t>04</a:t>
            </a:r>
            <a:endParaRPr lang="en-US" sz="2000" dirty="0">
              <a:latin typeface="Meiryo UI" panose="020B0604030504040204" pitchFamily="50" charset="-128"/>
              <a:ea typeface="Meiryo UI" panose="020B0604030504040204" pitchFamily="50" charset="-128"/>
            </a:endParaRPr>
          </a:p>
        </p:txBody>
      </p:sp>
      <p:sp>
        <p:nvSpPr>
          <p:cNvPr id="25" name="Text 23"/>
          <p:cNvSpPr/>
          <p:nvPr/>
        </p:nvSpPr>
        <p:spPr>
          <a:xfrm>
            <a:off x="5212080" y="2779776"/>
            <a:ext cx="3566160" cy="402336"/>
          </a:xfrm>
          <a:prstGeom prst="rect">
            <a:avLst/>
          </a:prstGeom>
          <a:noFill/>
          <a:ln/>
        </p:spPr>
        <p:txBody>
          <a:bodyPr wrap="square" lIns="0" tIns="0" rIns="0" bIns="0" rtlCol="0" anchor="ctr"/>
          <a:lstStyle/>
          <a:p>
            <a:pPr marL="0" indent="0">
              <a:buNone/>
            </a:pPr>
            <a:r>
              <a:rPr lang="en-US" sz="1200" b="1" dirty="0">
                <a:solidFill>
                  <a:srgbClr val="FFFFFF"/>
                </a:solidFill>
                <a:latin typeface="Meiryo UI" panose="020B0604030504040204" pitchFamily="50" charset="-128"/>
                <a:ea typeface="Meiryo UI" panose="020B0604030504040204" pitchFamily="50" charset="-128"/>
              </a:rPr>
              <a:t>「あとから変えればいい」はお金と時間に跳ね返る</a:t>
            </a:r>
            <a:endParaRPr lang="en-US" sz="1200" dirty="0">
              <a:latin typeface="Meiryo UI" panose="020B0604030504040204" pitchFamily="50" charset="-128"/>
              <a:ea typeface="Meiryo UI" panose="020B0604030504040204" pitchFamily="50" charset="-128"/>
            </a:endParaRPr>
          </a:p>
        </p:txBody>
      </p:sp>
      <p:sp>
        <p:nvSpPr>
          <p:cNvPr id="26" name="Text 24"/>
          <p:cNvSpPr/>
          <p:nvPr/>
        </p:nvSpPr>
        <p:spPr>
          <a:xfrm>
            <a:off x="4846320" y="3291840"/>
            <a:ext cx="3840480" cy="1207008"/>
          </a:xfrm>
          <a:prstGeom prst="rect">
            <a:avLst/>
          </a:prstGeom>
          <a:noFill/>
          <a:ln/>
        </p:spPr>
        <p:txBody>
          <a:bodyPr wrap="square" lIns="0" tIns="0" rIns="0" bIns="0" rtlCol="0" anchor="t"/>
          <a:lstStyle/>
          <a:p>
            <a:pPr marL="0" indent="0">
              <a:buNone/>
            </a:pPr>
            <a:r>
              <a:rPr lang="en-US" sz="1200" dirty="0">
                <a:solidFill>
                  <a:srgbClr val="1E293B"/>
                </a:solidFill>
                <a:latin typeface="Meiryo UI" panose="020B0604030504040204" pitchFamily="50" charset="-128"/>
                <a:ea typeface="Meiryo UI" panose="020B0604030504040204" pitchFamily="50" charset="-128"/>
              </a:rPr>
              <a:t>変えられないわけではないが、コスト・スケジュールへの影響が大きい。初期スコープの線引きを意識する。</a:t>
            </a:r>
            <a:endParaRPr lang="en-US" sz="1200" dirty="0">
              <a:latin typeface="Meiryo UI" panose="020B0604030504040204" pitchFamily="50" charset="-128"/>
              <a:ea typeface="Meiryo UI" panose="020B0604030504040204" pitchFamily="50" charset="-12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228600" y="0"/>
            <a:ext cx="777240" cy="658368"/>
          </a:xfrm>
          <a:prstGeom prst="rect">
            <a:avLst/>
          </a:prstGeom>
          <a:noFill/>
          <a:ln/>
        </p:spPr>
        <p:txBody>
          <a:bodyPr wrap="square" lIns="0" tIns="0" rIns="0" bIns="0" rtlCol="0" anchor="ctr"/>
          <a:lstStyle/>
          <a:p>
            <a:pPr marL="0" indent="0">
              <a:buNone/>
            </a:pPr>
            <a:r>
              <a:rPr lang="en-US" sz="1100" b="1" dirty="0">
                <a:solidFill>
                  <a:srgbClr val="DBEAFE"/>
                </a:solidFill>
                <a:latin typeface="Meiryo UI" panose="020B0604030504040204" pitchFamily="50" charset="-128"/>
                <a:ea typeface="Meiryo UI" panose="020B0604030504040204" pitchFamily="50" charset="-128"/>
              </a:rPr>
              <a:t>10</a:t>
            </a:r>
            <a:endParaRPr lang="en-US" sz="1100" dirty="0">
              <a:latin typeface="Meiryo UI" panose="020B0604030504040204" pitchFamily="50" charset="-128"/>
              <a:ea typeface="Meiryo UI" panose="020B0604030504040204" pitchFamily="50" charset="-128"/>
            </a:endParaRPr>
          </a:p>
        </p:txBody>
      </p:sp>
      <p:sp>
        <p:nvSpPr>
          <p:cNvPr id="4" name="Text 2"/>
          <p:cNvSpPr/>
          <p:nvPr/>
        </p:nvSpPr>
        <p:spPr>
          <a:xfrm>
            <a:off x="914400" y="0"/>
            <a:ext cx="795528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「アジャイルではこうだが、WFではこうなる」まとめ表</a:t>
            </a:r>
            <a:endParaRPr lang="en-US" sz="1900" dirty="0">
              <a:latin typeface="Meiryo UI" panose="020B0604030504040204" pitchFamily="50" charset="-128"/>
              <a:ea typeface="Meiryo UI" panose="020B0604030504040204" pitchFamily="50" charset="-128"/>
            </a:endParaRPr>
          </a:p>
        </p:txBody>
      </p:sp>
      <p:sp>
        <p:nvSpPr>
          <p:cNvPr id="5" name="Shape 3"/>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6" name="Text 4"/>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graphicFrame>
        <p:nvGraphicFramePr>
          <p:cNvPr id="16" name="Table 0"/>
          <p:cNvGraphicFramePr>
            <a:graphicFrameLocks noGrp="1"/>
          </p:cNvGraphicFramePr>
          <p:nvPr>
            <p:extLst>
              <p:ext uri="{D42A27DB-BD31-4B8C-83A1-F6EECF244321}">
                <p14:modId xmlns:p14="http://schemas.microsoft.com/office/powerpoint/2010/main" val="2363084645"/>
              </p:ext>
            </p:extLst>
          </p:nvPr>
        </p:nvGraphicFramePr>
        <p:xfrm>
          <a:off x="274320" y="804672"/>
          <a:ext cx="8595360" cy="3886197"/>
        </p:xfrm>
        <a:graphic>
          <a:graphicData uri="http://schemas.openxmlformats.org/drawingml/2006/table">
            <a:tbl>
              <a:tblPr/>
              <a:tblGrid>
                <a:gridCol w="18288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555171">
                <a:tc>
                  <a:txBody>
                    <a:bodyPr/>
                    <a:lstStyle/>
                    <a:p>
                      <a:pPr marL="0" indent="0" algn="ctr">
                        <a:buNone/>
                      </a:pPr>
                      <a:r>
                        <a:rPr lang="en-US" sz="1200" b="1" dirty="0">
                          <a:solidFill>
                            <a:srgbClr val="FFFFFF"/>
                          </a:solidFill>
                        </a:rPr>
                        <a:t>項目</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D5B"/>
                    </a:solidFill>
                  </a:tcPr>
                </a:tc>
                <a:tc>
                  <a:txBody>
                    <a:bodyPr/>
                    <a:lstStyle/>
                    <a:p>
                      <a:pPr marL="0" indent="0" algn="ctr">
                        <a:buNone/>
                      </a:pPr>
                      <a:r>
                        <a:rPr lang="en-US" sz="1200" b="1" dirty="0">
                          <a:solidFill>
                            <a:srgbClr val="FFFFFF"/>
                          </a:solidFill>
                        </a:rPr>
                        <a:t>アジャイルでの感覚</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marL="0" indent="0" algn="ctr">
                        <a:buNone/>
                      </a:pPr>
                      <a:r>
                        <a:rPr lang="en-US" sz="1200" b="1" dirty="0">
                          <a:solidFill>
                            <a:srgbClr val="FFFFFF"/>
                          </a:solidFill>
                        </a:rPr>
                        <a:t>WFでの現実（典型例）</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562A8"/>
                    </a:solidFill>
                  </a:tcPr>
                </a:tc>
                <a:extLst>
                  <a:ext uri="{0D108BD9-81ED-4DB2-BD59-A6C34878D82A}">
                    <a16:rowId xmlns:a16="http://schemas.microsoft.com/office/drawing/2014/main" val="10000"/>
                  </a:ext>
                </a:extLst>
              </a:tr>
              <a:tr h="555171">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仕様の決まり方</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スプリントごとに詳細化・柔軟に変わる</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要件定義〜基本設計で主要事項を固める。変更は正式な変更管理プロセスを通す</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5171">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ドキュメント</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最小限＋会話重視</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成果物が契約と後工程の前提。合意と分業の証跡として文書化が強く重視される</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5171">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変更対応</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Backlog変更で吸収</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変更管理票＋影響評価＋変更可否の承認＋場合により契約変更</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5171">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テスト</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小さく早く、継続的</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単体〜受入まで工程ごとに段階的。受入テストは検収条件と結びつく</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5171">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PO／PdMの役割</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価値の最大化に集中</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価値＋受入条件・検収条件（完了判定の前提）の両方を意識</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55171">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コミュニケーション</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チーム内の密な対話</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00000"/>
                          </a:solidFill>
                          <a:latin typeface="Meiryo UI" panose="020B0604030504040204" pitchFamily="50" charset="-128"/>
                          <a:ea typeface="Meiryo UI" panose="020B0604030504040204" pitchFamily="50" charset="-128"/>
                        </a:rPr>
                        <a:t>他部署・ベンダ・顧客との文書コミュニケーションが中心</a:t>
                      </a:r>
                      <a:endParaRPr lang="en-US" sz="1100" dirty="0">
                        <a:latin typeface="Meiryo UI" panose="020B0604030504040204" pitchFamily="50" charset="-128"/>
                        <a:ea typeface="Meiryo UI" panose="020B0604030504040204" pitchFamily="50" charset="-128"/>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Text 5"/>
          <p:cNvSpPr/>
          <p:nvPr/>
        </p:nvSpPr>
        <p:spPr>
          <a:xfrm>
            <a:off x="274320" y="4773168"/>
            <a:ext cx="8595360" cy="201168"/>
          </a:xfrm>
          <a:prstGeom prst="rect">
            <a:avLst/>
          </a:prstGeom>
          <a:noFill/>
          <a:ln/>
        </p:spPr>
        <p:txBody>
          <a:bodyPr wrap="square" lIns="0" tIns="0" rIns="0" bIns="0" rtlCol="0" anchor="ctr"/>
          <a:lstStyle/>
          <a:p>
            <a:pPr marL="0" indent="0">
              <a:buNone/>
            </a:pPr>
            <a:r>
              <a:rPr lang="en-US" sz="950" i="1" dirty="0">
                <a:solidFill>
                  <a:srgbClr val="94A3B8"/>
                </a:solidFill>
                <a:latin typeface="Meiryo UI" panose="020B0604030504040204" pitchFamily="50" charset="-128"/>
                <a:ea typeface="Meiryo UI" panose="020B0604030504040204" pitchFamily="50" charset="-128"/>
              </a:rPr>
              <a:t>※ WF列はあくまで典型例。実際の現場では契約・社内標準が優先される。</a:t>
            </a:r>
            <a:endParaRPr lang="en-US" sz="950" dirty="0">
              <a:latin typeface="Meiryo UI" panose="020B0604030504040204" pitchFamily="50" charset="-128"/>
              <a:ea typeface="Meiryo UI" panose="020B0604030504040204" pitchFamily="50" charset="-12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228600" y="0"/>
            <a:ext cx="777240" cy="658368"/>
          </a:xfrm>
          <a:prstGeom prst="rect">
            <a:avLst/>
          </a:prstGeom>
          <a:noFill/>
          <a:ln/>
        </p:spPr>
        <p:txBody>
          <a:bodyPr wrap="square" lIns="0" tIns="0" rIns="0" bIns="0" rtlCol="0" anchor="ctr"/>
          <a:lstStyle/>
          <a:p>
            <a:pPr marL="0" indent="0">
              <a:buNone/>
            </a:pPr>
            <a:r>
              <a:rPr lang="en-US" sz="1100" b="1" dirty="0">
                <a:solidFill>
                  <a:srgbClr val="DBEAFE"/>
                </a:solidFill>
                <a:latin typeface="Meiryo UI" panose="020B0604030504040204" pitchFamily="50" charset="-128"/>
                <a:ea typeface="Meiryo UI" panose="020B0604030504040204" pitchFamily="50" charset="-128"/>
              </a:rPr>
              <a:t>10</a:t>
            </a:r>
            <a:endParaRPr lang="en-US" sz="1100" dirty="0">
              <a:latin typeface="Meiryo UI" panose="020B0604030504040204" pitchFamily="50" charset="-128"/>
              <a:ea typeface="Meiryo UI" panose="020B0604030504040204" pitchFamily="50" charset="-128"/>
            </a:endParaRPr>
          </a:p>
        </p:txBody>
      </p:sp>
      <p:sp>
        <p:nvSpPr>
          <p:cNvPr id="4" name="Text 2"/>
          <p:cNvSpPr/>
          <p:nvPr/>
        </p:nvSpPr>
        <p:spPr>
          <a:xfrm>
            <a:off x="914400" y="0"/>
            <a:ext cx="795528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具体ケース：購買申請システムで流れをつかむ</a:t>
            </a:r>
            <a:endParaRPr lang="en-US" sz="1900" dirty="0">
              <a:latin typeface="Meiryo UI" panose="020B0604030504040204" pitchFamily="50" charset="-128"/>
              <a:ea typeface="Meiryo UI" panose="020B0604030504040204" pitchFamily="50" charset="-128"/>
            </a:endParaRPr>
          </a:p>
        </p:txBody>
      </p:sp>
      <p:sp>
        <p:nvSpPr>
          <p:cNvPr id="5" name="Shape 3"/>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6" name="Text 4"/>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sp>
        <p:nvSpPr>
          <p:cNvPr id="7" name="Text 5"/>
          <p:cNvSpPr/>
          <p:nvPr/>
        </p:nvSpPr>
        <p:spPr>
          <a:xfrm>
            <a:off x="274320" y="749808"/>
            <a:ext cx="8595360" cy="329184"/>
          </a:xfrm>
          <a:prstGeom prst="rect">
            <a:avLst/>
          </a:prstGeom>
          <a:noFill/>
          <a:ln/>
        </p:spPr>
        <p:txBody>
          <a:bodyPr wrap="square" lIns="0" tIns="0" rIns="0" bIns="0" rtlCol="0" anchor="ctr"/>
          <a:lstStyle/>
          <a:p>
            <a:pPr marL="0" indent="0">
              <a:buNone/>
            </a:pPr>
            <a:r>
              <a:rPr lang="en-US" sz="1200" b="1" i="1" dirty="0">
                <a:solidFill>
                  <a:srgbClr val="0F2D5B"/>
                </a:solidFill>
                <a:latin typeface="Meiryo UI" panose="020B0604030504040204" pitchFamily="50" charset="-128"/>
                <a:ea typeface="Meiryo UI" panose="020B0604030504040204" pitchFamily="50" charset="-128"/>
              </a:rPr>
              <a:t>仮想案件：社内「購買申請システム」を新規開発（申請〜承認〜発注のシステム化）</a:t>
            </a:r>
            <a:endParaRPr lang="en-US" sz="1200" dirty="0">
              <a:latin typeface="Meiryo UI" panose="020B0604030504040204" pitchFamily="50" charset="-128"/>
              <a:ea typeface="Meiryo UI" panose="020B0604030504040204" pitchFamily="50" charset="-128"/>
            </a:endParaRPr>
          </a:p>
        </p:txBody>
      </p:sp>
      <p:sp>
        <p:nvSpPr>
          <p:cNvPr id="8" name="Shape 6"/>
          <p:cNvSpPr/>
          <p:nvPr/>
        </p:nvSpPr>
        <p:spPr>
          <a:xfrm>
            <a:off x="274320" y="1170432"/>
            <a:ext cx="2807208" cy="38404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9" name="Text 7"/>
          <p:cNvSpPr/>
          <p:nvPr/>
        </p:nvSpPr>
        <p:spPr>
          <a:xfrm>
            <a:off x="274320" y="1170432"/>
            <a:ext cx="280720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UI" panose="020B0604030504040204" pitchFamily="50" charset="-128"/>
                <a:ea typeface="Meiryo UI" panose="020B0604030504040204" pitchFamily="50" charset="-128"/>
              </a:rPr>
              <a:t>要件定義</a:t>
            </a:r>
            <a:endParaRPr lang="en-US" sz="1200" dirty="0">
              <a:latin typeface="Meiryo UI" panose="020B0604030504040204" pitchFamily="50" charset="-128"/>
              <a:ea typeface="Meiryo UI" panose="020B0604030504040204" pitchFamily="50" charset="-128"/>
            </a:endParaRPr>
          </a:p>
        </p:txBody>
      </p:sp>
      <p:sp>
        <p:nvSpPr>
          <p:cNvPr id="10" name="Shape 8"/>
          <p:cNvSpPr/>
          <p:nvPr/>
        </p:nvSpPr>
        <p:spPr>
          <a:xfrm>
            <a:off x="274320" y="1554480"/>
            <a:ext cx="2807208" cy="2450592"/>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1" name="Text 9"/>
          <p:cNvSpPr/>
          <p:nvPr/>
        </p:nvSpPr>
        <p:spPr>
          <a:xfrm>
            <a:off x="365760" y="1591056"/>
            <a:ext cx="2624328" cy="2377440"/>
          </a:xfrm>
          <a:prstGeom prst="rect">
            <a:avLst/>
          </a:prstGeom>
          <a:noFill/>
          <a:ln/>
        </p:spPr>
        <p:txBody>
          <a:bodyPr wrap="square" lIns="0" tIns="0" rIns="0" bIns="0" rtlCol="0" anchor="t"/>
          <a:lstStyle/>
          <a:p>
            <a:pPr marL="0" indent="0">
              <a:buNone/>
            </a:pPr>
            <a:r>
              <a:rPr lang="en-US" sz="1100" dirty="0">
                <a:solidFill>
                  <a:srgbClr val="1E293B"/>
                </a:solidFill>
                <a:latin typeface="Meiryo UI" panose="020B0604030504040204" pitchFamily="50" charset="-128"/>
                <a:ea typeface="Meiryo UI" panose="020B0604030504040204" pitchFamily="50" charset="-128"/>
              </a:rPr>
              <a:t>・業務ルール：1件○円未満は課長承認、以上は部長承認</a:t>
            </a:r>
            <a:endParaRPr lang="en-US" sz="1100" dirty="0">
              <a:latin typeface="Meiryo UI" panose="020B0604030504040204" pitchFamily="50" charset="-128"/>
              <a:ea typeface="Meiryo UI" panose="020B0604030504040204" pitchFamily="50" charset="-128"/>
            </a:endParaRPr>
          </a:p>
          <a:p>
            <a:pPr marL="0" indent="0">
              <a:buNone/>
            </a:pPr>
            <a:r>
              <a:rPr lang="en-US" sz="1100" dirty="0">
                <a:solidFill>
                  <a:srgbClr val="1E293B"/>
                </a:solidFill>
                <a:latin typeface="Meiryo UI" panose="020B0604030504040204" pitchFamily="50" charset="-128"/>
                <a:ea typeface="Meiryo UI" panose="020B0604030504040204" pitchFamily="50" charset="-128"/>
              </a:rPr>
              <a:t>・権限：申請者／課長／部長／購買担当の4ロール</a:t>
            </a:r>
            <a:endParaRPr lang="en-US" sz="1100" dirty="0">
              <a:latin typeface="Meiryo UI" panose="020B0604030504040204" pitchFamily="50" charset="-128"/>
              <a:ea typeface="Meiryo UI" panose="020B0604030504040204" pitchFamily="50" charset="-128"/>
            </a:endParaRPr>
          </a:p>
          <a:p>
            <a:pPr marL="0" indent="0">
              <a:buNone/>
            </a:pPr>
            <a:r>
              <a:rPr lang="en-US" sz="1100" dirty="0">
                <a:solidFill>
                  <a:srgbClr val="1E293B"/>
                </a:solidFill>
                <a:latin typeface="Meiryo UI" panose="020B0604030504040204" pitchFamily="50" charset="-128"/>
                <a:ea typeface="Meiryo UI" panose="020B0604030504040204" pitchFamily="50" charset="-128"/>
              </a:rPr>
              <a:t>・データ定義：「申請日」「発注日」の正確な意味を明文化</a:t>
            </a:r>
            <a:endParaRPr lang="en-US" sz="1100" dirty="0">
              <a:latin typeface="Meiryo UI" panose="020B0604030504040204" pitchFamily="50" charset="-128"/>
              <a:ea typeface="Meiryo UI" panose="020B0604030504040204" pitchFamily="50" charset="-128"/>
            </a:endParaRPr>
          </a:p>
          <a:p>
            <a:pPr marL="0" indent="0">
              <a:buNone/>
            </a:pPr>
            <a:r>
              <a:rPr lang="en-US" sz="1100" dirty="0">
                <a:solidFill>
                  <a:srgbClr val="1E293B"/>
                </a:solidFill>
                <a:latin typeface="Meiryo UI" panose="020B0604030504040204" pitchFamily="50" charset="-128"/>
                <a:ea typeface="Meiryo UI" panose="020B0604030504040204" pitchFamily="50" charset="-128"/>
              </a:rPr>
              <a:t>・締め時間：月次集計は翌営業日9:00締め</a:t>
            </a:r>
            <a:endParaRPr lang="en-US" sz="1100" dirty="0">
              <a:latin typeface="Meiryo UI" panose="020B0604030504040204" pitchFamily="50" charset="-128"/>
              <a:ea typeface="Meiryo UI" panose="020B0604030504040204" pitchFamily="50" charset="-128"/>
            </a:endParaRPr>
          </a:p>
          <a:p>
            <a:pPr marL="0" indent="0">
              <a:buNone/>
            </a:pPr>
            <a:r>
              <a:rPr lang="en-US" sz="1100" dirty="0">
                <a:solidFill>
                  <a:srgbClr val="1E293B"/>
                </a:solidFill>
                <a:latin typeface="Meiryo UI" panose="020B0604030504040204" pitchFamily="50" charset="-128"/>
                <a:ea typeface="Meiryo UI" panose="020B0604030504040204" pitchFamily="50" charset="-128"/>
              </a:rPr>
              <a:t>・外部連携：CSV出力まで。送信は購買部門の責任</a:t>
            </a:r>
            <a:endParaRPr lang="en-US" sz="1100" dirty="0">
              <a:latin typeface="Meiryo UI" panose="020B0604030504040204" pitchFamily="50" charset="-128"/>
              <a:ea typeface="Meiryo UI" panose="020B0604030504040204" pitchFamily="50" charset="-128"/>
            </a:endParaRPr>
          </a:p>
        </p:txBody>
      </p:sp>
      <p:sp>
        <p:nvSpPr>
          <p:cNvPr id="12" name="Shape 10"/>
          <p:cNvSpPr/>
          <p:nvPr/>
        </p:nvSpPr>
        <p:spPr>
          <a:xfrm>
            <a:off x="3246120" y="1170432"/>
            <a:ext cx="2807208" cy="384048"/>
          </a:xfrm>
          <a:prstGeom prst="rect">
            <a:avLst/>
          </a:prstGeom>
          <a:solidFill>
            <a:srgbClr val="1562A8"/>
          </a:solidFill>
          <a:ln w="12700">
            <a:solidFill>
              <a:srgbClr val="1562A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3" name="Text 11"/>
          <p:cNvSpPr/>
          <p:nvPr/>
        </p:nvSpPr>
        <p:spPr>
          <a:xfrm>
            <a:off x="3246120" y="1170432"/>
            <a:ext cx="280720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UI" panose="020B0604030504040204" pitchFamily="50" charset="-128"/>
                <a:ea typeface="Meiryo UI" panose="020B0604030504040204" pitchFamily="50" charset="-128"/>
              </a:rPr>
              <a:t>基本設計</a:t>
            </a:r>
            <a:endParaRPr lang="en-US" sz="1200" dirty="0">
              <a:latin typeface="Meiryo UI" panose="020B0604030504040204" pitchFamily="50" charset="-128"/>
              <a:ea typeface="Meiryo UI" panose="020B0604030504040204" pitchFamily="50" charset="-128"/>
            </a:endParaRPr>
          </a:p>
          <a:p>
            <a:pPr marL="0" indent="0" algn="ctr">
              <a:buNone/>
            </a:pPr>
            <a:r>
              <a:rPr lang="en-US" sz="1200" b="1" dirty="0">
                <a:solidFill>
                  <a:srgbClr val="FFFFFF"/>
                </a:solidFill>
                <a:latin typeface="Meiryo UI" panose="020B0604030504040204" pitchFamily="50" charset="-128"/>
                <a:ea typeface="Meiryo UI" panose="020B0604030504040204" pitchFamily="50" charset="-128"/>
              </a:rPr>
              <a:t>→変更管理</a:t>
            </a:r>
            <a:endParaRPr lang="en-US" sz="1200" dirty="0">
              <a:latin typeface="Meiryo UI" panose="020B0604030504040204" pitchFamily="50" charset="-128"/>
              <a:ea typeface="Meiryo UI" panose="020B0604030504040204" pitchFamily="50" charset="-128"/>
            </a:endParaRPr>
          </a:p>
        </p:txBody>
      </p:sp>
      <p:sp>
        <p:nvSpPr>
          <p:cNvPr id="14" name="Shape 12"/>
          <p:cNvSpPr/>
          <p:nvPr/>
        </p:nvSpPr>
        <p:spPr>
          <a:xfrm>
            <a:off x="3246120" y="1554480"/>
            <a:ext cx="2807208" cy="2450592"/>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5" name="Text 13"/>
          <p:cNvSpPr/>
          <p:nvPr/>
        </p:nvSpPr>
        <p:spPr>
          <a:xfrm>
            <a:off x="3337560" y="1591056"/>
            <a:ext cx="2624328" cy="2377440"/>
          </a:xfrm>
          <a:prstGeom prst="rect">
            <a:avLst/>
          </a:prstGeom>
          <a:noFill/>
          <a:ln/>
        </p:spPr>
        <p:txBody>
          <a:bodyPr wrap="square" lIns="0" tIns="0" rIns="0" bIns="0" rtlCol="0" anchor="t"/>
          <a:lstStyle/>
          <a:p>
            <a:pPr marL="0" indent="0">
              <a:buNone/>
            </a:pPr>
            <a:r>
              <a:rPr lang="en-US" sz="1100" dirty="0">
                <a:solidFill>
                  <a:srgbClr val="1E293B"/>
                </a:solidFill>
                <a:latin typeface="Meiryo UI" panose="020B0604030504040204" pitchFamily="50" charset="-128"/>
                <a:ea typeface="Meiryo UI" panose="020B0604030504040204" pitchFamily="50" charset="-128"/>
              </a:rPr>
              <a:t>・「役員承認ルート」が追加要望として浮上</a:t>
            </a:r>
            <a:endParaRPr lang="en-US" sz="1100" dirty="0">
              <a:latin typeface="Meiryo UI" panose="020B0604030504040204" pitchFamily="50" charset="-128"/>
              <a:ea typeface="Meiryo UI" panose="020B0604030504040204" pitchFamily="50" charset="-128"/>
            </a:endParaRPr>
          </a:p>
          <a:p>
            <a:pPr marL="0" indent="0">
              <a:buNone/>
            </a:pPr>
            <a:r>
              <a:rPr lang="en-US" sz="1100" dirty="0">
                <a:solidFill>
                  <a:srgbClr val="1E293B"/>
                </a:solidFill>
                <a:latin typeface="Meiryo UI" panose="020B0604030504040204" pitchFamily="50" charset="-128"/>
                <a:ea typeface="Meiryo UI" panose="020B0604030504040204" pitchFamily="50" charset="-128"/>
              </a:rPr>
              <a:t>・変更管理票を起票し影響評価を実施</a:t>
            </a:r>
            <a:endParaRPr lang="en-US" sz="1100" dirty="0">
              <a:latin typeface="Meiryo UI" panose="020B0604030504040204" pitchFamily="50" charset="-128"/>
              <a:ea typeface="Meiryo UI" panose="020B0604030504040204" pitchFamily="50" charset="-128"/>
            </a:endParaRPr>
          </a:p>
          <a:p>
            <a:pPr marL="0" indent="0">
              <a:buNone/>
            </a:pPr>
            <a:r>
              <a:rPr lang="en-US" sz="1100" dirty="0">
                <a:solidFill>
                  <a:srgbClr val="1E293B"/>
                </a:solidFill>
                <a:latin typeface="Meiryo UI" panose="020B0604030504040204" pitchFamily="50" charset="-128"/>
                <a:ea typeface="Meiryo UI" panose="020B0604030504040204" pitchFamily="50" charset="-128"/>
              </a:rPr>
              <a:t>・影響：承認フロー・画面・履歴保持の追加</a:t>
            </a:r>
            <a:endParaRPr lang="en-US" sz="1100" dirty="0">
              <a:latin typeface="Meiryo UI" panose="020B0604030504040204" pitchFamily="50" charset="-128"/>
              <a:ea typeface="Meiryo UI" panose="020B0604030504040204" pitchFamily="50" charset="-128"/>
            </a:endParaRPr>
          </a:p>
          <a:p>
            <a:pPr marL="0" indent="0">
              <a:buNone/>
            </a:pPr>
            <a:r>
              <a:rPr lang="en-US" sz="1100" dirty="0">
                <a:solidFill>
                  <a:srgbClr val="1E293B"/>
                </a:solidFill>
                <a:latin typeface="Meiryo UI" panose="020B0604030504040204" pitchFamily="50" charset="-128"/>
                <a:ea typeface="Meiryo UI" panose="020B0604030504040204" pitchFamily="50" charset="-128"/>
              </a:rPr>
              <a:t>・変更可否を顧客が承認し、計画に反映</a:t>
            </a:r>
            <a:endParaRPr lang="en-US" sz="1100" dirty="0">
              <a:latin typeface="Meiryo UI" panose="020B0604030504040204" pitchFamily="50" charset="-128"/>
              <a:ea typeface="Meiryo UI" panose="020B0604030504040204" pitchFamily="50" charset="-128"/>
            </a:endParaRPr>
          </a:p>
          <a:p>
            <a:pPr marL="0" indent="0">
              <a:buNone/>
            </a:pPr>
            <a:r>
              <a:rPr lang="en-US" sz="1100" dirty="0">
                <a:solidFill>
                  <a:srgbClr val="1E293B"/>
                </a:solidFill>
                <a:latin typeface="Meiryo UI" panose="020B0604030504040204" pitchFamily="50" charset="-128"/>
                <a:ea typeface="Meiryo UI" panose="020B0604030504040204" pitchFamily="50" charset="-128"/>
              </a:rPr>
              <a:t>・スケジュール2週間延び</a:t>
            </a:r>
            <a:endParaRPr lang="en-US" sz="1100" dirty="0">
              <a:latin typeface="Meiryo UI" panose="020B0604030504040204" pitchFamily="50" charset="-128"/>
              <a:ea typeface="Meiryo UI" panose="020B0604030504040204" pitchFamily="50" charset="-128"/>
            </a:endParaRPr>
          </a:p>
        </p:txBody>
      </p:sp>
      <p:sp>
        <p:nvSpPr>
          <p:cNvPr id="16" name="Shape 14"/>
          <p:cNvSpPr/>
          <p:nvPr/>
        </p:nvSpPr>
        <p:spPr>
          <a:xfrm>
            <a:off x="6217920" y="1170432"/>
            <a:ext cx="2807208" cy="384048"/>
          </a:xfrm>
          <a:prstGeom prst="rect">
            <a:avLst/>
          </a:prstGeom>
          <a:solidFill>
            <a:srgbClr val="D97706"/>
          </a:solidFill>
          <a:ln w="12700">
            <a:solidFill>
              <a:srgbClr val="D97706"/>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7" name="Text 15"/>
          <p:cNvSpPr/>
          <p:nvPr/>
        </p:nvSpPr>
        <p:spPr>
          <a:xfrm>
            <a:off x="6217920" y="1170432"/>
            <a:ext cx="280720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Meiryo UI" panose="020B0604030504040204" pitchFamily="50" charset="-128"/>
                <a:ea typeface="Meiryo UI" panose="020B0604030504040204" pitchFamily="50" charset="-128"/>
              </a:rPr>
              <a:t>テスト〜受入</a:t>
            </a:r>
            <a:endParaRPr lang="en-US" sz="1200" dirty="0">
              <a:latin typeface="Meiryo UI" panose="020B0604030504040204" pitchFamily="50" charset="-128"/>
              <a:ea typeface="Meiryo UI" panose="020B0604030504040204" pitchFamily="50" charset="-128"/>
            </a:endParaRPr>
          </a:p>
        </p:txBody>
      </p:sp>
      <p:sp>
        <p:nvSpPr>
          <p:cNvPr id="18" name="Shape 16"/>
          <p:cNvSpPr/>
          <p:nvPr/>
        </p:nvSpPr>
        <p:spPr>
          <a:xfrm>
            <a:off x="6217920" y="1554480"/>
            <a:ext cx="2807208" cy="2450592"/>
          </a:xfrm>
          <a:prstGeom prst="rect">
            <a:avLst/>
          </a:prstGeom>
          <a:solidFill>
            <a:srgbClr val="FFFBEB"/>
          </a:solidFill>
          <a:ln w="12700">
            <a:solidFill>
              <a:srgbClr val="FDE68A"/>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9" name="Text 17"/>
          <p:cNvSpPr/>
          <p:nvPr/>
        </p:nvSpPr>
        <p:spPr>
          <a:xfrm>
            <a:off x="6309360" y="1591056"/>
            <a:ext cx="2624328" cy="2377440"/>
          </a:xfrm>
          <a:prstGeom prst="rect">
            <a:avLst/>
          </a:prstGeom>
          <a:noFill/>
          <a:ln/>
        </p:spPr>
        <p:txBody>
          <a:bodyPr wrap="square" lIns="0" tIns="0" rIns="0" bIns="0" rtlCol="0" anchor="t"/>
          <a:lstStyle/>
          <a:p>
            <a:pPr marL="0" indent="0">
              <a:buNone/>
            </a:pPr>
            <a:r>
              <a:rPr lang="en-US" sz="1100" dirty="0">
                <a:solidFill>
                  <a:srgbClr val="1E293B"/>
                </a:solidFill>
                <a:latin typeface="Meiryo UI" panose="020B0604030504040204" pitchFamily="50" charset="-128"/>
                <a:ea typeface="Meiryo UI" panose="020B0604030504040204" pitchFamily="50" charset="-128"/>
              </a:rPr>
              <a:t>・結合テスト：重大不具合2件修正後に総合へ</a:t>
            </a:r>
            <a:endParaRPr lang="en-US" sz="1100" dirty="0">
              <a:latin typeface="Meiryo UI" panose="020B0604030504040204" pitchFamily="50" charset="-128"/>
              <a:ea typeface="Meiryo UI" panose="020B0604030504040204" pitchFamily="50" charset="-128"/>
            </a:endParaRPr>
          </a:p>
          <a:p>
            <a:pPr marL="0" indent="0">
              <a:buNone/>
            </a:pPr>
            <a:r>
              <a:rPr lang="en-US" sz="1100" dirty="0">
                <a:solidFill>
                  <a:srgbClr val="1E293B"/>
                </a:solidFill>
                <a:latin typeface="Meiryo UI" panose="020B0604030504040204" pitchFamily="50" charset="-128"/>
                <a:ea typeface="Meiryo UI" panose="020B0604030504040204" pitchFamily="50" charset="-128"/>
              </a:rPr>
              <a:t>・総合テスト：軽微2件は「本番前修正」で合意し受入へ</a:t>
            </a:r>
            <a:endParaRPr lang="en-US" sz="1100" dirty="0">
              <a:latin typeface="Meiryo UI" panose="020B0604030504040204" pitchFamily="50" charset="-128"/>
              <a:ea typeface="Meiryo UI" panose="020B0604030504040204" pitchFamily="50" charset="-128"/>
            </a:endParaRPr>
          </a:p>
          <a:p>
            <a:pPr marL="0" indent="0">
              <a:buNone/>
            </a:pPr>
            <a:r>
              <a:rPr lang="en-US" sz="1100" dirty="0">
                <a:solidFill>
                  <a:srgbClr val="1E293B"/>
                </a:solidFill>
                <a:latin typeface="Meiryo UI" panose="020B0604030504040204" pitchFamily="50" charset="-128"/>
                <a:ea typeface="Meiryo UI" panose="020B0604030504040204" pitchFamily="50" charset="-128"/>
              </a:rPr>
              <a:t>・受入テスト：事前合意の受入条件に基づき約50項目を判定</a:t>
            </a:r>
            <a:endParaRPr lang="en-US" sz="1100" dirty="0">
              <a:latin typeface="Meiryo UI" panose="020B0604030504040204" pitchFamily="50" charset="-128"/>
              <a:ea typeface="Meiryo UI" panose="020B0604030504040204" pitchFamily="50" charset="-128"/>
            </a:endParaRPr>
          </a:p>
          <a:p>
            <a:pPr marL="0" indent="0">
              <a:buNone/>
            </a:pPr>
            <a:r>
              <a:rPr lang="en-US" sz="1100" dirty="0">
                <a:solidFill>
                  <a:srgbClr val="1E293B"/>
                </a:solidFill>
                <a:latin typeface="Meiryo UI" panose="020B0604030504040204" pitchFamily="50" charset="-128"/>
                <a:ea typeface="Meiryo UI" panose="020B0604030504040204" pitchFamily="50" charset="-128"/>
              </a:rPr>
              <a:t>・1項目「基準が曖昧」→ 基準を追記・再テスト後に全項目合格 → 検収サイン</a:t>
            </a:r>
            <a:endParaRPr lang="en-US" sz="1100" dirty="0">
              <a:latin typeface="Meiryo UI" panose="020B0604030504040204" pitchFamily="50" charset="-128"/>
              <a:ea typeface="Meiryo UI" panose="020B0604030504040204" pitchFamily="50" charset="-128"/>
            </a:endParaRPr>
          </a:p>
        </p:txBody>
      </p:sp>
      <p:sp>
        <p:nvSpPr>
          <p:cNvPr id="20" name="Shape 18"/>
          <p:cNvSpPr/>
          <p:nvPr/>
        </p:nvSpPr>
        <p:spPr>
          <a:xfrm>
            <a:off x="274320" y="4096512"/>
            <a:ext cx="8595360" cy="713232"/>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1" name="Text 19"/>
          <p:cNvSpPr/>
          <p:nvPr/>
        </p:nvSpPr>
        <p:spPr>
          <a:xfrm>
            <a:off x="365760" y="4114800"/>
            <a:ext cx="8412480" cy="274320"/>
          </a:xfrm>
          <a:prstGeom prst="rect">
            <a:avLst/>
          </a:prstGeom>
          <a:noFill/>
          <a:ln/>
        </p:spPr>
        <p:txBody>
          <a:bodyPr wrap="square" lIns="0" tIns="0" rIns="0" bIns="0" rtlCol="0" anchor="ctr"/>
          <a:lstStyle/>
          <a:p>
            <a:pPr marL="0" indent="0">
              <a:buNone/>
            </a:pPr>
            <a:r>
              <a:rPr lang="en-US" sz="1200" b="1" dirty="0">
                <a:solidFill>
                  <a:srgbClr val="DBEAFE"/>
                </a:solidFill>
                <a:latin typeface="Meiryo UI" panose="020B0604030504040204" pitchFamily="50" charset="-128"/>
                <a:ea typeface="Meiryo UI" panose="020B0604030504040204" pitchFamily="50" charset="-128"/>
              </a:rPr>
              <a:t>このケースで押さえるポイント</a:t>
            </a:r>
            <a:endParaRPr lang="en-US" sz="1200" dirty="0">
              <a:latin typeface="Meiryo UI" panose="020B0604030504040204" pitchFamily="50" charset="-128"/>
              <a:ea typeface="Meiryo UI" panose="020B0604030504040204" pitchFamily="50" charset="-128"/>
            </a:endParaRPr>
          </a:p>
        </p:txBody>
      </p:sp>
      <p:sp>
        <p:nvSpPr>
          <p:cNvPr id="22" name="Text 20"/>
          <p:cNvSpPr/>
          <p:nvPr/>
        </p:nvSpPr>
        <p:spPr>
          <a:xfrm>
            <a:off x="365760" y="4407408"/>
            <a:ext cx="8412480" cy="384048"/>
          </a:xfrm>
          <a:prstGeom prst="rect">
            <a:avLst/>
          </a:prstGeom>
          <a:noFill/>
          <a:ln/>
        </p:spPr>
        <p:txBody>
          <a:bodyPr wrap="square" lIns="0" tIns="0" rIns="0" bIns="0" rtlCol="0" anchor="ctr"/>
          <a:lstStyle/>
          <a:p>
            <a:pPr marL="0" indent="0">
              <a:buNone/>
            </a:pPr>
            <a:r>
              <a:rPr lang="en-US" sz="1050" dirty="0">
                <a:solidFill>
                  <a:srgbClr val="94A3B8"/>
                </a:solidFill>
                <a:latin typeface="Meiryo UI" panose="020B0604030504040204" pitchFamily="50" charset="-128"/>
                <a:ea typeface="Meiryo UI" panose="020B0604030504040204" pitchFamily="50" charset="-128"/>
              </a:rPr>
              <a:t>書いていなかった「役員承認」の追加要望は、変更管理で正式に扱った。受入は事前に合意した受入条件に基づいて判定し、口頭の依頼で進めなかったことで検収まで円滑に進んだ。</a:t>
            </a:r>
            <a:endParaRPr lang="en-US" sz="1050" dirty="0">
              <a:latin typeface="Meiryo UI" panose="020B0604030504040204" pitchFamily="50" charset="-128"/>
              <a:ea typeface="Meiryo UI" panose="020B0604030504040204" pitchFamily="50" charset="-128"/>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228600" y="0"/>
            <a:ext cx="777240" cy="658368"/>
          </a:xfrm>
          <a:prstGeom prst="rect">
            <a:avLst/>
          </a:prstGeom>
          <a:noFill/>
          <a:ln/>
        </p:spPr>
        <p:txBody>
          <a:bodyPr wrap="square" lIns="0" tIns="0" rIns="0" bIns="0" rtlCol="0" anchor="ctr"/>
          <a:lstStyle/>
          <a:p>
            <a:pPr marL="0" indent="0">
              <a:buNone/>
            </a:pPr>
            <a:r>
              <a:rPr lang="en-US" sz="1100" b="1" dirty="0">
                <a:solidFill>
                  <a:srgbClr val="DBEAFE"/>
                </a:solidFill>
                <a:latin typeface="Meiryo UI" panose="020B0604030504040204" pitchFamily="50" charset="-128"/>
                <a:ea typeface="Meiryo UI" panose="020B0604030504040204" pitchFamily="50" charset="-128"/>
              </a:rPr>
              <a:t>10</a:t>
            </a:r>
            <a:endParaRPr lang="en-US" sz="1100" dirty="0">
              <a:latin typeface="Meiryo UI" panose="020B0604030504040204" pitchFamily="50" charset="-128"/>
              <a:ea typeface="Meiryo UI" panose="020B0604030504040204" pitchFamily="50" charset="-128"/>
            </a:endParaRPr>
          </a:p>
        </p:txBody>
      </p:sp>
      <p:sp>
        <p:nvSpPr>
          <p:cNvPr id="4" name="Text 2"/>
          <p:cNvSpPr/>
          <p:nvPr/>
        </p:nvSpPr>
        <p:spPr>
          <a:xfrm>
            <a:off x="914400" y="0"/>
            <a:ext cx="795528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PdMとしての「最初の一歩」行動案</a:t>
            </a:r>
            <a:endParaRPr lang="en-US" sz="1900" dirty="0">
              <a:latin typeface="Meiryo UI" panose="020B0604030504040204" pitchFamily="50" charset="-128"/>
              <a:ea typeface="Meiryo UI" panose="020B0604030504040204" pitchFamily="50" charset="-128"/>
            </a:endParaRPr>
          </a:p>
        </p:txBody>
      </p:sp>
      <p:sp>
        <p:nvSpPr>
          <p:cNvPr id="5" name="Shape 3"/>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6" name="Text 4"/>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sp>
        <p:nvSpPr>
          <p:cNvPr id="7" name="Text 5"/>
          <p:cNvSpPr/>
          <p:nvPr/>
        </p:nvSpPr>
        <p:spPr>
          <a:xfrm>
            <a:off x="274320" y="777240"/>
            <a:ext cx="4114800" cy="365760"/>
          </a:xfrm>
          <a:prstGeom prst="rect">
            <a:avLst/>
          </a:prstGeom>
          <a:noFill/>
          <a:ln/>
        </p:spPr>
        <p:txBody>
          <a:bodyPr wrap="square" lIns="0" tIns="0" rIns="0" bIns="0" rtlCol="0" anchor="ctr"/>
          <a:lstStyle/>
          <a:p>
            <a:pPr marL="0" indent="0">
              <a:buNone/>
            </a:pPr>
            <a:r>
              <a:rPr lang="en-US" sz="1400" b="1" dirty="0">
                <a:solidFill>
                  <a:srgbClr val="0F2D5B"/>
                </a:solidFill>
                <a:latin typeface="Meiryo UI" panose="020B0604030504040204" pitchFamily="50" charset="-128"/>
                <a:ea typeface="Meiryo UI" panose="020B0604030504040204" pitchFamily="50" charset="-128"/>
              </a:rPr>
              <a:t>参加前に確認すること</a:t>
            </a:r>
            <a:endParaRPr lang="en-US" sz="1400" dirty="0">
              <a:latin typeface="Meiryo UI" panose="020B0604030504040204" pitchFamily="50" charset="-128"/>
              <a:ea typeface="Meiryo UI" panose="020B0604030504040204" pitchFamily="50" charset="-128"/>
            </a:endParaRPr>
          </a:p>
        </p:txBody>
      </p:sp>
      <p:sp>
        <p:nvSpPr>
          <p:cNvPr id="8" name="Shape 6"/>
          <p:cNvSpPr/>
          <p:nvPr/>
        </p:nvSpPr>
        <p:spPr>
          <a:xfrm>
            <a:off x="274320" y="1188720"/>
            <a:ext cx="4114800" cy="0"/>
          </a:xfrm>
          <a:prstGeom prst="line">
            <a:avLst/>
          </a:prstGeom>
          <a:noFill/>
          <a:ln w="1905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9" name="Shape 7"/>
          <p:cNvSpPr/>
          <p:nvPr/>
        </p:nvSpPr>
        <p:spPr>
          <a:xfrm>
            <a:off x="274320" y="1280160"/>
            <a:ext cx="4114800" cy="530352"/>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0" name="Shape 8"/>
          <p:cNvSpPr/>
          <p:nvPr/>
        </p:nvSpPr>
        <p:spPr>
          <a:xfrm>
            <a:off x="274320" y="1280160"/>
            <a:ext cx="320040" cy="530352"/>
          </a:xfrm>
          <a:prstGeom prst="rect">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1" name="Text 9"/>
          <p:cNvSpPr/>
          <p:nvPr/>
        </p:nvSpPr>
        <p:spPr>
          <a:xfrm>
            <a:off x="274320" y="1280160"/>
            <a:ext cx="320040" cy="530352"/>
          </a:xfrm>
          <a:prstGeom prst="rect">
            <a:avLst/>
          </a:prstGeom>
          <a:noFill/>
          <a:ln/>
        </p:spPr>
        <p:txBody>
          <a:bodyPr wrap="square" lIns="0" tIns="0" rIns="0" bIns="0" rtlCol="0" anchor="ctr"/>
          <a:lstStyle/>
          <a:p>
            <a:pPr marL="0" indent="0" algn="ctr">
              <a:buNone/>
            </a:pPr>
            <a:r>
              <a:rPr lang="en-US" sz="700" b="1" dirty="0">
                <a:solidFill>
                  <a:srgbClr val="FFFFFF"/>
                </a:solidFill>
                <a:latin typeface="Meiryo UI" panose="020B0604030504040204" pitchFamily="50" charset="-128"/>
                <a:ea typeface="Meiryo UI" panose="020B0604030504040204" pitchFamily="50" charset="-128"/>
              </a:rPr>
              <a:t>check</a:t>
            </a:r>
            <a:endParaRPr lang="en-US" sz="700" dirty="0">
              <a:latin typeface="Meiryo UI" panose="020B0604030504040204" pitchFamily="50" charset="-128"/>
              <a:ea typeface="Meiryo UI" panose="020B0604030504040204" pitchFamily="50" charset="-128"/>
            </a:endParaRPr>
          </a:p>
        </p:txBody>
      </p:sp>
      <p:sp>
        <p:nvSpPr>
          <p:cNvPr id="12" name="Text 10"/>
          <p:cNvSpPr/>
          <p:nvPr/>
        </p:nvSpPr>
        <p:spPr>
          <a:xfrm>
            <a:off x="658368" y="1280160"/>
            <a:ext cx="3657600" cy="530352"/>
          </a:xfrm>
          <a:prstGeom prst="rect">
            <a:avLst/>
          </a:prstGeom>
          <a:noFill/>
          <a:ln/>
        </p:spPr>
        <p:txBody>
          <a:bodyPr wrap="square" lIns="0" tIns="0" rIns="0" bIns="0" rtlCol="0" anchor="ctr"/>
          <a:lstStyle/>
          <a:p>
            <a:pPr marL="0" indent="0">
              <a:buNone/>
            </a:pPr>
            <a:r>
              <a:rPr lang="en-US" sz="1200" dirty="0">
                <a:solidFill>
                  <a:srgbClr val="1E293B"/>
                </a:solidFill>
                <a:latin typeface="Meiryo UI" panose="020B0604030504040204" pitchFamily="50" charset="-128"/>
                <a:ea typeface="Meiryo UI" panose="020B0604030504040204" pitchFamily="50" charset="-128"/>
              </a:rPr>
              <a:t>要件定義書の最新版（どこにあるか、誰がオーナーか）</a:t>
            </a:r>
            <a:endParaRPr lang="en-US" sz="1200" dirty="0">
              <a:latin typeface="Meiryo UI" panose="020B0604030504040204" pitchFamily="50" charset="-128"/>
              <a:ea typeface="Meiryo UI" panose="020B0604030504040204" pitchFamily="50" charset="-128"/>
            </a:endParaRPr>
          </a:p>
        </p:txBody>
      </p:sp>
      <p:sp>
        <p:nvSpPr>
          <p:cNvPr id="13" name="Shape 11"/>
          <p:cNvSpPr/>
          <p:nvPr/>
        </p:nvSpPr>
        <p:spPr>
          <a:xfrm>
            <a:off x="274320" y="1938528"/>
            <a:ext cx="4114800" cy="530352"/>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4" name="Shape 12"/>
          <p:cNvSpPr/>
          <p:nvPr/>
        </p:nvSpPr>
        <p:spPr>
          <a:xfrm>
            <a:off x="274320" y="1938528"/>
            <a:ext cx="320040" cy="530352"/>
          </a:xfrm>
          <a:prstGeom prst="rect">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5" name="Text 13"/>
          <p:cNvSpPr/>
          <p:nvPr/>
        </p:nvSpPr>
        <p:spPr>
          <a:xfrm>
            <a:off x="274320" y="1938528"/>
            <a:ext cx="320040" cy="530352"/>
          </a:xfrm>
          <a:prstGeom prst="rect">
            <a:avLst/>
          </a:prstGeom>
          <a:noFill/>
          <a:ln/>
        </p:spPr>
        <p:txBody>
          <a:bodyPr wrap="square" lIns="0" tIns="0" rIns="0" bIns="0" rtlCol="0" anchor="ctr"/>
          <a:lstStyle/>
          <a:p>
            <a:pPr marL="0" indent="0" algn="ctr">
              <a:buNone/>
            </a:pPr>
            <a:r>
              <a:rPr lang="en-US" sz="700" b="1" dirty="0">
                <a:solidFill>
                  <a:srgbClr val="FFFFFF"/>
                </a:solidFill>
                <a:latin typeface="Meiryo UI" panose="020B0604030504040204" pitchFamily="50" charset="-128"/>
                <a:ea typeface="Meiryo UI" panose="020B0604030504040204" pitchFamily="50" charset="-128"/>
              </a:rPr>
              <a:t>check</a:t>
            </a:r>
            <a:endParaRPr lang="en-US" sz="700" dirty="0">
              <a:latin typeface="Meiryo UI" panose="020B0604030504040204" pitchFamily="50" charset="-128"/>
              <a:ea typeface="Meiryo UI" panose="020B0604030504040204" pitchFamily="50" charset="-128"/>
            </a:endParaRPr>
          </a:p>
        </p:txBody>
      </p:sp>
      <p:sp>
        <p:nvSpPr>
          <p:cNvPr id="16" name="Text 14"/>
          <p:cNvSpPr/>
          <p:nvPr/>
        </p:nvSpPr>
        <p:spPr>
          <a:xfrm>
            <a:off x="658368" y="1938528"/>
            <a:ext cx="3657600" cy="530352"/>
          </a:xfrm>
          <a:prstGeom prst="rect">
            <a:avLst/>
          </a:prstGeom>
          <a:noFill/>
          <a:ln/>
        </p:spPr>
        <p:txBody>
          <a:bodyPr wrap="square" lIns="0" tIns="0" rIns="0" bIns="0" rtlCol="0" anchor="ctr"/>
          <a:lstStyle/>
          <a:p>
            <a:pPr marL="0" indent="0">
              <a:buNone/>
            </a:pPr>
            <a:r>
              <a:rPr lang="en-US" sz="1200" dirty="0">
                <a:solidFill>
                  <a:srgbClr val="1E293B"/>
                </a:solidFill>
                <a:latin typeface="Meiryo UI" panose="020B0604030504040204" pitchFamily="50" charset="-128"/>
                <a:ea typeface="Meiryo UI" panose="020B0604030504040204" pitchFamily="50" charset="-128"/>
              </a:rPr>
              <a:t>受入条件と検収条件の一覧は存在するか</a:t>
            </a:r>
            <a:endParaRPr lang="en-US" sz="1200" dirty="0">
              <a:latin typeface="Meiryo UI" panose="020B0604030504040204" pitchFamily="50" charset="-128"/>
              <a:ea typeface="Meiryo UI" panose="020B0604030504040204" pitchFamily="50" charset="-128"/>
            </a:endParaRPr>
          </a:p>
        </p:txBody>
      </p:sp>
      <p:sp>
        <p:nvSpPr>
          <p:cNvPr id="17" name="Shape 15"/>
          <p:cNvSpPr/>
          <p:nvPr/>
        </p:nvSpPr>
        <p:spPr>
          <a:xfrm>
            <a:off x="274320" y="2596896"/>
            <a:ext cx="4114800" cy="530352"/>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8" name="Shape 16"/>
          <p:cNvSpPr/>
          <p:nvPr/>
        </p:nvSpPr>
        <p:spPr>
          <a:xfrm>
            <a:off x="274320" y="2596896"/>
            <a:ext cx="320040" cy="530352"/>
          </a:xfrm>
          <a:prstGeom prst="rect">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9" name="Text 17"/>
          <p:cNvSpPr/>
          <p:nvPr/>
        </p:nvSpPr>
        <p:spPr>
          <a:xfrm>
            <a:off x="274320" y="2596896"/>
            <a:ext cx="320040" cy="530352"/>
          </a:xfrm>
          <a:prstGeom prst="rect">
            <a:avLst/>
          </a:prstGeom>
          <a:noFill/>
          <a:ln/>
        </p:spPr>
        <p:txBody>
          <a:bodyPr wrap="square" lIns="0" tIns="0" rIns="0" bIns="0" rtlCol="0" anchor="ctr"/>
          <a:lstStyle/>
          <a:p>
            <a:pPr marL="0" indent="0" algn="ctr">
              <a:buNone/>
            </a:pPr>
            <a:r>
              <a:rPr lang="en-US" sz="700" b="1" dirty="0">
                <a:solidFill>
                  <a:srgbClr val="FFFFFF"/>
                </a:solidFill>
                <a:latin typeface="Meiryo UI" panose="020B0604030504040204" pitchFamily="50" charset="-128"/>
                <a:ea typeface="Meiryo UI" panose="020B0604030504040204" pitchFamily="50" charset="-128"/>
              </a:rPr>
              <a:t>check</a:t>
            </a:r>
            <a:endParaRPr lang="en-US" sz="700" dirty="0">
              <a:latin typeface="Meiryo UI" panose="020B0604030504040204" pitchFamily="50" charset="-128"/>
              <a:ea typeface="Meiryo UI" panose="020B0604030504040204" pitchFamily="50" charset="-128"/>
            </a:endParaRPr>
          </a:p>
        </p:txBody>
      </p:sp>
      <p:sp>
        <p:nvSpPr>
          <p:cNvPr id="20" name="Text 18"/>
          <p:cNvSpPr/>
          <p:nvPr/>
        </p:nvSpPr>
        <p:spPr>
          <a:xfrm>
            <a:off x="658368" y="2596896"/>
            <a:ext cx="3657600" cy="530352"/>
          </a:xfrm>
          <a:prstGeom prst="rect">
            <a:avLst/>
          </a:prstGeom>
          <a:noFill/>
          <a:ln/>
        </p:spPr>
        <p:txBody>
          <a:bodyPr wrap="square" lIns="0" tIns="0" rIns="0" bIns="0" rtlCol="0" anchor="ctr"/>
          <a:lstStyle/>
          <a:p>
            <a:pPr marL="0" indent="0">
              <a:buNone/>
            </a:pPr>
            <a:r>
              <a:rPr lang="en-US" sz="1200" dirty="0">
                <a:solidFill>
                  <a:srgbClr val="1E293B"/>
                </a:solidFill>
                <a:latin typeface="Meiryo UI" panose="020B0604030504040204" pitchFamily="50" charset="-128"/>
                <a:ea typeface="Meiryo UI" panose="020B0604030504040204" pitchFamily="50" charset="-128"/>
              </a:rPr>
              <a:t>変更管理のルール（どこからが変更管理票対象か）</a:t>
            </a:r>
            <a:endParaRPr lang="en-US" sz="1200" dirty="0">
              <a:latin typeface="Meiryo UI" panose="020B0604030504040204" pitchFamily="50" charset="-128"/>
              <a:ea typeface="Meiryo UI" panose="020B0604030504040204" pitchFamily="50" charset="-128"/>
            </a:endParaRPr>
          </a:p>
        </p:txBody>
      </p:sp>
      <p:sp>
        <p:nvSpPr>
          <p:cNvPr id="21" name="Shape 19"/>
          <p:cNvSpPr/>
          <p:nvPr/>
        </p:nvSpPr>
        <p:spPr>
          <a:xfrm>
            <a:off x="274320" y="3255264"/>
            <a:ext cx="4114800" cy="530352"/>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2" name="Shape 20"/>
          <p:cNvSpPr/>
          <p:nvPr/>
        </p:nvSpPr>
        <p:spPr>
          <a:xfrm>
            <a:off x="274320" y="3255264"/>
            <a:ext cx="320040" cy="530352"/>
          </a:xfrm>
          <a:prstGeom prst="rect">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3" name="Text 21"/>
          <p:cNvSpPr/>
          <p:nvPr/>
        </p:nvSpPr>
        <p:spPr>
          <a:xfrm>
            <a:off x="274320" y="3255264"/>
            <a:ext cx="320040" cy="530352"/>
          </a:xfrm>
          <a:prstGeom prst="rect">
            <a:avLst/>
          </a:prstGeom>
          <a:noFill/>
          <a:ln/>
        </p:spPr>
        <p:txBody>
          <a:bodyPr wrap="square" lIns="0" tIns="0" rIns="0" bIns="0" rtlCol="0" anchor="ctr"/>
          <a:lstStyle/>
          <a:p>
            <a:pPr marL="0" indent="0" algn="ctr">
              <a:buNone/>
            </a:pPr>
            <a:r>
              <a:rPr lang="en-US" sz="700" b="1" dirty="0">
                <a:solidFill>
                  <a:srgbClr val="FFFFFF"/>
                </a:solidFill>
                <a:latin typeface="Meiryo UI" panose="020B0604030504040204" pitchFamily="50" charset="-128"/>
                <a:ea typeface="Meiryo UI" panose="020B0604030504040204" pitchFamily="50" charset="-128"/>
              </a:rPr>
              <a:t>check</a:t>
            </a:r>
            <a:endParaRPr lang="en-US" sz="700" dirty="0">
              <a:latin typeface="Meiryo UI" panose="020B0604030504040204" pitchFamily="50" charset="-128"/>
              <a:ea typeface="Meiryo UI" panose="020B0604030504040204" pitchFamily="50" charset="-128"/>
            </a:endParaRPr>
          </a:p>
        </p:txBody>
      </p:sp>
      <p:sp>
        <p:nvSpPr>
          <p:cNvPr id="24" name="Text 22"/>
          <p:cNvSpPr/>
          <p:nvPr/>
        </p:nvSpPr>
        <p:spPr>
          <a:xfrm>
            <a:off x="658368" y="3255264"/>
            <a:ext cx="3657600" cy="530352"/>
          </a:xfrm>
          <a:prstGeom prst="rect">
            <a:avLst/>
          </a:prstGeom>
          <a:noFill/>
          <a:ln/>
        </p:spPr>
        <p:txBody>
          <a:bodyPr wrap="square" lIns="0" tIns="0" rIns="0" bIns="0" rtlCol="0" anchor="ctr"/>
          <a:lstStyle/>
          <a:p>
            <a:pPr marL="0" indent="0">
              <a:buNone/>
            </a:pPr>
            <a:r>
              <a:rPr lang="en-US" sz="1200" dirty="0">
                <a:solidFill>
                  <a:srgbClr val="1E293B"/>
                </a:solidFill>
                <a:latin typeface="Meiryo UI" panose="020B0604030504040204" pitchFamily="50" charset="-128"/>
                <a:ea typeface="Meiryo UI" panose="020B0604030504040204" pitchFamily="50" charset="-128"/>
              </a:rPr>
              <a:t>課題管理と変更管理の切り分けルール（あれば）</a:t>
            </a:r>
            <a:endParaRPr lang="en-US" sz="1200" dirty="0">
              <a:latin typeface="Meiryo UI" panose="020B0604030504040204" pitchFamily="50" charset="-128"/>
              <a:ea typeface="Meiryo UI" panose="020B0604030504040204" pitchFamily="50" charset="-128"/>
            </a:endParaRPr>
          </a:p>
        </p:txBody>
      </p:sp>
      <p:sp>
        <p:nvSpPr>
          <p:cNvPr id="25" name="Text 23"/>
          <p:cNvSpPr/>
          <p:nvPr/>
        </p:nvSpPr>
        <p:spPr>
          <a:xfrm>
            <a:off x="4754880" y="777240"/>
            <a:ext cx="4114800" cy="365760"/>
          </a:xfrm>
          <a:prstGeom prst="rect">
            <a:avLst/>
          </a:prstGeom>
          <a:noFill/>
          <a:ln/>
        </p:spPr>
        <p:txBody>
          <a:bodyPr wrap="square" lIns="0" tIns="0" rIns="0" bIns="0" rtlCol="0" anchor="ctr"/>
          <a:lstStyle/>
          <a:p>
            <a:pPr marL="0" indent="0">
              <a:buNone/>
            </a:pPr>
            <a:r>
              <a:rPr lang="en-US" sz="1400" b="1" dirty="0">
                <a:solidFill>
                  <a:srgbClr val="0F2D5B"/>
                </a:solidFill>
                <a:latin typeface="Meiryo UI" panose="020B0604030504040204" pitchFamily="50" charset="-128"/>
                <a:ea typeface="Meiryo UI" panose="020B0604030504040204" pitchFamily="50" charset="-128"/>
              </a:rPr>
              <a:t>自分の役割として意識すること</a:t>
            </a:r>
            <a:endParaRPr lang="en-US" sz="1400" dirty="0">
              <a:latin typeface="Meiryo UI" panose="020B0604030504040204" pitchFamily="50" charset="-128"/>
              <a:ea typeface="Meiryo UI" panose="020B0604030504040204" pitchFamily="50" charset="-128"/>
            </a:endParaRPr>
          </a:p>
        </p:txBody>
      </p:sp>
      <p:sp>
        <p:nvSpPr>
          <p:cNvPr id="26" name="Shape 24"/>
          <p:cNvSpPr/>
          <p:nvPr/>
        </p:nvSpPr>
        <p:spPr>
          <a:xfrm>
            <a:off x="4754880" y="1188720"/>
            <a:ext cx="4114800" cy="0"/>
          </a:xfrm>
          <a:prstGeom prst="line">
            <a:avLst/>
          </a:prstGeom>
          <a:noFill/>
          <a:ln w="19050">
            <a:solidFill>
              <a:srgbClr val="0D948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7" name="Shape 25"/>
          <p:cNvSpPr/>
          <p:nvPr/>
        </p:nvSpPr>
        <p:spPr>
          <a:xfrm>
            <a:off x="4754880" y="1280160"/>
            <a:ext cx="4114800" cy="822960"/>
          </a:xfrm>
          <a:prstGeom prst="rect">
            <a:avLst/>
          </a:prstGeom>
          <a:solidFill>
            <a:srgbClr val="F0FDFA"/>
          </a:solidFill>
          <a:ln w="12700">
            <a:solidFill>
              <a:srgbClr val="99F6E4"/>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8" name="Shape 26"/>
          <p:cNvSpPr/>
          <p:nvPr/>
        </p:nvSpPr>
        <p:spPr>
          <a:xfrm>
            <a:off x="4754880" y="1280160"/>
            <a:ext cx="73152" cy="822960"/>
          </a:xfrm>
          <a:prstGeom prst="rect">
            <a:avLst/>
          </a:prstGeom>
          <a:solidFill>
            <a:srgbClr val="0D9488"/>
          </a:solidFill>
          <a:ln w="12700">
            <a:solidFill>
              <a:srgbClr val="0D948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9" name="Text 27"/>
          <p:cNvSpPr/>
          <p:nvPr/>
        </p:nvSpPr>
        <p:spPr>
          <a:xfrm>
            <a:off x="4901184" y="1325880"/>
            <a:ext cx="3886200" cy="329184"/>
          </a:xfrm>
          <a:prstGeom prst="rect">
            <a:avLst/>
          </a:prstGeom>
          <a:noFill/>
          <a:ln/>
        </p:spPr>
        <p:txBody>
          <a:bodyPr wrap="square" lIns="0" tIns="0" rIns="0" bIns="0" rtlCol="0" anchor="ctr"/>
          <a:lstStyle/>
          <a:p>
            <a:pPr marL="0" indent="0">
              <a:buNone/>
            </a:pPr>
            <a:r>
              <a:rPr lang="en-US" sz="1200" b="1" dirty="0">
                <a:solidFill>
                  <a:srgbClr val="0F2D5B"/>
                </a:solidFill>
                <a:latin typeface="Meiryo UI" panose="020B0604030504040204" pitchFamily="50" charset="-128"/>
                <a:ea typeface="Meiryo UI" panose="020B0604030504040204" pitchFamily="50" charset="-128"/>
              </a:rPr>
              <a:t>ユーザー視点での要件絞り込み</a:t>
            </a:r>
            <a:endParaRPr lang="en-US" sz="1200" dirty="0">
              <a:latin typeface="Meiryo UI" panose="020B0604030504040204" pitchFamily="50" charset="-128"/>
              <a:ea typeface="Meiryo UI" panose="020B0604030504040204" pitchFamily="50" charset="-128"/>
            </a:endParaRPr>
          </a:p>
        </p:txBody>
      </p:sp>
      <p:sp>
        <p:nvSpPr>
          <p:cNvPr id="30" name="Text 28"/>
          <p:cNvSpPr/>
          <p:nvPr/>
        </p:nvSpPr>
        <p:spPr>
          <a:xfrm>
            <a:off x="4901184" y="1682496"/>
            <a:ext cx="3886200" cy="365760"/>
          </a:xfrm>
          <a:prstGeom prst="rect">
            <a:avLst/>
          </a:prstGeom>
          <a:noFill/>
          <a:ln/>
        </p:spPr>
        <p:txBody>
          <a:bodyPr wrap="square" lIns="0" tIns="0" rIns="0" bIns="0" rtlCol="0" anchor="ctr"/>
          <a:lstStyle/>
          <a:p>
            <a:pPr marL="0" indent="0">
              <a:buNone/>
            </a:pPr>
            <a:r>
              <a:rPr lang="en-US" sz="1200" dirty="0">
                <a:solidFill>
                  <a:srgbClr val="475569"/>
                </a:solidFill>
                <a:latin typeface="Meiryo UI" panose="020B0604030504040204" pitchFamily="50" charset="-128"/>
                <a:ea typeface="Meiryo UI" panose="020B0604030504040204" pitchFamily="50" charset="-128"/>
              </a:rPr>
              <a:t>本当に必要な要件に絞り込み、スコープを明確にする</a:t>
            </a:r>
            <a:endParaRPr lang="en-US" sz="1200" dirty="0">
              <a:latin typeface="Meiryo UI" panose="020B0604030504040204" pitchFamily="50" charset="-128"/>
              <a:ea typeface="Meiryo UI" panose="020B0604030504040204" pitchFamily="50" charset="-128"/>
            </a:endParaRPr>
          </a:p>
        </p:txBody>
      </p:sp>
      <p:sp>
        <p:nvSpPr>
          <p:cNvPr id="31" name="Shape 29"/>
          <p:cNvSpPr/>
          <p:nvPr/>
        </p:nvSpPr>
        <p:spPr>
          <a:xfrm>
            <a:off x="4754880" y="2249424"/>
            <a:ext cx="4114800" cy="822960"/>
          </a:xfrm>
          <a:prstGeom prst="rect">
            <a:avLst/>
          </a:prstGeom>
          <a:solidFill>
            <a:srgbClr val="F0FDFA"/>
          </a:solidFill>
          <a:ln w="12700">
            <a:solidFill>
              <a:srgbClr val="99F6E4"/>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2" name="Shape 30"/>
          <p:cNvSpPr/>
          <p:nvPr/>
        </p:nvSpPr>
        <p:spPr>
          <a:xfrm>
            <a:off x="4754880" y="2249424"/>
            <a:ext cx="73152" cy="822960"/>
          </a:xfrm>
          <a:prstGeom prst="rect">
            <a:avLst/>
          </a:prstGeom>
          <a:solidFill>
            <a:srgbClr val="0D9488"/>
          </a:solidFill>
          <a:ln w="12700">
            <a:solidFill>
              <a:srgbClr val="0D948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3" name="Text 31"/>
          <p:cNvSpPr/>
          <p:nvPr/>
        </p:nvSpPr>
        <p:spPr>
          <a:xfrm>
            <a:off x="4901184" y="2295144"/>
            <a:ext cx="3886200" cy="329184"/>
          </a:xfrm>
          <a:prstGeom prst="rect">
            <a:avLst/>
          </a:prstGeom>
          <a:noFill/>
          <a:ln/>
        </p:spPr>
        <p:txBody>
          <a:bodyPr wrap="square" lIns="0" tIns="0" rIns="0" bIns="0" rtlCol="0" anchor="ctr"/>
          <a:lstStyle/>
          <a:p>
            <a:pPr marL="0" indent="0">
              <a:buNone/>
            </a:pPr>
            <a:r>
              <a:rPr lang="en-US" sz="1200" b="1" dirty="0">
                <a:solidFill>
                  <a:srgbClr val="0F2D5B"/>
                </a:solidFill>
                <a:latin typeface="Meiryo UI" panose="020B0604030504040204" pitchFamily="50" charset="-128"/>
                <a:ea typeface="Meiryo UI" panose="020B0604030504040204" pitchFamily="50" charset="-128"/>
              </a:rPr>
              <a:t>曖昧な要求を設計に投げない</a:t>
            </a:r>
            <a:endParaRPr lang="en-US" sz="1200" dirty="0">
              <a:latin typeface="Meiryo UI" panose="020B0604030504040204" pitchFamily="50" charset="-128"/>
              <a:ea typeface="Meiryo UI" panose="020B0604030504040204" pitchFamily="50" charset="-128"/>
            </a:endParaRPr>
          </a:p>
        </p:txBody>
      </p:sp>
      <p:sp>
        <p:nvSpPr>
          <p:cNvPr id="34" name="Text 32"/>
          <p:cNvSpPr/>
          <p:nvPr/>
        </p:nvSpPr>
        <p:spPr>
          <a:xfrm>
            <a:off x="4901184" y="2651760"/>
            <a:ext cx="3886200" cy="365760"/>
          </a:xfrm>
          <a:prstGeom prst="rect">
            <a:avLst/>
          </a:prstGeom>
          <a:noFill/>
          <a:ln/>
        </p:spPr>
        <p:txBody>
          <a:bodyPr wrap="square" lIns="0" tIns="0" rIns="0" bIns="0" rtlCol="0" anchor="ctr"/>
          <a:lstStyle/>
          <a:p>
            <a:pPr marL="0" indent="0">
              <a:buNone/>
            </a:pPr>
            <a:r>
              <a:rPr lang="en-US" sz="1200" dirty="0">
                <a:solidFill>
                  <a:srgbClr val="475569"/>
                </a:solidFill>
                <a:latin typeface="Meiryo UI" panose="020B0604030504040204" pitchFamily="50" charset="-128"/>
                <a:ea typeface="Meiryo UI" panose="020B0604030504040204" pitchFamily="50" charset="-128"/>
              </a:rPr>
              <a:t>背景・狙いと境界条件を書いて後工程へ渡す</a:t>
            </a:r>
            <a:endParaRPr lang="en-US" sz="1200" dirty="0">
              <a:latin typeface="Meiryo UI" panose="020B0604030504040204" pitchFamily="50" charset="-128"/>
              <a:ea typeface="Meiryo UI" panose="020B0604030504040204" pitchFamily="50" charset="-128"/>
            </a:endParaRPr>
          </a:p>
        </p:txBody>
      </p:sp>
      <p:sp>
        <p:nvSpPr>
          <p:cNvPr id="35" name="Shape 33"/>
          <p:cNvSpPr/>
          <p:nvPr/>
        </p:nvSpPr>
        <p:spPr>
          <a:xfrm>
            <a:off x="4754880" y="3218688"/>
            <a:ext cx="4114800" cy="822960"/>
          </a:xfrm>
          <a:prstGeom prst="rect">
            <a:avLst/>
          </a:prstGeom>
          <a:solidFill>
            <a:srgbClr val="F0FDFA"/>
          </a:solidFill>
          <a:ln w="12700">
            <a:solidFill>
              <a:srgbClr val="99F6E4"/>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6" name="Shape 34"/>
          <p:cNvSpPr/>
          <p:nvPr/>
        </p:nvSpPr>
        <p:spPr>
          <a:xfrm>
            <a:off x="4754880" y="3218688"/>
            <a:ext cx="73152" cy="822960"/>
          </a:xfrm>
          <a:prstGeom prst="rect">
            <a:avLst/>
          </a:prstGeom>
          <a:solidFill>
            <a:srgbClr val="0D9488"/>
          </a:solidFill>
          <a:ln w="12700">
            <a:solidFill>
              <a:srgbClr val="0D9488"/>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7" name="Text 35"/>
          <p:cNvSpPr/>
          <p:nvPr/>
        </p:nvSpPr>
        <p:spPr>
          <a:xfrm>
            <a:off x="4901184" y="3264408"/>
            <a:ext cx="3886200" cy="329184"/>
          </a:xfrm>
          <a:prstGeom prst="rect">
            <a:avLst/>
          </a:prstGeom>
          <a:noFill/>
          <a:ln/>
        </p:spPr>
        <p:txBody>
          <a:bodyPr wrap="square" lIns="0" tIns="0" rIns="0" bIns="0" rtlCol="0" anchor="ctr"/>
          <a:lstStyle/>
          <a:p>
            <a:pPr marL="0" indent="0">
              <a:buNone/>
            </a:pPr>
            <a:r>
              <a:rPr lang="en-US" sz="1200" b="1" dirty="0">
                <a:solidFill>
                  <a:srgbClr val="0F2D5B"/>
                </a:solidFill>
                <a:latin typeface="Meiryo UI" panose="020B0604030504040204" pitchFamily="50" charset="-128"/>
                <a:ea typeface="Meiryo UI" panose="020B0604030504040204" pitchFamily="50" charset="-128"/>
              </a:rPr>
              <a:t>受入条件・検収条件を要件定義から一緒に考える</a:t>
            </a:r>
            <a:endParaRPr lang="en-US" sz="1200" dirty="0">
              <a:latin typeface="Meiryo UI" panose="020B0604030504040204" pitchFamily="50" charset="-128"/>
              <a:ea typeface="Meiryo UI" panose="020B0604030504040204" pitchFamily="50" charset="-128"/>
            </a:endParaRPr>
          </a:p>
        </p:txBody>
      </p:sp>
      <p:sp>
        <p:nvSpPr>
          <p:cNvPr id="38" name="Text 36"/>
          <p:cNvSpPr/>
          <p:nvPr/>
        </p:nvSpPr>
        <p:spPr>
          <a:xfrm>
            <a:off x="4901184" y="3621024"/>
            <a:ext cx="3886200" cy="365760"/>
          </a:xfrm>
          <a:prstGeom prst="rect">
            <a:avLst/>
          </a:prstGeom>
          <a:noFill/>
          <a:ln/>
        </p:spPr>
        <p:txBody>
          <a:bodyPr wrap="square" lIns="0" tIns="0" rIns="0" bIns="0" rtlCol="0" anchor="ctr"/>
          <a:lstStyle/>
          <a:p>
            <a:pPr marL="0" indent="0">
              <a:buNone/>
            </a:pPr>
            <a:r>
              <a:rPr lang="en-US" sz="1200" dirty="0">
                <a:solidFill>
                  <a:srgbClr val="475569"/>
                </a:solidFill>
                <a:latin typeface="Meiryo UI" panose="020B0604030504040204" pitchFamily="50" charset="-128"/>
                <a:ea typeface="Meiryo UI" panose="020B0604030504040204" pitchFamily="50" charset="-128"/>
              </a:rPr>
              <a:t>「こう確認する」「こうなれば検収できる」を最初から言語化しておく</a:t>
            </a:r>
            <a:endParaRPr lang="en-US" sz="1200" dirty="0">
              <a:latin typeface="Meiryo UI" panose="020B0604030504040204" pitchFamily="50" charset="-128"/>
              <a:ea typeface="Meiryo UI" panose="020B0604030504040204" pitchFamily="50"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付録：WF開発 用語ミニ用語集</a:t>
            </a:r>
            <a:endParaRPr lang="en-US" sz="1900" dirty="0">
              <a:latin typeface="Meiryo UI" panose="020B0604030504040204" pitchFamily="50" charset="-128"/>
              <a:ea typeface="Meiryo UI" panose="020B0604030504040204" pitchFamily="50" charset="-128"/>
            </a:endParaRPr>
          </a:p>
        </p:txBody>
      </p:sp>
      <p:sp>
        <p:nvSpPr>
          <p:cNvPr id="4" name="Shape 2"/>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5" name="Text 3"/>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sp>
        <p:nvSpPr>
          <p:cNvPr id="6" name="Shape 4"/>
          <p:cNvSpPr/>
          <p:nvPr/>
        </p:nvSpPr>
        <p:spPr>
          <a:xfrm>
            <a:off x="228600" y="804672"/>
            <a:ext cx="2834640" cy="914400"/>
          </a:xfrm>
          <a:prstGeom prst="rect">
            <a:avLst/>
          </a:prstGeom>
          <a:solidFill>
            <a:srgbClr val="FFFFFF"/>
          </a:solidFill>
          <a:ln w="12700">
            <a:solidFill>
              <a:srgbClr val="E2E8F0"/>
            </a:solidFill>
            <a:prstDash val="solid"/>
          </a:ln>
          <a:effectLst>
            <a:outerShdw blurRad="254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7" name="Shape 5"/>
          <p:cNvSpPr/>
          <p:nvPr/>
        </p:nvSpPr>
        <p:spPr>
          <a:xfrm>
            <a:off x="228600" y="804672"/>
            <a:ext cx="2834640" cy="292608"/>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8" name="Text 6"/>
          <p:cNvSpPr/>
          <p:nvPr/>
        </p:nvSpPr>
        <p:spPr>
          <a:xfrm>
            <a:off x="301752" y="822960"/>
            <a:ext cx="2688336" cy="256032"/>
          </a:xfrm>
          <a:prstGeom prst="rect">
            <a:avLst/>
          </a:prstGeom>
          <a:noFill/>
          <a:ln/>
        </p:spPr>
        <p:txBody>
          <a:bodyPr wrap="square" lIns="0" tIns="0" rIns="0" bIns="0" rtlCol="0" anchor="ctr"/>
          <a:lstStyle/>
          <a:p>
            <a:pPr marL="0" indent="0">
              <a:buNone/>
            </a:pPr>
            <a:r>
              <a:rPr lang="en-US" sz="1100" b="1" dirty="0">
                <a:solidFill>
                  <a:srgbClr val="0F2D5B"/>
                </a:solidFill>
                <a:latin typeface="Meiryo UI" panose="020B0604030504040204" pitchFamily="50" charset="-128"/>
                <a:ea typeface="Meiryo UI" panose="020B0604030504040204" pitchFamily="50" charset="-128"/>
              </a:rPr>
              <a:t>要件定義</a:t>
            </a:r>
            <a:endParaRPr lang="en-US" sz="1100" dirty="0">
              <a:latin typeface="Meiryo UI" panose="020B0604030504040204" pitchFamily="50" charset="-128"/>
              <a:ea typeface="Meiryo UI" panose="020B0604030504040204" pitchFamily="50" charset="-128"/>
            </a:endParaRPr>
          </a:p>
        </p:txBody>
      </p:sp>
      <p:sp>
        <p:nvSpPr>
          <p:cNvPr id="9" name="Text 7"/>
          <p:cNvSpPr/>
          <p:nvPr/>
        </p:nvSpPr>
        <p:spPr>
          <a:xfrm>
            <a:off x="301752" y="1133856"/>
            <a:ext cx="2688336" cy="548640"/>
          </a:xfrm>
          <a:prstGeom prst="rect">
            <a:avLst/>
          </a:prstGeom>
          <a:noFill/>
          <a:ln/>
        </p:spPr>
        <p:txBody>
          <a:bodyPr wrap="square" lIns="0" tIns="0" rIns="0" bIns="0" rtlCol="0" anchor="t"/>
          <a:lstStyle/>
          <a:p>
            <a:pPr marL="0" indent="0">
              <a:buNone/>
            </a:pPr>
            <a:r>
              <a:rPr lang="en-US" sz="950" dirty="0">
                <a:solidFill>
                  <a:srgbClr val="475569"/>
                </a:solidFill>
                <a:latin typeface="Meiryo UI" panose="020B0604030504040204" pitchFamily="50" charset="-128"/>
                <a:ea typeface="Meiryo UI" panose="020B0604030504040204" pitchFamily="50" charset="-128"/>
              </a:rPr>
              <a:t>システムに「何をしてほしいか」を決める工程。業務要件／機能要件／非機能要件に分けて言語化する。</a:t>
            </a:r>
            <a:endParaRPr lang="en-US" sz="950" dirty="0">
              <a:latin typeface="Meiryo UI" panose="020B0604030504040204" pitchFamily="50" charset="-128"/>
              <a:ea typeface="Meiryo UI" panose="020B0604030504040204" pitchFamily="50" charset="-128"/>
            </a:endParaRPr>
          </a:p>
        </p:txBody>
      </p:sp>
      <p:sp>
        <p:nvSpPr>
          <p:cNvPr id="10" name="Shape 8"/>
          <p:cNvSpPr/>
          <p:nvPr/>
        </p:nvSpPr>
        <p:spPr>
          <a:xfrm>
            <a:off x="228600" y="1810512"/>
            <a:ext cx="2834640" cy="914400"/>
          </a:xfrm>
          <a:prstGeom prst="rect">
            <a:avLst/>
          </a:prstGeom>
          <a:solidFill>
            <a:srgbClr val="FFFFFF"/>
          </a:solidFill>
          <a:ln w="12700">
            <a:solidFill>
              <a:srgbClr val="E2E8F0"/>
            </a:solidFill>
            <a:prstDash val="solid"/>
          </a:ln>
          <a:effectLst>
            <a:outerShdw blurRad="254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11" name="Shape 9"/>
          <p:cNvSpPr/>
          <p:nvPr/>
        </p:nvSpPr>
        <p:spPr>
          <a:xfrm>
            <a:off x="228600" y="1810512"/>
            <a:ext cx="2834640" cy="292608"/>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2" name="Text 10"/>
          <p:cNvSpPr/>
          <p:nvPr/>
        </p:nvSpPr>
        <p:spPr>
          <a:xfrm>
            <a:off x="301752" y="1828800"/>
            <a:ext cx="2688336" cy="256032"/>
          </a:xfrm>
          <a:prstGeom prst="rect">
            <a:avLst/>
          </a:prstGeom>
          <a:noFill/>
          <a:ln/>
        </p:spPr>
        <p:txBody>
          <a:bodyPr wrap="square" lIns="0" tIns="0" rIns="0" bIns="0" rtlCol="0" anchor="ctr"/>
          <a:lstStyle/>
          <a:p>
            <a:pPr marL="0" indent="0">
              <a:buNone/>
            </a:pPr>
            <a:r>
              <a:rPr lang="en-US" sz="1100" b="1" dirty="0">
                <a:solidFill>
                  <a:srgbClr val="0F2D5B"/>
                </a:solidFill>
                <a:latin typeface="Meiryo UI" panose="020B0604030504040204" pitchFamily="50" charset="-128"/>
                <a:ea typeface="Meiryo UI" panose="020B0604030504040204" pitchFamily="50" charset="-128"/>
              </a:rPr>
              <a:t>基本設計</a:t>
            </a:r>
            <a:endParaRPr lang="en-US" sz="1100" dirty="0">
              <a:latin typeface="Meiryo UI" panose="020B0604030504040204" pitchFamily="50" charset="-128"/>
              <a:ea typeface="Meiryo UI" panose="020B0604030504040204" pitchFamily="50" charset="-128"/>
            </a:endParaRPr>
          </a:p>
        </p:txBody>
      </p:sp>
      <p:sp>
        <p:nvSpPr>
          <p:cNvPr id="13" name="Text 11"/>
          <p:cNvSpPr/>
          <p:nvPr/>
        </p:nvSpPr>
        <p:spPr>
          <a:xfrm>
            <a:off x="301752" y="2139696"/>
            <a:ext cx="2688336" cy="548640"/>
          </a:xfrm>
          <a:prstGeom prst="rect">
            <a:avLst/>
          </a:prstGeom>
          <a:noFill/>
          <a:ln/>
        </p:spPr>
        <p:txBody>
          <a:bodyPr wrap="square" lIns="0" tIns="0" rIns="0" bIns="0" rtlCol="0" anchor="t"/>
          <a:lstStyle/>
          <a:p>
            <a:pPr marL="0" indent="0">
              <a:buNone/>
            </a:pPr>
            <a:r>
              <a:rPr lang="en-US" sz="950" dirty="0">
                <a:solidFill>
                  <a:srgbClr val="475569"/>
                </a:solidFill>
                <a:latin typeface="Meiryo UI" panose="020B0604030504040204" pitchFamily="50" charset="-128"/>
                <a:ea typeface="Meiryo UI" panose="020B0604030504040204" pitchFamily="50" charset="-128"/>
              </a:rPr>
              <a:t>要件をもとに、画面・帳票・IF・業務フローなどユーザーから見える振る舞いを設計。外部設計とも。</a:t>
            </a:r>
            <a:endParaRPr lang="en-US" sz="950" dirty="0">
              <a:latin typeface="Meiryo UI" panose="020B0604030504040204" pitchFamily="50" charset="-128"/>
              <a:ea typeface="Meiryo UI" panose="020B0604030504040204" pitchFamily="50" charset="-128"/>
            </a:endParaRPr>
          </a:p>
        </p:txBody>
      </p:sp>
      <p:sp>
        <p:nvSpPr>
          <p:cNvPr id="14" name="Shape 12"/>
          <p:cNvSpPr/>
          <p:nvPr/>
        </p:nvSpPr>
        <p:spPr>
          <a:xfrm>
            <a:off x="228600" y="2816352"/>
            <a:ext cx="2834640" cy="914400"/>
          </a:xfrm>
          <a:prstGeom prst="rect">
            <a:avLst/>
          </a:prstGeom>
          <a:solidFill>
            <a:srgbClr val="FFFFFF"/>
          </a:solidFill>
          <a:ln w="12700">
            <a:solidFill>
              <a:srgbClr val="E2E8F0"/>
            </a:solidFill>
            <a:prstDash val="solid"/>
          </a:ln>
          <a:effectLst>
            <a:outerShdw blurRad="254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15" name="Shape 13"/>
          <p:cNvSpPr/>
          <p:nvPr/>
        </p:nvSpPr>
        <p:spPr>
          <a:xfrm>
            <a:off x="228600" y="2816352"/>
            <a:ext cx="2834640" cy="292608"/>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6" name="Text 14"/>
          <p:cNvSpPr/>
          <p:nvPr/>
        </p:nvSpPr>
        <p:spPr>
          <a:xfrm>
            <a:off x="301752" y="2834640"/>
            <a:ext cx="2688336" cy="256032"/>
          </a:xfrm>
          <a:prstGeom prst="rect">
            <a:avLst/>
          </a:prstGeom>
          <a:noFill/>
          <a:ln/>
        </p:spPr>
        <p:txBody>
          <a:bodyPr wrap="square" lIns="0" tIns="0" rIns="0" bIns="0" rtlCol="0" anchor="ctr"/>
          <a:lstStyle/>
          <a:p>
            <a:pPr marL="0" indent="0">
              <a:buNone/>
            </a:pPr>
            <a:r>
              <a:rPr lang="en-US" sz="1100" b="1" dirty="0">
                <a:solidFill>
                  <a:srgbClr val="0F2D5B"/>
                </a:solidFill>
                <a:latin typeface="Meiryo UI" panose="020B0604030504040204" pitchFamily="50" charset="-128"/>
                <a:ea typeface="Meiryo UI" panose="020B0604030504040204" pitchFamily="50" charset="-128"/>
              </a:rPr>
              <a:t>詳細設計</a:t>
            </a:r>
            <a:endParaRPr lang="en-US" sz="1100" dirty="0">
              <a:latin typeface="Meiryo UI" panose="020B0604030504040204" pitchFamily="50" charset="-128"/>
              <a:ea typeface="Meiryo UI" panose="020B0604030504040204" pitchFamily="50" charset="-128"/>
            </a:endParaRPr>
          </a:p>
        </p:txBody>
      </p:sp>
      <p:sp>
        <p:nvSpPr>
          <p:cNvPr id="17" name="Text 15"/>
          <p:cNvSpPr/>
          <p:nvPr/>
        </p:nvSpPr>
        <p:spPr>
          <a:xfrm>
            <a:off x="301752" y="3145536"/>
            <a:ext cx="2688336" cy="548640"/>
          </a:xfrm>
          <a:prstGeom prst="rect">
            <a:avLst/>
          </a:prstGeom>
          <a:noFill/>
          <a:ln/>
        </p:spPr>
        <p:txBody>
          <a:bodyPr wrap="square" lIns="0" tIns="0" rIns="0" bIns="0" rtlCol="0" anchor="t"/>
          <a:lstStyle/>
          <a:p>
            <a:pPr marL="0" indent="0">
              <a:buNone/>
            </a:pPr>
            <a:r>
              <a:rPr lang="en-US" sz="950" dirty="0">
                <a:solidFill>
                  <a:srgbClr val="475569"/>
                </a:solidFill>
                <a:latin typeface="Meiryo UI" panose="020B0604030504040204" pitchFamily="50" charset="-128"/>
                <a:ea typeface="Meiryo UI" panose="020B0604030504040204" pitchFamily="50" charset="-128"/>
              </a:rPr>
              <a:t>DB設計・テーブル定義・ロジック・API仕様など、プログラム内部の動きを決める工程。内部設計とも。</a:t>
            </a:r>
            <a:endParaRPr lang="en-US" sz="950" dirty="0">
              <a:latin typeface="Meiryo UI" panose="020B0604030504040204" pitchFamily="50" charset="-128"/>
              <a:ea typeface="Meiryo UI" panose="020B0604030504040204" pitchFamily="50" charset="-128"/>
            </a:endParaRPr>
          </a:p>
        </p:txBody>
      </p:sp>
      <p:sp>
        <p:nvSpPr>
          <p:cNvPr id="18" name="Shape 16"/>
          <p:cNvSpPr/>
          <p:nvPr/>
        </p:nvSpPr>
        <p:spPr>
          <a:xfrm>
            <a:off x="228600" y="3822192"/>
            <a:ext cx="2834640" cy="914400"/>
          </a:xfrm>
          <a:prstGeom prst="rect">
            <a:avLst/>
          </a:prstGeom>
          <a:solidFill>
            <a:srgbClr val="FFFFFF"/>
          </a:solidFill>
          <a:ln w="12700">
            <a:solidFill>
              <a:srgbClr val="E2E8F0"/>
            </a:solidFill>
            <a:prstDash val="solid"/>
          </a:ln>
          <a:effectLst>
            <a:outerShdw blurRad="254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19" name="Shape 17"/>
          <p:cNvSpPr/>
          <p:nvPr/>
        </p:nvSpPr>
        <p:spPr>
          <a:xfrm>
            <a:off x="228600" y="3822192"/>
            <a:ext cx="2834640" cy="292608"/>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0" name="Text 18"/>
          <p:cNvSpPr/>
          <p:nvPr/>
        </p:nvSpPr>
        <p:spPr>
          <a:xfrm>
            <a:off x="301752" y="3840480"/>
            <a:ext cx="2688336" cy="256032"/>
          </a:xfrm>
          <a:prstGeom prst="rect">
            <a:avLst/>
          </a:prstGeom>
          <a:noFill/>
          <a:ln/>
        </p:spPr>
        <p:txBody>
          <a:bodyPr wrap="square" lIns="0" tIns="0" rIns="0" bIns="0" rtlCol="0" anchor="ctr"/>
          <a:lstStyle/>
          <a:p>
            <a:pPr marL="0" indent="0">
              <a:buNone/>
            </a:pPr>
            <a:r>
              <a:rPr lang="en-US" sz="1100" b="1" dirty="0">
                <a:solidFill>
                  <a:srgbClr val="0F2D5B"/>
                </a:solidFill>
                <a:latin typeface="Meiryo UI" panose="020B0604030504040204" pitchFamily="50" charset="-128"/>
                <a:ea typeface="Meiryo UI" panose="020B0604030504040204" pitchFamily="50" charset="-128"/>
              </a:rPr>
              <a:t>非機能要件</a:t>
            </a:r>
            <a:endParaRPr lang="en-US" sz="1100" dirty="0">
              <a:latin typeface="Meiryo UI" panose="020B0604030504040204" pitchFamily="50" charset="-128"/>
              <a:ea typeface="Meiryo UI" panose="020B0604030504040204" pitchFamily="50" charset="-128"/>
            </a:endParaRPr>
          </a:p>
        </p:txBody>
      </p:sp>
      <p:sp>
        <p:nvSpPr>
          <p:cNvPr id="21" name="Text 19"/>
          <p:cNvSpPr/>
          <p:nvPr/>
        </p:nvSpPr>
        <p:spPr>
          <a:xfrm>
            <a:off x="301752" y="4151376"/>
            <a:ext cx="2688336" cy="548640"/>
          </a:xfrm>
          <a:prstGeom prst="rect">
            <a:avLst/>
          </a:prstGeom>
          <a:noFill/>
          <a:ln/>
        </p:spPr>
        <p:txBody>
          <a:bodyPr wrap="square" lIns="0" tIns="0" rIns="0" bIns="0" rtlCol="0" anchor="t"/>
          <a:lstStyle/>
          <a:p>
            <a:pPr marL="0" indent="0">
              <a:buNone/>
            </a:pPr>
            <a:r>
              <a:rPr lang="en-US" sz="950" dirty="0">
                <a:solidFill>
                  <a:srgbClr val="475569"/>
                </a:solidFill>
                <a:latin typeface="Meiryo UI" panose="020B0604030504040204" pitchFamily="50" charset="-128"/>
                <a:ea typeface="Meiryo UI" panose="020B0604030504040204" pitchFamily="50" charset="-128"/>
              </a:rPr>
              <a:t>性能・可用性・セキュリティ・運用性・バックアップなど、機能以外の品質を定義する要件。</a:t>
            </a:r>
            <a:endParaRPr lang="en-US" sz="950" dirty="0">
              <a:latin typeface="Meiryo UI" panose="020B0604030504040204" pitchFamily="50" charset="-128"/>
              <a:ea typeface="Meiryo UI" panose="020B0604030504040204" pitchFamily="50" charset="-128"/>
            </a:endParaRPr>
          </a:p>
        </p:txBody>
      </p:sp>
      <p:sp>
        <p:nvSpPr>
          <p:cNvPr id="22" name="Shape 20"/>
          <p:cNvSpPr/>
          <p:nvPr/>
        </p:nvSpPr>
        <p:spPr>
          <a:xfrm>
            <a:off x="3200400" y="804672"/>
            <a:ext cx="2834640" cy="914400"/>
          </a:xfrm>
          <a:prstGeom prst="rect">
            <a:avLst/>
          </a:prstGeom>
          <a:solidFill>
            <a:srgbClr val="FFFFFF"/>
          </a:solidFill>
          <a:ln w="12700">
            <a:solidFill>
              <a:srgbClr val="E2E8F0"/>
            </a:solidFill>
            <a:prstDash val="solid"/>
          </a:ln>
          <a:effectLst>
            <a:outerShdw blurRad="254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23" name="Shape 21"/>
          <p:cNvSpPr/>
          <p:nvPr/>
        </p:nvSpPr>
        <p:spPr>
          <a:xfrm>
            <a:off x="3200400" y="804672"/>
            <a:ext cx="2834640" cy="292608"/>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4" name="Text 22"/>
          <p:cNvSpPr/>
          <p:nvPr/>
        </p:nvSpPr>
        <p:spPr>
          <a:xfrm>
            <a:off x="3273552" y="822960"/>
            <a:ext cx="2688336" cy="256032"/>
          </a:xfrm>
          <a:prstGeom prst="rect">
            <a:avLst/>
          </a:prstGeom>
          <a:noFill/>
          <a:ln/>
        </p:spPr>
        <p:txBody>
          <a:bodyPr wrap="square" lIns="0" tIns="0" rIns="0" bIns="0" rtlCol="0" anchor="ctr"/>
          <a:lstStyle/>
          <a:p>
            <a:pPr marL="0" indent="0">
              <a:buNone/>
            </a:pPr>
            <a:r>
              <a:rPr lang="en-US" sz="1100" b="1" dirty="0">
                <a:solidFill>
                  <a:srgbClr val="0F2D5B"/>
                </a:solidFill>
                <a:latin typeface="Meiryo UI" panose="020B0604030504040204" pitchFamily="50" charset="-128"/>
                <a:ea typeface="Meiryo UI" panose="020B0604030504040204" pitchFamily="50" charset="-128"/>
              </a:rPr>
              <a:t>受入条件</a:t>
            </a:r>
            <a:endParaRPr lang="en-US" sz="1100" dirty="0">
              <a:latin typeface="Meiryo UI" panose="020B0604030504040204" pitchFamily="50" charset="-128"/>
              <a:ea typeface="Meiryo UI" panose="020B0604030504040204" pitchFamily="50" charset="-128"/>
            </a:endParaRPr>
          </a:p>
        </p:txBody>
      </p:sp>
      <p:sp>
        <p:nvSpPr>
          <p:cNvPr id="25" name="Text 23"/>
          <p:cNvSpPr/>
          <p:nvPr/>
        </p:nvSpPr>
        <p:spPr>
          <a:xfrm>
            <a:off x="3273552" y="1133856"/>
            <a:ext cx="2688336" cy="548640"/>
          </a:xfrm>
          <a:prstGeom prst="rect">
            <a:avLst/>
          </a:prstGeom>
          <a:noFill/>
          <a:ln/>
        </p:spPr>
        <p:txBody>
          <a:bodyPr wrap="square" lIns="0" tIns="0" rIns="0" bIns="0" rtlCol="0" anchor="t"/>
          <a:lstStyle/>
          <a:p>
            <a:pPr marL="0" indent="0">
              <a:buNone/>
            </a:pPr>
            <a:r>
              <a:rPr lang="en-US" sz="950" dirty="0">
                <a:solidFill>
                  <a:srgbClr val="475569"/>
                </a:solidFill>
                <a:latin typeface="Meiryo UI" panose="020B0604030504040204" pitchFamily="50" charset="-128"/>
                <a:ea typeface="Meiryo UI" panose="020B0604030504040204" pitchFamily="50" charset="-128"/>
              </a:rPr>
              <a:t>ユーザーが受け取り可否を判定するための条件一覧。受入テストの判定基準になる。</a:t>
            </a:r>
            <a:endParaRPr lang="en-US" sz="950" dirty="0">
              <a:latin typeface="Meiryo UI" panose="020B0604030504040204" pitchFamily="50" charset="-128"/>
              <a:ea typeface="Meiryo UI" panose="020B0604030504040204" pitchFamily="50" charset="-128"/>
            </a:endParaRPr>
          </a:p>
        </p:txBody>
      </p:sp>
      <p:sp>
        <p:nvSpPr>
          <p:cNvPr id="26" name="Shape 24"/>
          <p:cNvSpPr/>
          <p:nvPr/>
        </p:nvSpPr>
        <p:spPr>
          <a:xfrm>
            <a:off x="3200400" y="1810512"/>
            <a:ext cx="2834640" cy="914400"/>
          </a:xfrm>
          <a:prstGeom prst="rect">
            <a:avLst/>
          </a:prstGeom>
          <a:solidFill>
            <a:srgbClr val="FFFFFF"/>
          </a:solidFill>
          <a:ln w="12700">
            <a:solidFill>
              <a:srgbClr val="E2E8F0"/>
            </a:solidFill>
            <a:prstDash val="solid"/>
          </a:ln>
          <a:effectLst>
            <a:outerShdw blurRad="254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27" name="Shape 25"/>
          <p:cNvSpPr/>
          <p:nvPr/>
        </p:nvSpPr>
        <p:spPr>
          <a:xfrm>
            <a:off x="3200400" y="1810512"/>
            <a:ext cx="2834640" cy="292608"/>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8" name="Text 26"/>
          <p:cNvSpPr/>
          <p:nvPr/>
        </p:nvSpPr>
        <p:spPr>
          <a:xfrm>
            <a:off x="3273552" y="1828800"/>
            <a:ext cx="2688336" cy="256032"/>
          </a:xfrm>
          <a:prstGeom prst="rect">
            <a:avLst/>
          </a:prstGeom>
          <a:noFill/>
          <a:ln/>
        </p:spPr>
        <p:txBody>
          <a:bodyPr wrap="square" lIns="0" tIns="0" rIns="0" bIns="0" rtlCol="0" anchor="ctr"/>
          <a:lstStyle/>
          <a:p>
            <a:pPr marL="0" indent="0">
              <a:buNone/>
            </a:pPr>
            <a:r>
              <a:rPr lang="en-US" sz="1100" b="1" dirty="0">
                <a:solidFill>
                  <a:srgbClr val="0F2D5B"/>
                </a:solidFill>
                <a:latin typeface="Meiryo UI" panose="020B0604030504040204" pitchFamily="50" charset="-128"/>
                <a:ea typeface="Meiryo UI" panose="020B0604030504040204" pitchFamily="50" charset="-128"/>
              </a:rPr>
              <a:t>検収条件</a:t>
            </a:r>
            <a:endParaRPr lang="en-US" sz="1100" dirty="0">
              <a:latin typeface="Meiryo UI" panose="020B0604030504040204" pitchFamily="50" charset="-128"/>
              <a:ea typeface="Meiryo UI" panose="020B0604030504040204" pitchFamily="50" charset="-128"/>
            </a:endParaRPr>
          </a:p>
        </p:txBody>
      </p:sp>
      <p:sp>
        <p:nvSpPr>
          <p:cNvPr id="29" name="Text 27"/>
          <p:cNvSpPr/>
          <p:nvPr/>
        </p:nvSpPr>
        <p:spPr>
          <a:xfrm>
            <a:off x="3273552" y="2139696"/>
            <a:ext cx="2688336" cy="548640"/>
          </a:xfrm>
          <a:prstGeom prst="rect">
            <a:avLst/>
          </a:prstGeom>
          <a:noFill/>
          <a:ln/>
        </p:spPr>
        <p:txBody>
          <a:bodyPr wrap="square" lIns="0" tIns="0" rIns="0" bIns="0" rtlCol="0" anchor="t"/>
          <a:lstStyle/>
          <a:p>
            <a:pPr marL="0" indent="0">
              <a:buNone/>
            </a:pPr>
            <a:r>
              <a:rPr lang="en-US" sz="950" dirty="0">
                <a:solidFill>
                  <a:srgbClr val="475569"/>
                </a:solidFill>
                <a:latin typeface="Meiryo UI" panose="020B0604030504040204" pitchFamily="50" charset="-128"/>
                <a:ea typeface="Meiryo UI" panose="020B0604030504040204" pitchFamily="50" charset="-128"/>
              </a:rPr>
              <a:t>契約・支払い・完了判定に関わる条件。受入条件と重なる場合が多い。承認経路が正式に紐づく。</a:t>
            </a:r>
            <a:endParaRPr lang="en-US" sz="950" dirty="0">
              <a:latin typeface="Meiryo UI" panose="020B0604030504040204" pitchFamily="50" charset="-128"/>
              <a:ea typeface="Meiryo UI" panose="020B0604030504040204" pitchFamily="50" charset="-128"/>
            </a:endParaRPr>
          </a:p>
        </p:txBody>
      </p:sp>
      <p:sp>
        <p:nvSpPr>
          <p:cNvPr id="30" name="Shape 28"/>
          <p:cNvSpPr/>
          <p:nvPr/>
        </p:nvSpPr>
        <p:spPr>
          <a:xfrm>
            <a:off x="3200400" y="2816352"/>
            <a:ext cx="2834640" cy="914400"/>
          </a:xfrm>
          <a:prstGeom prst="rect">
            <a:avLst/>
          </a:prstGeom>
          <a:solidFill>
            <a:srgbClr val="FFFFFF"/>
          </a:solidFill>
          <a:ln w="12700">
            <a:solidFill>
              <a:srgbClr val="E2E8F0"/>
            </a:solidFill>
            <a:prstDash val="solid"/>
          </a:ln>
          <a:effectLst>
            <a:outerShdw blurRad="254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31" name="Shape 29"/>
          <p:cNvSpPr/>
          <p:nvPr/>
        </p:nvSpPr>
        <p:spPr>
          <a:xfrm>
            <a:off x="3200400" y="2816352"/>
            <a:ext cx="2834640" cy="292608"/>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2" name="Text 30"/>
          <p:cNvSpPr/>
          <p:nvPr/>
        </p:nvSpPr>
        <p:spPr>
          <a:xfrm>
            <a:off x="3273552" y="2834640"/>
            <a:ext cx="2688336" cy="256032"/>
          </a:xfrm>
          <a:prstGeom prst="rect">
            <a:avLst/>
          </a:prstGeom>
          <a:noFill/>
          <a:ln/>
        </p:spPr>
        <p:txBody>
          <a:bodyPr wrap="square" lIns="0" tIns="0" rIns="0" bIns="0" rtlCol="0" anchor="ctr"/>
          <a:lstStyle/>
          <a:p>
            <a:pPr marL="0" indent="0">
              <a:buNone/>
            </a:pPr>
            <a:r>
              <a:rPr lang="en-US" sz="1100" b="1" dirty="0">
                <a:solidFill>
                  <a:srgbClr val="0F2D5B"/>
                </a:solidFill>
                <a:latin typeface="Meiryo UI" panose="020B0604030504040204" pitchFamily="50" charset="-128"/>
                <a:ea typeface="Meiryo UI" panose="020B0604030504040204" pitchFamily="50" charset="-128"/>
              </a:rPr>
              <a:t>受入テスト(UAT)</a:t>
            </a:r>
            <a:endParaRPr lang="en-US" sz="1100" dirty="0">
              <a:latin typeface="Meiryo UI" panose="020B0604030504040204" pitchFamily="50" charset="-128"/>
              <a:ea typeface="Meiryo UI" panose="020B0604030504040204" pitchFamily="50" charset="-128"/>
            </a:endParaRPr>
          </a:p>
        </p:txBody>
      </p:sp>
      <p:sp>
        <p:nvSpPr>
          <p:cNvPr id="33" name="Text 31"/>
          <p:cNvSpPr/>
          <p:nvPr/>
        </p:nvSpPr>
        <p:spPr>
          <a:xfrm>
            <a:off x="3273552" y="3145536"/>
            <a:ext cx="2688336" cy="548640"/>
          </a:xfrm>
          <a:prstGeom prst="rect">
            <a:avLst/>
          </a:prstGeom>
          <a:noFill/>
          <a:ln/>
        </p:spPr>
        <p:txBody>
          <a:bodyPr wrap="square" lIns="0" tIns="0" rIns="0" bIns="0" rtlCol="0" anchor="t"/>
          <a:lstStyle/>
          <a:p>
            <a:pPr marL="0" indent="0">
              <a:buNone/>
            </a:pPr>
            <a:r>
              <a:rPr lang="en-US" sz="950" dirty="0">
                <a:solidFill>
                  <a:srgbClr val="475569"/>
                </a:solidFill>
                <a:latin typeface="Meiryo UI" panose="020B0604030504040204" pitchFamily="50" charset="-128"/>
                <a:ea typeface="Meiryo UI" panose="020B0604030504040204" pitchFamily="50" charset="-128"/>
              </a:rPr>
              <a:t>受入条件に基づきユーザーが行うテスト。合格すると検収サインに結びつく。</a:t>
            </a:r>
            <a:endParaRPr lang="en-US" sz="950" dirty="0">
              <a:latin typeface="Meiryo UI" panose="020B0604030504040204" pitchFamily="50" charset="-128"/>
              <a:ea typeface="Meiryo UI" panose="020B0604030504040204" pitchFamily="50" charset="-128"/>
            </a:endParaRPr>
          </a:p>
        </p:txBody>
      </p:sp>
      <p:sp>
        <p:nvSpPr>
          <p:cNvPr id="34" name="Shape 32"/>
          <p:cNvSpPr/>
          <p:nvPr/>
        </p:nvSpPr>
        <p:spPr>
          <a:xfrm>
            <a:off x="3200400" y="3822192"/>
            <a:ext cx="2834640" cy="914400"/>
          </a:xfrm>
          <a:prstGeom prst="rect">
            <a:avLst/>
          </a:prstGeom>
          <a:solidFill>
            <a:srgbClr val="FFFFFF"/>
          </a:solidFill>
          <a:ln w="12700">
            <a:solidFill>
              <a:srgbClr val="E2E8F0"/>
            </a:solidFill>
            <a:prstDash val="solid"/>
          </a:ln>
          <a:effectLst>
            <a:outerShdw blurRad="254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35" name="Shape 33"/>
          <p:cNvSpPr/>
          <p:nvPr/>
        </p:nvSpPr>
        <p:spPr>
          <a:xfrm>
            <a:off x="3200400" y="3822192"/>
            <a:ext cx="2834640" cy="292608"/>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6" name="Text 34"/>
          <p:cNvSpPr/>
          <p:nvPr/>
        </p:nvSpPr>
        <p:spPr>
          <a:xfrm>
            <a:off x="3273552" y="3840480"/>
            <a:ext cx="2688336" cy="256032"/>
          </a:xfrm>
          <a:prstGeom prst="rect">
            <a:avLst/>
          </a:prstGeom>
          <a:noFill/>
          <a:ln/>
        </p:spPr>
        <p:txBody>
          <a:bodyPr wrap="square" lIns="0" tIns="0" rIns="0" bIns="0" rtlCol="0" anchor="ctr"/>
          <a:lstStyle/>
          <a:p>
            <a:pPr marL="0" indent="0">
              <a:buNone/>
            </a:pPr>
            <a:r>
              <a:rPr lang="en-US" sz="1100" b="1" dirty="0">
                <a:solidFill>
                  <a:srgbClr val="0F2D5B"/>
                </a:solidFill>
                <a:latin typeface="Meiryo UI" panose="020B0604030504040204" pitchFamily="50" charset="-128"/>
                <a:ea typeface="Meiryo UI" panose="020B0604030504040204" pitchFamily="50" charset="-128"/>
              </a:rPr>
              <a:t>変更管理</a:t>
            </a:r>
            <a:endParaRPr lang="en-US" sz="1100" dirty="0">
              <a:latin typeface="Meiryo UI" panose="020B0604030504040204" pitchFamily="50" charset="-128"/>
              <a:ea typeface="Meiryo UI" panose="020B0604030504040204" pitchFamily="50" charset="-128"/>
            </a:endParaRPr>
          </a:p>
        </p:txBody>
      </p:sp>
      <p:sp>
        <p:nvSpPr>
          <p:cNvPr id="37" name="Text 35"/>
          <p:cNvSpPr/>
          <p:nvPr/>
        </p:nvSpPr>
        <p:spPr>
          <a:xfrm>
            <a:off x="3273552" y="4151376"/>
            <a:ext cx="2688336" cy="548640"/>
          </a:xfrm>
          <a:prstGeom prst="rect">
            <a:avLst/>
          </a:prstGeom>
          <a:noFill/>
          <a:ln/>
        </p:spPr>
        <p:txBody>
          <a:bodyPr wrap="square" lIns="0" tIns="0" rIns="0" bIns="0" rtlCol="0" anchor="t"/>
          <a:lstStyle/>
          <a:p>
            <a:pPr marL="0" indent="0">
              <a:buNone/>
            </a:pPr>
            <a:r>
              <a:rPr lang="en-US" sz="950" dirty="0">
                <a:solidFill>
                  <a:srgbClr val="475569"/>
                </a:solidFill>
                <a:latin typeface="Meiryo UI" panose="020B0604030504040204" pitchFamily="50" charset="-128"/>
                <a:ea typeface="Meiryo UI" panose="020B0604030504040204" pitchFamily="50" charset="-128"/>
              </a:rPr>
              <a:t>合意済みスコープ／要件を変えるための正式プロセス。変更管理票・影響評価・変更可否の承認がセット。</a:t>
            </a:r>
            <a:endParaRPr lang="en-US" sz="950" dirty="0">
              <a:latin typeface="Meiryo UI" panose="020B0604030504040204" pitchFamily="50" charset="-128"/>
              <a:ea typeface="Meiryo UI" panose="020B0604030504040204" pitchFamily="50" charset="-128"/>
            </a:endParaRPr>
          </a:p>
        </p:txBody>
      </p:sp>
      <p:sp>
        <p:nvSpPr>
          <p:cNvPr id="38" name="Shape 36"/>
          <p:cNvSpPr/>
          <p:nvPr/>
        </p:nvSpPr>
        <p:spPr>
          <a:xfrm>
            <a:off x="6172200" y="804672"/>
            <a:ext cx="2834640" cy="914400"/>
          </a:xfrm>
          <a:prstGeom prst="rect">
            <a:avLst/>
          </a:prstGeom>
          <a:solidFill>
            <a:srgbClr val="FFFFFF"/>
          </a:solidFill>
          <a:ln w="12700">
            <a:solidFill>
              <a:srgbClr val="E2E8F0"/>
            </a:solidFill>
            <a:prstDash val="solid"/>
          </a:ln>
          <a:effectLst>
            <a:outerShdw blurRad="254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39" name="Shape 37"/>
          <p:cNvSpPr/>
          <p:nvPr/>
        </p:nvSpPr>
        <p:spPr>
          <a:xfrm>
            <a:off x="6172200" y="804672"/>
            <a:ext cx="2834640" cy="292608"/>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40" name="Text 38"/>
          <p:cNvSpPr/>
          <p:nvPr/>
        </p:nvSpPr>
        <p:spPr>
          <a:xfrm>
            <a:off x="6245352" y="822960"/>
            <a:ext cx="2688336" cy="256032"/>
          </a:xfrm>
          <a:prstGeom prst="rect">
            <a:avLst/>
          </a:prstGeom>
          <a:noFill/>
          <a:ln/>
        </p:spPr>
        <p:txBody>
          <a:bodyPr wrap="square" lIns="0" tIns="0" rIns="0" bIns="0" rtlCol="0" anchor="ctr"/>
          <a:lstStyle/>
          <a:p>
            <a:pPr marL="0" indent="0">
              <a:buNone/>
            </a:pPr>
            <a:r>
              <a:rPr lang="en-US" sz="1100" b="1" dirty="0">
                <a:solidFill>
                  <a:srgbClr val="0F2D5B"/>
                </a:solidFill>
                <a:latin typeface="Meiryo UI" panose="020B0604030504040204" pitchFamily="50" charset="-128"/>
                <a:ea typeface="Meiryo UI" panose="020B0604030504040204" pitchFamily="50" charset="-128"/>
              </a:rPr>
              <a:t>課題管理</a:t>
            </a:r>
            <a:endParaRPr lang="en-US" sz="1100" dirty="0">
              <a:latin typeface="Meiryo UI" panose="020B0604030504040204" pitchFamily="50" charset="-128"/>
              <a:ea typeface="Meiryo UI" panose="020B0604030504040204" pitchFamily="50" charset="-128"/>
            </a:endParaRPr>
          </a:p>
        </p:txBody>
      </p:sp>
      <p:sp>
        <p:nvSpPr>
          <p:cNvPr id="41" name="Text 39"/>
          <p:cNvSpPr/>
          <p:nvPr/>
        </p:nvSpPr>
        <p:spPr>
          <a:xfrm>
            <a:off x="6245352" y="1133856"/>
            <a:ext cx="2688336" cy="548640"/>
          </a:xfrm>
          <a:prstGeom prst="rect">
            <a:avLst/>
          </a:prstGeom>
          <a:noFill/>
          <a:ln/>
        </p:spPr>
        <p:txBody>
          <a:bodyPr wrap="square" lIns="0" tIns="0" rIns="0" bIns="0" rtlCol="0" anchor="t"/>
          <a:lstStyle/>
          <a:p>
            <a:pPr marL="0" indent="0">
              <a:buNone/>
            </a:pPr>
            <a:r>
              <a:rPr lang="en-US" sz="950" dirty="0">
                <a:solidFill>
                  <a:srgbClr val="475569"/>
                </a:solidFill>
                <a:latin typeface="Meiryo UI" panose="020B0604030504040204" pitchFamily="50" charset="-128"/>
                <a:ea typeface="Meiryo UI" panose="020B0604030504040204" pitchFamily="50" charset="-128"/>
              </a:rPr>
              <a:t>未決論点・解消すべき問題を追跡する仕組み。変更管理（合意済み前提を変える話）とは別に運用する。</a:t>
            </a:r>
            <a:endParaRPr lang="en-US" sz="950" dirty="0">
              <a:latin typeface="Meiryo UI" panose="020B0604030504040204" pitchFamily="50" charset="-128"/>
              <a:ea typeface="Meiryo UI" panose="020B0604030504040204" pitchFamily="50" charset="-128"/>
            </a:endParaRPr>
          </a:p>
        </p:txBody>
      </p:sp>
      <p:sp>
        <p:nvSpPr>
          <p:cNvPr id="42" name="Shape 40"/>
          <p:cNvSpPr/>
          <p:nvPr/>
        </p:nvSpPr>
        <p:spPr>
          <a:xfrm>
            <a:off x="6172200" y="1810512"/>
            <a:ext cx="2834640" cy="914400"/>
          </a:xfrm>
          <a:prstGeom prst="rect">
            <a:avLst/>
          </a:prstGeom>
          <a:solidFill>
            <a:srgbClr val="FFFFFF"/>
          </a:solidFill>
          <a:ln w="12700">
            <a:solidFill>
              <a:srgbClr val="E2E8F0"/>
            </a:solidFill>
            <a:prstDash val="solid"/>
          </a:ln>
          <a:effectLst>
            <a:outerShdw blurRad="254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43" name="Shape 41"/>
          <p:cNvSpPr/>
          <p:nvPr/>
        </p:nvSpPr>
        <p:spPr>
          <a:xfrm>
            <a:off x="6172200" y="1810512"/>
            <a:ext cx="2834640" cy="292608"/>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44" name="Text 42"/>
          <p:cNvSpPr/>
          <p:nvPr/>
        </p:nvSpPr>
        <p:spPr>
          <a:xfrm>
            <a:off x="6245352" y="1828800"/>
            <a:ext cx="2688336" cy="256032"/>
          </a:xfrm>
          <a:prstGeom prst="rect">
            <a:avLst/>
          </a:prstGeom>
          <a:noFill/>
          <a:ln/>
        </p:spPr>
        <p:txBody>
          <a:bodyPr wrap="square" lIns="0" tIns="0" rIns="0" bIns="0" rtlCol="0" anchor="ctr"/>
          <a:lstStyle/>
          <a:p>
            <a:pPr marL="0" indent="0">
              <a:buNone/>
            </a:pPr>
            <a:r>
              <a:rPr lang="en-US" sz="1100" b="1" dirty="0">
                <a:solidFill>
                  <a:srgbClr val="0F2D5B"/>
                </a:solidFill>
                <a:latin typeface="Meiryo UI" panose="020B0604030504040204" pitchFamily="50" charset="-128"/>
                <a:ea typeface="Meiryo UI" panose="020B0604030504040204" pitchFamily="50" charset="-128"/>
              </a:rPr>
              <a:t>WBS</a:t>
            </a:r>
            <a:endParaRPr lang="en-US" sz="1100" dirty="0">
              <a:latin typeface="Meiryo UI" panose="020B0604030504040204" pitchFamily="50" charset="-128"/>
              <a:ea typeface="Meiryo UI" panose="020B0604030504040204" pitchFamily="50" charset="-128"/>
            </a:endParaRPr>
          </a:p>
        </p:txBody>
      </p:sp>
      <p:sp>
        <p:nvSpPr>
          <p:cNvPr id="45" name="Text 43"/>
          <p:cNvSpPr/>
          <p:nvPr/>
        </p:nvSpPr>
        <p:spPr>
          <a:xfrm>
            <a:off x="6245352" y="2139696"/>
            <a:ext cx="2688336" cy="548640"/>
          </a:xfrm>
          <a:prstGeom prst="rect">
            <a:avLst/>
          </a:prstGeom>
          <a:noFill/>
          <a:ln/>
        </p:spPr>
        <p:txBody>
          <a:bodyPr wrap="square" lIns="0" tIns="0" rIns="0" bIns="0" rtlCol="0" anchor="t"/>
          <a:lstStyle/>
          <a:p>
            <a:pPr marL="0" indent="0">
              <a:buNone/>
            </a:pPr>
            <a:r>
              <a:rPr lang="en-US" sz="950" dirty="0">
                <a:solidFill>
                  <a:srgbClr val="475569"/>
                </a:solidFill>
                <a:latin typeface="Meiryo UI" panose="020B0604030504040204" pitchFamily="50" charset="-128"/>
                <a:ea typeface="Meiryo UI" panose="020B0604030504040204" pitchFamily="50" charset="-128"/>
              </a:rPr>
              <a:t>Work Breakdown Structure。作業を細かく分解し、順番・担当・期間を整理したもの。ガントチャートの元データ。</a:t>
            </a:r>
            <a:endParaRPr lang="en-US" sz="950" dirty="0">
              <a:latin typeface="Meiryo UI" panose="020B0604030504040204" pitchFamily="50" charset="-128"/>
              <a:ea typeface="Meiryo UI" panose="020B0604030504040204" pitchFamily="50" charset="-128"/>
            </a:endParaRPr>
          </a:p>
        </p:txBody>
      </p:sp>
      <p:sp>
        <p:nvSpPr>
          <p:cNvPr id="46" name="Shape 44"/>
          <p:cNvSpPr/>
          <p:nvPr/>
        </p:nvSpPr>
        <p:spPr>
          <a:xfrm>
            <a:off x="6172200" y="2816352"/>
            <a:ext cx="2834640" cy="914400"/>
          </a:xfrm>
          <a:prstGeom prst="rect">
            <a:avLst/>
          </a:prstGeom>
          <a:solidFill>
            <a:srgbClr val="FFFFFF"/>
          </a:solidFill>
          <a:ln w="12700">
            <a:solidFill>
              <a:srgbClr val="E2E8F0"/>
            </a:solidFill>
            <a:prstDash val="solid"/>
          </a:ln>
          <a:effectLst>
            <a:outerShdw blurRad="254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47" name="Shape 45"/>
          <p:cNvSpPr/>
          <p:nvPr/>
        </p:nvSpPr>
        <p:spPr>
          <a:xfrm>
            <a:off x="6172200" y="2816352"/>
            <a:ext cx="2834640" cy="292608"/>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48" name="Text 46"/>
          <p:cNvSpPr/>
          <p:nvPr/>
        </p:nvSpPr>
        <p:spPr>
          <a:xfrm>
            <a:off x="6245352" y="2834640"/>
            <a:ext cx="2688336" cy="256032"/>
          </a:xfrm>
          <a:prstGeom prst="rect">
            <a:avLst/>
          </a:prstGeom>
          <a:noFill/>
          <a:ln/>
        </p:spPr>
        <p:txBody>
          <a:bodyPr wrap="square" lIns="0" tIns="0" rIns="0" bIns="0" rtlCol="0" anchor="ctr"/>
          <a:lstStyle/>
          <a:p>
            <a:pPr marL="0" indent="0">
              <a:buNone/>
            </a:pPr>
            <a:r>
              <a:rPr lang="en-US" sz="1100" b="1" dirty="0">
                <a:solidFill>
                  <a:srgbClr val="0F2D5B"/>
                </a:solidFill>
                <a:latin typeface="Meiryo UI" panose="020B0604030504040204" pitchFamily="50" charset="-128"/>
                <a:ea typeface="Meiryo UI" panose="020B0604030504040204" pitchFamily="50" charset="-128"/>
              </a:rPr>
              <a:t>トレーサビリティ</a:t>
            </a:r>
            <a:endParaRPr lang="en-US" sz="1100" dirty="0">
              <a:latin typeface="Meiryo UI" panose="020B0604030504040204" pitchFamily="50" charset="-128"/>
              <a:ea typeface="Meiryo UI" panose="020B0604030504040204" pitchFamily="50" charset="-128"/>
            </a:endParaRPr>
          </a:p>
        </p:txBody>
      </p:sp>
      <p:sp>
        <p:nvSpPr>
          <p:cNvPr id="49" name="Text 47"/>
          <p:cNvSpPr/>
          <p:nvPr/>
        </p:nvSpPr>
        <p:spPr>
          <a:xfrm>
            <a:off x="6245352" y="3145536"/>
            <a:ext cx="2688336" cy="548640"/>
          </a:xfrm>
          <a:prstGeom prst="rect">
            <a:avLst/>
          </a:prstGeom>
          <a:noFill/>
          <a:ln/>
        </p:spPr>
        <p:txBody>
          <a:bodyPr wrap="square" lIns="0" tIns="0" rIns="0" bIns="0" rtlCol="0" anchor="t"/>
          <a:lstStyle/>
          <a:p>
            <a:pPr marL="0" indent="0">
              <a:buNone/>
            </a:pPr>
            <a:r>
              <a:rPr lang="en-US" sz="950" dirty="0">
                <a:solidFill>
                  <a:srgbClr val="475569"/>
                </a:solidFill>
                <a:latin typeface="Meiryo UI" panose="020B0604030504040204" pitchFamily="50" charset="-128"/>
                <a:ea typeface="Meiryo UI" panose="020B0604030504040204" pitchFamily="50" charset="-128"/>
              </a:rPr>
              <a:t>要求→設計→テスト→受入条件まで、どの要求がどのテストでカバーされているかを追跡できる状態。</a:t>
            </a:r>
            <a:endParaRPr lang="en-US" sz="950" dirty="0">
              <a:latin typeface="Meiryo UI" panose="020B0604030504040204" pitchFamily="50" charset="-128"/>
              <a:ea typeface="Meiryo UI" panose="020B0604030504040204" pitchFamily="50" charset="-128"/>
            </a:endParaRPr>
          </a:p>
        </p:txBody>
      </p:sp>
      <p:sp>
        <p:nvSpPr>
          <p:cNvPr id="50" name="Shape 48"/>
          <p:cNvSpPr/>
          <p:nvPr/>
        </p:nvSpPr>
        <p:spPr>
          <a:xfrm>
            <a:off x="6172200" y="3822192"/>
            <a:ext cx="2834640" cy="914400"/>
          </a:xfrm>
          <a:prstGeom prst="rect">
            <a:avLst/>
          </a:prstGeom>
          <a:solidFill>
            <a:srgbClr val="FFFFFF"/>
          </a:solidFill>
          <a:ln w="12700">
            <a:solidFill>
              <a:srgbClr val="E2E8F0"/>
            </a:solidFill>
            <a:prstDash val="solid"/>
          </a:ln>
          <a:effectLst>
            <a:outerShdw blurRad="254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51" name="Shape 49"/>
          <p:cNvSpPr/>
          <p:nvPr/>
        </p:nvSpPr>
        <p:spPr>
          <a:xfrm>
            <a:off x="6172200" y="3822192"/>
            <a:ext cx="2834640" cy="292608"/>
          </a:xfrm>
          <a:prstGeom prst="rect">
            <a:avLst/>
          </a:prstGeom>
          <a:solidFill>
            <a:srgbClr val="EFF6FF"/>
          </a:solidFill>
          <a:ln w="12700">
            <a:solidFill>
              <a:srgbClr val="DBEAF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52" name="Text 50"/>
          <p:cNvSpPr/>
          <p:nvPr/>
        </p:nvSpPr>
        <p:spPr>
          <a:xfrm>
            <a:off x="6245352" y="3840480"/>
            <a:ext cx="2688336" cy="256032"/>
          </a:xfrm>
          <a:prstGeom prst="rect">
            <a:avLst/>
          </a:prstGeom>
          <a:noFill/>
          <a:ln/>
        </p:spPr>
        <p:txBody>
          <a:bodyPr wrap="square" lIns="0" tIns="0" rIns="0" bIns="0" rtlCol="0" anchor="ctr"/>
          <a:lstStyle/>
          <a:p>
            <a:pPr marL="0" indent="0">
              <a:buNone/>
            </a:pPr>
            <a:r>
              <a:rPr lang="en-US" sz="1100" b="1" dirty="0">
                <a:solidFill>
                  <a:srgbClr val="0F2D5B"/>
                </a:solidFill>
                <a:latin typeface="Meiryo UI" panose="020B0604030504040204" pitchFamily="50" charset="-128"/>
                <a:ea typeface="Meiryo UI" panose="020B0604030504040204" pitchFamily="50" charset="-128"/>
              </a:rPr>
              <a:t>検収</a:t>
            </a:r>
            <a:endParaRPr lang="en-US" sz="1100" dirty="0">
              <a:latin typeface="Meiryo UI" panose="020B0604030504040204" pitchFamily="50" charset="-128"/>
              <a:ea typeface="Meiryo UI" panose="020B0604030504040204" pitchFamily="50" charset="-128"/>
            </a:endParaRPr>
          </a:p>
        </p:txBody>
      </p:sp>
      <p:sp>
        <p:nvSpPr>
          <p:cNvPr id="53" name="Text 51"/>
          <p:cNvSpPr/>
          <p:nvPr/>
        </p:nvSpPr>
        <p:spPr>
          <a:xfrm>
            <a:off x="6245352" y="4151376"/>
            <a:ext cx="2688336" cy="548640"/>
          </a:xfrm>
          <a:prstGeom prst="rect">
            <a:avLst/>
          </a:prstGeom>
          <a:noFill/>
          <a:ln/>
        </p:spPr>
        <p:txBody>
          <a:bodyPr wrap="square" lIns="0" tIns="0" rIns="0" bIns="0" rtlCol="0" anchor="t"/>
          <a:lstStyle/>
          <a:p>
            <a:pPr marL="0" indent="0">
              <a:buNone/>
            </a:pPr>
            <a:r>
              <a:rPr lang="en-US" sz="950" dirty="0">
                <a:solidFill>
                  <a:srgbClr val="475569"/>
                </a:solidFill>
                <a:latin typeface="Meiryo UI" panose="020B0604030504040204" pitchFamily="50" charset="-128"/>
                <a:ea typeface="Meiryo UI" panose="020B0604030504040204" pitchFamily="50" charset="-128"/>
              </a:rPr>
              <a:t>納品物を顧客が受け取り、「契約どおり」と認める行為。検収条件に基づき行われ、支払い条件が動く。</a:t>
            </a:r>
            <a:endParaRPr lang="en-US" sz="950" dirty="0">
              <a:latin typeface="Meiryo UI" panose="020B0604030504040204" pitchFamily="50" charset="-128"/>
              <a:ea typeface="Meiryo UI" panose="020B0604030504040204" pitchFamily="50" charset="-128"/>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D5B"/>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320040" y="457200"/>
            <a:ext cx="8503920" cy="594360"/>
          </a:xfrm>
          <a:prstGeom prst="rect">
            <a:avLst/>
          </a:prstGeom>
          <a:noFill/>
          <a:ln/>
        </p:spPr>
        <p:txBody>
          <a:bodyPr wrap="square" lIns="0" tIns="0" rIns="0" bIns="0" rtlCol="0" anchor="ctr"/>
          <a:lstStyle/>
          <a:p>
            <a:pPr marL="0" indent="0">
              <a:buNone/>
            </a:pPr>
            <a:r>
              <a:rPr lang="en-US" sz="2600" b="1" dirty="0">
                <a:solidFill>
                  <a:srgbClr val="FFFFFF"/>
                </a:solidFill>
                <a:latin typeface="Meiryo UI" panose="020B0604030504040204" pitchFamily="50" charset="-128"/>
                <a:ea typeface="Meiryo UI" panose="020B0604030504040204" pitchFamily="50" charset="-128"/>
              </a:rPr>
              <a:t>自己学習版の要点整理</a:t>
            </a:r>
            <a:endParaRPr lang="en-US" sz="2600" dirty="0">
              <a:latin typeface="Meiryo UI" panose="020B0604030504040204" pitchFamily="50" charset="-128"/>
              <a:ea typeface="Meiryo UI" panose="020B0604030504040204" pitchFamily="50" charset="-128"/>
            </a:endParaRPr>
          </a:p>
        </p:txBody>
      </p:sp>
      <p:sp>
        <p:nvSpPr>
          <p:cNvPr id="4" name="Shape 2"/>
          <p:cNvSpPr/>
          <p:nvPr/>
        </p:nvSpPr>
        <p:spPr>
          <a:xfrm>
            <a:off x="320040" y="1325880"/>
            <a:ext cx="8503920" cy="777240"/>
          </a:xfrm>
          <a:prstGeom prst="rect">
            <a:avLst/>
          </a:prstGeom>
          <a:solidFill>
            <a:srgbClr val="152A50"/>
          </a:solidFill>
          <a:ln w="12700">
            <a:solidFill>
              <a:srgbClr val="1E3A6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5" name="Shape 3"/>
          <p:cNvSpPr/>
          <p:nvPr/>
        </p:nvSpPr>
        <p:spPr>
          <a:xfrm>
            <a:off x="347472" y="1517904"/>
            <a:ext cx="393192" cy="393192"/>
          </a:xfrm>
          <a:prstGeom prst="ellipse">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6" name="Text 4"/>
          <p:cNvSpPr/>
          <p:nvPr/>
        </p:nvSpPr>
        <p:spPr>
          <a:xfrm>
            <a:off x="347472" y="1517904"/>
            <a:ext cx="393192" cy="393192"/>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UI" panose="020B0604030504040204" pitchFamily="50" charset="-128"/>
                <a:ea typeface="Meiryo UI" panose="020B0604030504040204" pitchFamily="50" charset="-128"/>
              </a:rPr>
              <a:t>1</a:t>
            </a:r>
            <a:endParaRPr lang="en-US" sz="1400" dirty="0">
              <a:latin typeface="Meiryo UI" panose="020B0604030504040204" pitchFamily="50" charset="-128"/>
              <a:ea typeface="Meiryo UI" panose="020B0604030504040204" pitchFamily="50" charset="-128"/>
            </a:endParaRPr>
          </a:p>
        </p:txBody>
      </p:sp>
      <p:sp>
        <p:nvSpPr>
          <p:cNvPr id="7" name="Text 5"/>
          <p:cNvSpPr/>
          <p:nvPr/>
        </p:nvSpPr>
        <p:spPr>
          <a:xfrm>
            <a:off x="841248" y="1325880"/>
            <a:ext cx="7909560" cy="777240"/>
          </a:xfrm>
          <a:prstGeom prst="rect">
            <a:avLst/>
          </a:prstGeom>
          <a:noFill/>
          <a:ln/>
        </p:spPr>
        <p:txBody>
          <a:bodyPr wrap="square" lIns="0" tIns="0" rIns="0" bIns="0" rtlCol="0" anchor="ctr"/>
          <a:lstStyle/>
          <a:p>
            <a:pPr marL="0" indent="0">
              <a:buNone/>
            </a:pPr>
            <a:r>
              <a:rPr lang="en-US" sz="1600" b="1" dirty="0">
                <a:solidFill>
                  <a:srgbClr val="DBEAFE"/>
                </a:solidFill>
                <a:latin typeface="Meiryo UI" panose="020B0604030504040204" pitchFamily="50" charset="-128"/>
                <a:ea typeface="Meiryo UI" panose="020B0604030504040204" pitchFamily="50" charset="-128"/>
              </a:rPr>
              <a:t>仕様は、上流工程で境界条件まで言語化する</a:t>
            </a:r>
            <a:endParaRPr lang="en-US" sz="1600" dirty="0">
              <a:latin typeface="Meiryo UI" panose="020B0604030504040204" pitchFamily="50" charset="-128"/>
              <a:ea typeface="Meiryo UI" panose="020B0604030504040204" pitchFamily="50" charset="-128"/>
            </a:endParaRPr>
          </a:p>
        </p:txBody>
      </p:sp>
      <p:sp>
        <p:nvSpPr>
          <p:cNvPr id="8" name="Shape 6"/>
          <p:cNvSpPr/>
          <p:nvPr/>
        </p:nvSpPr>
        <p:spPr>
          <a:xfrm>
            <a:off x="320040" y="2286000"/>
            <a:ext cx="8503920" cy="777240"/>
          </a:xfrm>
          <a:prstGeom prst="rect">
            <a:avLst/>
          </a:prstGeom>
          <a:solidFill>
            <a:srgbClr val="152A50"/>
          </a:solidFill>
          <a:ln w="12700">
            <a:solidFill>
              <a:srgbClr val="1E3A6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9" name="Shape 7"/>
          <p:cNvSpPr/>
          <p:nvPr/>
        </p:nvSpPr>
        <p:spPr>
          <a:xfrm>
            <a:off x="347472" y="2478024"/>
            <a:ext cx="393192" cy="393192"/>
          </a:xfrm>
          <a:prstGeom prst="ellipse">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0" name="Text 8"/>
          <p:cNvSpPr/>
          <p:nvPr/>
        </p:nvSpPr>
        <p:spPr>
          <a:xfrm>
            <a:off x="347472" y="2478024"/>
            <a:ext cx="393192" cy="393192"/>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UI" panose="020B0604030504040204" pitchFamily="50" charset="-128"/>
                <a:ea typeface="Meiryo UI" panose="020B0604030504040204" pitchFamily="50" charset="-128"/>
              </a:rPr>
              <a:t>2</a:t>
            </a:r>
            <a:endParaRPr lang="en-US" sz="1400" dirty="0">
              <a:latin typeface="Meiryo UI" panose="020B0604030504040204" pitchFamily="50" charset="-128"/>
              <a:ea typeface="Meiryo UI" panose="020B0604030504040204" pitchFamily="50" charset="-128"/>
            </a:endParaRPr>
          </a:p>
        </p:txBody>
      </p:sp>
      <p:sp>
        <p:nvSpPr>
          <p:cNvPr id="11" name="Text 9"/>
          <p:cNvSpPr/>
          <p:nvPr/>
        </p:nvSpPr>
        <p:spPr>
          <a:xfrm>
            <a:off x="841248" y="2286000"/>
            <a:ext cx="7909560" cy="777240"/>
          </a:xfrm>
          <a:prstGeom prst="rect">
            <a:avLst/>
          </a:prstGeom>
          <a:noFill/>
          <a:ln/>
        </p:spPr>
        <p:txBody>
          <a:bodyPr wrap="square" lIns="0" tIns="0" rIns="0" bIns="0" rtlCol="0" anchor="ctr"/>
          <a:lstStyle/>
          <a:p>
            <a:pPr marL="0" indent="0">
              <a:buNone/>
            </a:pPr>
            <a:r>
              <a:rPr lang="en-US" sz="1600" b="1" dirty="0">
                <a:solidFill>
                  <a:srgbClr val="DBEAFE"/>
                </a:solidFill>
                <a:latin typeface="Meiryo UI" panose="020B0604030504040204" pitchFamily="50" charset="-128"/>
                <a:ea typeface="Meiryo UI" panose="020B0604030504040204" pitchFamily="50" charset="-128"/>
              </a:rPr>
              <a:t>ドキュメントは、会話の補助ではなく合意と分業の証跡になる</a:t>
            </a:r>
            <a:endParaRPr lang="en-US" sz="1600" dirty="0">
              <a:latin typeface="Meiryo UI" panose="020B0604030504040204" pitchFamily="50" charset="-128"/>
              <a:ea typeface="Meiryo UI" panose="020B0604030504040204" pitchFamily="50" charset="-128"/>
            </a:endParaRPr>
          </a:p>
        </p:txBody>
      </p:sp>
      <p:sp>
        <p:nvSpPr>
          <p:cNvPr id="12" name="Shape 10"/>
          <p:cNvSpPr/>
          <p:nvPr/>
        </p:nvSpPr>
        <p:spPr>
          <a:xfrm>
            <a:off x="320040" y="3246120"/>
            <a:ext cx="8503920" cy="777240"/>
          </a:xfrm>
          <a:prstGeom prst="rect">
            <a:avLst/>
          </a:prstGeom>
          <a:solidFill>
            <a:srgbClr val="152A50"/>
          </a:solidFill>
          <a:ln w="12700">
            <a:solidFill>
              <a:srgbClr val="1E3A6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3" name="Shape 11"/>
          <p:cNvSpPr/>
          <p:nvPr/>
        </p:nvSpPr>
        <p:spPr>
          <a:xfrm>
            <a:off x="347472" y="3438144"/>
            <a:ext cx="393192" cy="393192"/>
          </a:xfrm>
          <a:prstGeom prst="ellipse">
            <a:avLst/>
          </a:prstGeom>
          <a:solidFill>
            <a:srgbClr val="2563EB"/>
          </a:solidFill>
          <a:ln w="12700">
            <a:solidFill>
              <a:srgbClr val="2563E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4" name="Text 12"/>
          <p:cNvSpPr/>
          <p:nvPr/>
        </p:nvSpPr>
        <p:spPr>
          <a:xfrm>
            <a:off x="347472" y="3438144"/>
            <a:ext cx="393192" cy="393192"/>
          </a:xfrm>
          <a:prstGeom prst="rect">
            <a:avLst/>
          </a:prstGeom>
          <a:noFill/>
          <a:ln/>
        </p:spPr>
        <p:txBody>
          <a:bodyPr wrap="square" lIns="0" tIns="0" rIns="0" bIns="0" rtlCol="0" anchor="ctr"/>
          <a:lstStyle/>
          <a:p>
            <a:pPr marL="0" indent="0" algn="ctr">
              <a:buNone/>
            </a:pPr>
            <a:r>
              <a:rPr lang="en-US" sz="1400" b="1" dirty="0">
                <a:solidFill>
                  <a:srgbClr val="FFFFFF"/>
                </a:solidFill>
                <a:latin typeface="Meiryo UI" panose="020B0604030504040204" pitchFamily="50" charset="-128"/>
                <a:ea typeface="Meiryo UI" panose="020B0604030504040204" pitchFamily="50" charset="-128"/>
              </a:rPr>
              <a:t>3</a:t>
            </a:r>
            <a:endParaRPr lang="en-US" sz="1400" dirty="0">
              <a:latin typeface="Meiryo UI" panose="020B0604030504040204" pitchFamily="50" charset="-128"/>
              <a:ea typeface="Meiryo UI" panose="020B0604030504040204" pitchFamily="50" charset="-128"/>
            </a:endParaRPr>
          </a:p>
        </p:txBody>
      </p:sp>
      <p:sp>
        <p:nvSpPr>
          <p:cNvPr id="15" name="Text 13"/>
          <p:cNvSpPr/>
          <p:nvPr/>
        </p:nvSpPr>
        <p:spPr>
          <a:xfrm>
            <a:off x="841248" y="3246120"/>
            <a:ext cx="7909560" cy="777240"/>
          </a:xfrm>
          <a:prstGeom prst="rect">
            <a:avLst/>
          </a:prstGeom>
          <a:noFill/>
          <a:ln/>
        </p:spPr>
        <p:txBody>
          <a:bodyPr wrap="square" lIns="0" tIns="0" rIns="0" bIns="0" rtlCol="0" anchor="ctr"/>
          <a:lstStyle/>
          <a:p>
            <a:pPr marL="0" indent="0">
              <a:buNone/>
            </a:pPr>
            <a:r>
              <a:rPr lang="en-US" sz="1600" b="1" dirty="0">
                <a:solidFill>
                  <a:srgbClr val="DBEAFE"/>
                </a:solidFill>
                <a:latin typeface="Meiryo UI" panose="020B0604030504040204" pitchFamily="50" charset="-128"/>
                <a:ea typeface="Meiryo UI" panose="020B0604030504040204" pitchFamily="50" charset="-128"/>
              </a:rPr>
              <a:t>受入テストは、受入条件・検収条件に照らして判定する</a:t>
            </a:r>
            <a:endParaRPr lang="en-US" sz="1600" dirty="0">
              <a:latin typeface="Meiryo UI" panose="020B0604030504040204" pitchFamily="50" charset="-128"/>
              <a:ea typeface="Meiryo UI" panose="020B0604030504040204" pitchFamily="50" charset="-128"/>
            </a:endParaRPr>
          </a:p>
        </p:txBody>
      </p:sp>
      <p:sp>
        <p:nvSpPr>
          <p:cNvPr id="16" name="Text 14"/>
          <p:cNvSpPr/>
          <p:nvPr/>
        </p:nvSpPr>
        <p:spPr>
          <a:xfrm>
            <a:off x="320040" y="4297680"/>
            <a:ext cx="8503920" cy="411480"/>
          </a:xfrm>
          <a:prstGeom prst="rect">
            <a:avLst/>
          </a:prstGeom>
          <a:noFill/>
          <a:ln/>
        </p:spPr>
        <p:txBody>
          <a:bodyPr wrap="square" lIns="0" tIns="0" rIns="0" bIns="0" rtlCol="0" anchor="ctr"/>
          <a:lstStyle/>
          <a:p>
            <a:pPr marL="0" indent="0">
              <a:buNone/>
            </a:pPr>
            <a:r>
              <a:rPr lang="en-US" sz="1300" i="1" dirty="0">
                <a:solidFill>
                  <a:srgbClr val="7B93BD"/>
                </a:solidFill>
                <a:latin typeface="Meiryo UI" panose="020B0604030504040204" pitchFamily="50" charset="-128"/>
                <a:ea typeface="Meiryo UI" panose="020B0604030504040204" pitchFamily="50" charset="-128"/>
              </a:rPr>
              <a:t>この3点が実案件で「つまずかない」ための感覚的な軸になります。</a:t>
            </a:r>
            <a:endParaRPr lang="en-US" sz="1300" dirty="0">
              <a:latin typeface="Meiryo UI" panose="020B0604030504040204" pitchFamily="50" charset="-128"/>
              <a:ea typeface="Meiryo UI" panose="020B0604030504040204" pitchFamily="50" charset="-128"/>
            </a:endParaRPr>
          </a:p>
        </p:txBody>
      </p:sp>
      <p:sp>
        <p:nvSpPr>
          <p:cNvPr id="17" name="Shape 15"/>
          <p:cNvSpPr/>
          <p:nvPr/>
        </p:nvSpPr>
        <p:spPr>
          <a:xfrm>
            <a:off x="320040" y="4736592"/>
            <a:ext cx="8503920" cy="292608"/>
          </a:xfrm>
          <a:prstGeom prst="rect">
            <a:avLst/>
          </a:prstGeom>
          <a:solidFill>
            <a:srgbClr val="0A1E3A"/>
          </a:solidFill>
          <a:ln w="12700">
            <a:solidFill>
              <a:srgbClr val="1E3A6E"/>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8" name="Text 16"/>
          <p:cNvSpPr/>
          <p:nvPr/>
        </p:nvSpPr>
        <p:spPr>
          <a:xfrm>
            <a:off x="457200" y="4736592"/>
            <a:ext cx="8321040" cy="292608"/>
          </a:xfrm>
          <a:prstGeom prst="rect">
            <a:avLst/>
          </a:prstGeom>
          <a:noFill/>
          <a:ln/>
        </p:spPr>
        <p:txBody>
          <a:bodyPr wrap="square" lIns="0" tIns="0" rIns="0" bIns="0" rtlCol="0" anchor="ctr"/>
          <a:lstStyle/>
          <a:p>
            <a:pPr marL="0" indent="0">
              <a:buNone/>
            </a:pPr>
            <a:r>
              <a:rPr lang="en-US" sz="950" i="1" dirty="0">
                <a:solidFill>
                  <a:srgbClr val="6B93C0"/>
                </a:solidFill>
                <a:latin typeface="Meiryo UI" panose="020B0604030504040204" pitchFamily="50" charset="-128"/>
                <a:ea typeface="Meiryo UI" panose="020B0604030504040204" pitchFamily="50" charset="-128"/>
              </a:rPr>
              <a:t>実案件ではプロジェクト規定・契約・社内標準を優先してください（前提スライド参照）</a:t>
            </a:r>
            <a:endParaRPr lang="en-US" sz="950" dirty="0">
              <a:latin typeface="Meiryo UI" panose="020B0604030504040204" pitchFamily="50" charset="-128"/>
              <a:ea typeface="Meiryo UI" panose="020B0604030504040204" pitchFamily="50"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1900" b="1" dirty="0">
                <a:solidFill>
                  <a:srgbClr val="FFFFFF"/>
                </a:solidFill>
                <a:latin typeface="Meiryo UI" panose="020B0604030504040204" pitchFamily="50" charset="-128"/>
                <a:ea typeface="Meiryo UI" panose="020B0604030504040204" pitchFamily="50" charset="-128"/>
              </a:rPr>
              <a:t>読み終わった後の確認事項</a:t>
            </a:r>
            <a:endParaRPr lang="en-US" sz="1900" dirty="0">
              <a:latin typeface="Meiryo UI" panose="020B0604030504040204" pitchFamily="50" charset="-128"/>
              <a:ea typeface="Meiryo UI" panose="020B0604030504040204" pitchFamily="50" charset="-128"/>
            </a:endParaRPr>
          </a:p>
        </p:txBody>
      </p:sp>
      <p:sp>
        <p:nvSpPr>
          <p:cNvPr id="4" name="Shape 2"/>
          <p:cNvSpPr/>
          <p:nvPr/>
        </p:nvSpPr>
        <p:spPr>
          <a:xfrm>
            <a:off x="0" y="4937760"/>
            <a:ext cx="9144000" cy="205740"/>
          </a:xfrm>
          <a:prstGeom prst="rect">
            <a:avLst/>
          </a:prstGeom>
          <a:solidFill>
            <a:srgbClr val="EFF6FF"/>
          </a:solidFill>
          <a:ln w="12700">
            <a:solidFill>
              <a:srgbClr val="EFF6FF"/>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5" name="Text 3"/>
          <p:cNvSpPr/>
          <p:nvPr/>
        </p:nvSpPr>
        <p:spPr>
          <a:xfrm>
            <a:off x="274320" y="4937760"/>
            <a:ext cx="7315200" cy="205740"/>
          </a:xfrm>
          <a:prstGeom prst="rect">
            <a:avLst/>
          </a:prstGeom>
          <a:noFill/>
          <a:ln/>
        </p:spPr>
        <p:txBody>
          <a:bodyPr wrap="square" lIns="0" tIns="0" rIns="0" bIns="0" rtlCol="0" anchor="ctr"/>
          <a:lstStyle/>
          <a:p>
            <a:pPr marL="0" indent="0">
              <a:buNone/>
            </a:pPr>
            <a:r>
              <a:rPr lang="en-US" sz="800" dirty="0">
                <a:solidFill>
                  <a:srgbClr val="475569"/>
                </a:solidFill>
                <a:latin typeface="Meiryo UI" panose="020B0604030504040204" pitchFamily="50" charset="-128"/>
                <a:ea typeface="Meiryo UI" panose="020B0604030504040204" pitchFamily="50" charset="-128"/>
              </a:rPr>
              <a:t>アジャイル経験PdM向け：ウォーターフォール開発いろは（自己学習版）</a:t>
            </a:r>
            <a:endParaRPr lang="en-US" sz="800" dirty="0">
              <a:latin typeface="Meiryo UI" panose="020B0604030504040204" pitchFamily="50" charset="-128"/>
              <a:ea typeface="Meiryo UI" panose="020B0604030504040204" pitchFamily="50" charset="-128"/>
            </a:endParaRPr>
          </a:p>
        </p:txBody>
      </p:sp>
      <p:sp>
        <p:nvSpPr>
          <p:cNvPr id="6" name="Text 4"/>
          <p:cNvSpPr/>
          <p:nvPr/>
        </p:nvSpPr>
        <p:spPr>
          <a:xfrm>
            <a:off x="274320" y="749808"/>
            <a:ext cx="8595360" cy="365760"/>
          </a:xfrm>
          <a:prstGeom prst="rect">
            <a:avLst/>
          </a:prstGeom>
          <a:noFill/>
          <a:ln/>
        </p:spPr>
        <p:txBody>
          <a:bodyPr wrap="square" lIns="0" tIns="0" rIns="0" bIns="0" rtlCol="0" anchor="ctr"/>
          <a:lstStyle/>
          <a:p>
            <a:pPr marL="0" indent="0">
              <a:buNone/>
            </a:pPr>
            <a:r>
              <a:rPr lang="en-US" sz="1300" i="1" dirty="0">
                <a:solidFill>
                  <a:srgbClr val="475569"/>
                </a:solidFill>
                <a:latin typeface="Meiryo UI" panose="020B0604030504040204" pitchFamily="50" charset="-128"/>
                <a:ea typeface="Meiryo UI" panose="020B0604030504040204" pitchFamily="50" charset="-128"/>
              </a:rPr>
              <a:t>自分のプロジェクトに照らして、以下を確認してみましょう。</a:t>
            </a:r>
            <a:endParaRPr lang="en-US" sz="1300" dirty="0">
              <a:latin typeface="Meiryo UI" panose="020B0604030504040204" pitchFamily="50" charset="-128"/>
              <a:ea typeface="Meiryo UI" panose="020B0604030504040204" pitchFamily="50" charset="-128"/>
            </a:endParaRPr>
          </a:p>
        </p:txBody>
      </p:sp>
      <p:sp>
        <p:nvSpPr>
          <p:cNvPr id="7" name="Shape 5"/>
          <p:cNvSpPr/>
          <p:nvPr/>
        </p:nvSpPr>
        <p:spPr>
          <a:xfrm>
            <a:off x="274320" y="1188720"/>
            <a:ext cx="8595360" cy="621792"/>
          </a:xfrm>
          <a:prstGeom prst="rect">
            <a:avLst/>
          </a:prstGeom>
          <a:solidFill>
            <a:srgbClr val="FFFFFF"/>
          </a:solidFill>
          <a:ln w="12700">
            <a:solidFill>
              <a:srgbClr val="E2E8F0"/>
            </a:solidFill>
            <a:prstDash val="solid"/>
          </a:ln>
          <a:effectLst>
            <a:outerShdw blurRad="381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8" name="Shape 6"/>
          <p:cNvSpPr/>
          <p:nvPr/>
        </p:nvSpPr>
        <p:spPr>
          <a:xfrm>
            <a:off x="274320" y="1188720"/>
            <a:ext cx="402336" cy="621792"/>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9" name="Text 7"/>
          <p:cNvSpPr/>
          <p:nvPr/>
        </p:nvSpPr>
        <p:spPr>
          <a:xfrm>
            <a:off x="274320" y="1188720"/>
            <a:ext cx="402336"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Meiryo UI" panose="020B0604030504040204" pitchFamily="50" charset="-128"/>
                <a:ea typeface="Meiryo UI" panose="020B0604030504040204" pitchFamily="50" charset="-128"/>
              </a:rPr>
              <a:t>1</a:t>
            </a:r>
            <a:endParaRPr lang="en-US" sz="1600" dirty="0">
              <a:latin typeface="Meiryo UI" panose="020B0604030504040204" pitchFamily="50" charset="-128"/>
              <a:ea typeface="Meiryo UI" panose="020B0604030504040204" pitchFamily="50" charset="-128"/>
            </a:endParaRPr>
          </a:p>
        </p:txBody>
      </p:sp>
      <p:sp>
        <p:nvSpPr>
          <p:cNvPr id="10" name="Text 8"/>
          <p:cNvSpPr/>
          <p:nvPr/>
        </p:nvSpPr>
        <p:spPr>
          <a:xfrm>
            <a:off x="777240" y="1225296"/>
            <a:ext cx="8001000" cy="310896"/>
          </a:xfrm>
          <a:prstGeom prst="rect">
            <a:avLst/>
          </a:prstGeom>
          <a:noFill/>
          <a:ln/>
        </p:spPr>
        <p:txBody>
          <a:bodyPr wrap="square" lIns="0" tIns="0" rIns="0" bIns="0" rtlCol="0" anchor="ctr"/>
          <a:lstStyle/>
          <a:p>
            <a:pPr marL="0" indent="0">
              <a:buNone/>
            </a:pPr>
            <a:r>
              <a:rPr lang="en-US" sz="1400" b="1" dirty="0">
                <a:solidFill>
                  <a:srgbClr val="0F2D5B"/>
                </a:solidFill>
                <a:latin typeface="Meiryo UI" panose="020B0604030504040204" pitchFamily="50" charset="-128"/>
                <a:ea typeface="Meiryo UI" panose="020B0604030504040204" pitchFamily="50" charset="-128"/>
              </a:rPr>
              <a:t>要件定義書の最新版はどこにあるか</a:t>
            </a:r>
            <a:endParaRPr lang="en-US" sz="1400" dirty="0">
              <a:latin typeface="Meiryo UI" panose="020B0604030504040204" pitchFamily="50" charset="-128"/>
              <a:ea typeface="Meiryo UI" panose="020B0604030504040204" pitchFamily="50" charset="-128"/>
            </a:endParaRPr>
          </a:p>
        </p:txBody>
      </p:sp>
      <p:sp>
        <p:nvSpPr>
          <p:cNvPr id="11" name="Text 9"/>
          <p:cNvSpPr/>
          <p:nvPr/>
        </p:nvSpPr>
        <p:spPr>
          <a:xfrm>
            <a:off x="777240" y="1536192"/>
            <a:ext cx="8001000" cy="256032"/>
          </a:xfrm>
          <a:prstGeom prst="rect">
            <a:avLst/>
          </a:prstGeom>
          <a:noFill/>
          <a:ln/>
        </p:spPr>
        <p:txBody>
          <a:bodyPr wrap="square" lIns="0" tIns="0" rIns="0" bIns="0" rtlCol="0" anchor="ctr"/>
          <a:lstStyle/>
          <a:p>
            <a:pPr marL="0" indent="0">
              <a:buNone/>
            </a:pPr>
            <a:r>
              <a:rPr lang="en-US" sz="1150" dirty="0">
                <a:solidFill>
                  <a:srgbClr val="475569"/>
                </a:solidFill>
                <a:latin typeface="Meiryo UI" panose="020B0604030504040204" pitchFamily="50" charset="-128"/>
                <a:ea typeface="Meiryo UI" panose="020B0604030504040204" pitchFamily="50" charset="-128"/>
              </a:rPr>
              <a:t>→ 場所・オーナー・バージョン管理ルールを押さえる</a:t>
            </a:r>
            <a:endParaRPr lang="en-US" sz="1150" dirty="0">
              <a:latin typeface="Meiryo UI" panose="020B0604030504040204" pitchFamily="50" charset="-128"/>
              <a:ea typeface="Meiryo UI" panose="020B0604030504040204" pitchFamily="50" charset="-128"/>
            </a:endParaRPr>
          </a:p>
        </p:txBody>
      </p:sp>
      <p:sp>
        <p:nvSpPr>
          <p:cNvPr id="12" name="Shape 10"/>
          <p:cNvSpPr/>
          <p:nvPr/>
        </p:nvSpPr>
        <p:spPr>
          <a:xfrm>
            <a:off x="274320" y="1901952"/>
            <a:ext cx="8595360" cy="621792"/>
          </a:xfrm>
          <a:prstGeom prst="rect">
            <a:avLst/>
          </a:prstGeom>
          <a:solidFill>
            <a:srgbClr val="FFFFFF"/>
          </a:solidFill>
          <a:ln w="12700">
            <a:solidFill>
              <a:srgbClr val="E2E8F0"/>
            </a:solidFill>
            <a:prstDash val="solid"/>
          </a:ln>
          <a:effectLst>
            <a:outerShdw blurRad="381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13" name="Shape 11"/>
          <p:cNvSpPr/>
          <p:nvPr/>
        </p:nvSpPr>
        <p:spPr>
          <a:xfrm>
            <a:off x="274320" y="1901952"/>
            <a:ext cx="402336" cy="621792"/>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4" name="Text 12"/>
          <p:cNvSpPr/>
          <p:nvPr/>
        </p:nvSpPr>
        <p:spPr>
          <a:xfrm>
            <a:off x="274320" y="1901952"/>
            <a:ext cx="402336"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Meiryo UI" panose="020B0604030504040204" pitchFamily="50" charset="-128"/>
                <a:ea typeface="Meiryo UI" panose="020B0604030504040204" pitchFamily="50" charset="-128"/>
              </a:rPr>
              <a:t>2</a:t>
            </a:r>
            <a:endParaRPr lang="en-US" sz="1600" dirty="0">
              <a:latin typeface="Meiryo UI" panose="020B0604030504040204" pitchFamily="50" charset="-128"/>
              <a:ea typeface="Meiryo UI" panose="020B0604030504040204" pitchFamily="50" charset="-128"/>
            </a:endParaRPr>
          </a:p>
        </p:txBody>
      </p:sp>
      <p:sp>
        <p:nvSpPr>
          <p:cNvPr id="15" name="Text 13"/>
          <p:cNvSpPr/>
          <p:nvPr/>
        </p:nvSpPr>
        <p:spPr>
          <a:xfrm>
            <a:off x="777240" y="1938528"/>
            <a:ext cx="8001000" cy="310896"/>
          </a:xfrm>
          <a:prstGeom prst="rect">
            <a:avLst/>
          </a:prstGeom>
          <a:noFill/>
          <a:ln/>
        </p:spPr>
        <p:txBody>
          <a:bodyPr wrap="square" lIns="0" tIns="0" rIns="0" bIns="0" rtlCol="0" anchor="ctr"/>
          <a:lstStyle/>
          <a:p>
            <a:pPr marL="0" indent="0">
              <a:buNone/>
            </a:pPr>
            <a:r>
              <a:rPr lang="en-US" sz="1400" b="1" dirty="0">
                <a:solidFill>
                  <a:srgbClr val="0F2D5B"/>
                </a:solidFill>
                <a:latin typeface="Meiryo UI" panose="020B0604030504040204" pitchFamily="50" charset="-128"/>
                <a:ea typeface="Meiryo UI" panose="020B0604030504040204" pitchFamily="50" charset="-128"/>
              </a:rPr>
              <a:t>受入条件と検収条件の一覧は存在するか</a:t>
            </a:r>
            <a:endParaRPr lang="en-US" sz="1400" dirty="0">
              <a:latin typeface="Meiryo UI" panose="020B0604030504040204" pitchFamily="50" charset="-128"/>
              <a:ea typeface="Meiryo UI" panose="020B0604030504040204" pitchFamily="50" charset="-128"/>
            </a:endParaRPr>
          </a:p>
        </p:txBody>
      </p:sp>
      <p:sp>
        <p:nvSpPr>
          <p:cNvPr id="16" name="Text 14"/>
          <p:cNvSpPr/>
          <p:nvPr/>
        </p:nvSpPr>
        <p:spPr>
          <a:xfrm>
            <a:off x="777240" y="2249424"/>
            <a:ext cx="8001000" cy="256032"/>
          </a:xfrm>
          <a:prstGeom prst="rect">
            <a:avLst/>
          </a:prstGeom>
          <a:noFill/>
          <a:ln/>
        </p:spPr>
        <p:txBody>
          <a:bodyPr wrap="square" lIns="0" tIns="0" rIns="0" bIns="0" rtlCol="0" anchor="ctr"/>
          <a:lstStyle/>
          <a:p>
            <a:pPr marL="0" indent="0">
              <a:buNone/>
            </a:pPr>
            <a:r>
              <a:rPr lang="en-US" sz="1150" dirty="0">
                <a:solidFill>
                  <a:srgbClr val="475569"/>
                </a:solidFill>
                <a:latin typeface="Meiryo UI" panose="020B0604030504040204" pitchFamily="50" charset="-128"/>
                <a:ea typeface="Meiryo UI" panose="020B0604030504040204" pitchFamily="50" charset="-128"/>
              </a:rPr>
              <a:t>→ なければ、誰と・いつまでに作るかを確認する</a:t>
            </a:r>
            <a:endParaRPr lang="en-US" sz="1150" dirty="0">
              <a:latin typeface="Meiryo UI" panose="020B0604030504040204" pitchFamily="50" charset="-128"/>
              <a:ea typeface="Meiryo UI" panose="020B0604030504040204" pitchFamily="50" charset="-128"/>
            </a:endParaRPr>
          </a:p>
        </p:txBody>
      </p:sp>
      <p:sp>
        <p:nvSpPr>
          <p:cNvPr id="17" name="Shape 15"/>
          <p:cNvSpPr/>
          <p:nvPr/>
        </p:nvSpPr>
        <p:spPr>
          <a:xfrm>
            <a:off x="274320" y="2615184"/>
            <a:ext cx="8595360" cy="621792"/>
          </a:xfrm>
          <a:prstGeom prst="rect">
            <a:avLst/>
          </a:prstGeom>
          <a:solidFill>
            <a:srgbClr val="FFFFFF"/>
          </a:solidFill>
          <a:ln w="12700">
            <a:solidFill>
              <a:srgbClr val="E2E8F0"/>
            </a:solidFill>
            <a:prstDash val="solid"/>
          </a:ln>
          <a:effectLst>
            <a:outerShdw blurRad="381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18" name="Shape 16"/>
          <p:cNvSpPr/>
          <p:nvPr/>
        </p:nvSpPr>
        <p:spPr>
          <a:xfrm>
            <a:off x="274320" y="2615184"/>
            <a:ext cx="402336" cy="621792"/>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19" name="Text 17"/>
          <p:cNvSpPr/>
          <p:nvPr/>
        </p:nvSpPr>
        <p:spPr>
          <a:xfrm>
            <a:off x="274320" y="2615184"/>
            <a:ext cx="402336"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Meiryo UI" panose="020B0604030504040204" pitchFamily="50" charset="-128"/>
                <a:ea typeface="Meiryo UI" panose="020B0604030504040204" pitchFamily="50" charset="-128"/>
              </a:rPr>
              <a:t>3</a:t>
            </a:r>
            <a:endParaRPr lang="en-US" sz="1600" dirty="0">
              <a:latin typeface="Meiryo UI" panose="020B0604030504040204" pitchFamily="50" charset="-128"/>
              <a:ea typeface="Meiryo UI" panose="020B0604030504040204" pitchFamily="50" charset="-128"/>
            </a:endParaRPr>
          </a:p>
        </p:txBody>
      </p:sp>
      <p:sp>
        <p:nvSpPr>
          <p:cNvPr id="20" name="Text 18"/>
          <p:cNvSpPr/>
          <p:nvPr/>
        </p:nvSpPr>
        <p:spPr>
          <a:xfrm>
            <a:off x="777240" y="2651760"/>
            <a:ext cx="8001000" cy="310896"/>
          </a:xfrm>
          <a:prstGeom prst="rect">
            <a:avLst/>
          </a:prstGeom>
          <a:noFill/>
          <a:ln/>
        </p:spPr>
        <p:txBody>
          <a:bodyPr wrap="square" lIns="0" tIns="0" rIns="0" bIns="0" rtlCol="0" anchor="ctr"/>
          <a:lstStyle/>
          <a:p>
            <a:pPr marL="0" indent="0">
              <a:buNone/>
            </a:pPr>
            <a:r>
              <a:rPr lang="en-US" sz="1400" b="1" dirty="0">
                <a:solidFill>
                  <a:srgbClr val="0F2D5B"/>
                </a:solidFill>
                <a:latin typeface="Meiryo UI" panose="020B0604030504040204" pitchFamily="50" charset="-128"/>
                <a:ea typeface="Meiryo UI" panose="020B0604030504040204" pitchFamily="50" charset="-128"/>
              </a:rPr>
              <a:t>変更管理と課題管理のルールは分かれているか</a:t>
            </a:r>
            <a:endParaRPr lang="en-US" sz="1400" dirty="0">
              <a:latin typeface="Meiryo UI" panose="020B0604030504040204" pitchFamily="50" charset="-128"/>
              <a:ea typeface="Meiryo UI" panose="020B0604030504040204" pitchFamily="50" charset="-128"/>
            </a:endParaRPr>
          </a:p>
        </p:txBody>
      </p:sp>
      <p:sp>
        <p:nvSpPr>
          <p:cNvPr id="21" name="Text 19"/>
          <p:cNvSpPr/>
          <p:nvPr/>
        </p:nvSpPr>
        <p:spPr>
          <a:xfrm>
            <a:off x="777240" y="2962656"/>
            <a:ext cx="8001000" cy="256032"/>
          </a:xfrm>
          <a:prstGeom prst="rect">
            <a:avLst/>
          </a:prstGeom>
          <a:noFill/>
          <a:ln/>
        </p:spPr>
        <p:txBody>
          <a:bodyPr wrap="square" lIns="0" tIns="0" rIns="0" bIns="0" rtlCol="0" anchor="ctr"/>
          <a:lstStyle/>
          <a:p>
            <a:pPr marL="0" indent="0">
              <a:buNone/>
            </a:pPr>
            <a:r>
              <a:rPr lang="en-US" sz="1150" dirty="0">
                <a:solidFill>
                  <a:srgbClr val="475569"/>
                </a:solidFill>
                <a:latin typeface="Meiryo UI" panose="020B0604030504040204" pitchFamily="50" charset="-128"/>
                <a:ea typeface="Meiryo UI" panose="020B0604030504040204" pitchFamily="50" charset="-128"/>
              </a:rPr>
              <a:t>→ 「変更管理票を起票する条件」が明確かを確認する</a:t>
            </a:r>
            <a:endParaRPr lang="en-US" sz="1150" dirty="0">
              <a:latin typeface="Meiryo UI" panose="020B0604030504040204" pitchFamily="50" charset="-128"/>
              <a:ea typeface="Meiryo UI" panose="020B0604030504040204" pitchFamily="50" charset="-128"/>
            </a:endParaRPr>
          </a:p>
        </p:txBody>
      </p:sp>
      <p:sp>
        <p:nvSpPr>
          <p:cNvPr id="22" name="Shape 20"/>
          <p:cNvSpPr/>
          <p:nvPr/>
        </p:nvSpPr>
        <p:spPr>
          <a:xfrm>
            <a:off x="274320" y="3328416"/>
            <a:ext cx="8595360" cy="621792"/>
          </a:xfrm>
          <a:prstGeom prst="rect">
            <a:avLst/>
          </a:prstGeom>
          <a:solidFill>
            <a:srgbClr val="FFFFFF"/>
          </a:solidFill>
          <a:ln w="12700">
            <a:solidFill>
              <a:srgbClr val="E2E8F0"/>
            </a:solidFill>
            <a:prstDash val="solid"/>
          </a:ln>
          <a:effectLst>
            <a:outerShdw blurRad="381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23" name="Shape 21"/>
          <p:cNvSpPr/>
          <p:nvPr/>
        </p:nvSpPr>
        <p:spPr>
          <a:xfrm>
            <a:off x="274320" y="3328416"/>
            <a:ext cx="402336" cy="621792"/>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4" name="Text 22"/>
          <p:cNvSpPr/>
          <p:nvPr/>
        </p:nvSpPr>
        <p:spPr>
          <a:xfrm>
            <a:off x="274320" y="3328416"/>
            <a:ext cx="402336"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Meiryo UI" panose="020B0604030504040204" pitchFamily="50" charset="-128"/>
                <a:ea typeface="Meiryo UI" panose="020B0604030504040204" pitchFamily="50" charset="-128"/>
              </a:rPr>
              <a:t>4</a:t>
            </a:r>
            <a:endParaRPr lang="en-US" sz="1600" dirty="0">
              <a:latin typeface="Meiryo UI" panose="020B0604030504040204" pitchFamily="50" charset="-128"/>
              <a:ea typeface="Meiryo UI" panose="020B0604030504040204" pitchFamily="50" charset="-128"/>
            </a:endParaRPr>
          </a:p>
        </p:txBody>
      </p:sp>
      <p:sp>
        <p:nvSpPr>
          <p:cNvPr id="25" name="Text 23"/>
          <p:cNvSpPr/>
          <p:nvPr/>
        </p:nvSpPr>
        <p:spPr>
          <a:xfrm>
            <a:off x="777240" y="3364992"/>
            <a:ext cx="8001000" cy="310896"/>
          </a:xfrm>
          <a:prstGeom prst="rect">
            <a:avLst/>
          </a:prstGeom>
          <a:noFill/>
          <a:ln/>
        </p:spPr>
        <p:txBody>
          <a:bodyPr wrap="square" lIns="0" tIns="0" rIns="0" bIns="0" rtlCol="0" anchor="ctr"/>
          <a:lstStyle/>
          <a:p>
            <a:pPr marL="0" indent="0">
              <a:buNone/>
            </a:pPr>
            <a:r>
              <a:rPr lang="en-US" sz="1400" b="1" dirty="0">
                <a:solidFill>
                  <a:srgbClr val="0F2D5B"/>
                </a:solidFill>
                <a:latin typeface="Meiryo UI" panose="020B0604030504040204" pitchFamily="50" charset="-128"/>
                <a:ea typeface="Meiryo UI" panose="020B0604030504040204" pitchFamily="50" charset="-128"/>
              </a:rPr>
              <a:t>誰が承認者で、誰が最終決裁者か</a:t>
            </a:r>
            <a:endParaRPr lang="en-US" sz="1400" dirty="0">
              <a:latin typeface="Meiryo UI" panose="020B0604030504040204" pitchFamily="50" charset="-128"/>
              <a:ea typeface="Meiryo UI" panose="020B0604030504040204" pitchFamily="50" charset="-128"/>
            </a:endParaRPr>
          </a:p>
        </p:txBody>
      </p:sp>
      <p:sp>
        <p:nvSpPr>
          <p:cNvPr id="26" name="Text 24"/>
          <p:cNvSpPr/>
          <p:nvPr/>
        </p:nvSpPr>
        <p:spPr>
          <a:xfrm>
            <a:off x="777240" y="3675888"/>
            <a:ext cx="8001000" cy="256032"/>
          </a:xfrm>
          <a:prstGeom prst="rect">
            <a:avLst/>
          </a:prstGeom>
          <a:noFill/>
          <a:ln/>
        </p:spPr>
        <p:txBody>
          <a:bodyPr wrap="square" lIns="0" tIns="0" rIns="0" bIns="0" rtlCol="0" anchor="ctr"/>
          <a:lstStyle/>
          <a:p>
            <a:pPr marL="0" indent="0">
              <a:buNone/>
            </a:pPr>
            <a:r>
              <a:rPr lang="en-US" sz="1150" dirty="0">
                <a:solidFill>
                  <a:srgbClr val="475569"/>
                </a:solidFill>
                <a:latin typeface="Meiryo UI" panose="020B0604030504040204" pitchFamily="50" charset="-128"/>
                <a:ea typeface="Meiryo UI" panose="020B0604030504040204" pitchFamily="50" charset="-128"/>
              </a:rPr>
              <a:t>→ 業務要件・検収条件・変更可否、それぞれ別の場合がある</a:t>
            </a:r>
            <a:endParaRPr lang="en-US" sz="1150" dirty="0">
              <a:latin typeface="Meiryo UI" panose="020B0604030504040204" pitchFamily="50" charset="-128"/>
              <a:ea typeface="Meiryo UI" panose="020B0604030504040204" pitchFamily="50" charset="-128"/>
            </a:endParaRPr>
          </a:p>
        </p:txBody>
      </p:sp>
      <p:sp>
        <p:nvSpPr>
          <p:cNvPr id="27" name="Shape 25"/>
          <p:cNvSpPr/>
          <p:nvPr/>
        </p:nvSpPr>
        <p:spPr>
          <a:xfrm>
            <a:off x="274320" y="4041648"/>
            <a:ext cx="8595360" cy="621792"/>
          </a:xfrm>
          <a:prstGeom prst="rect">
            <a:avLst/>
          </a:prstGeom>
          <a:solidFill>
            <a:srgbClr val="FFFFFF"/>
          </a:solidFill>
          <a:ln w="12700">
            <a:solidFill>
              <a:srgbClr val="E2E8F0"/>
            </a:solidFill>
            <a:prstDash val="solid"/>
          </a:ln>
          <a:effectLst>
            <a:outerShdw blurRad="38100" dist="12700" dir="8100000" algn="bl" rotWithShape="0">
              <a:srgbClr val="000000">
                <a:alpha val="5000"/>
              </a:srgbClr>
            </a:outerShdw>
          </a:effectLst>
        </p:spPr>
        <p:txBody>
          <a:bodyPr/>
          <a:lstStyle/>
          <a:p>
            <a:endParaRPr lang="ja-JP" altLang="en-US">
              <a:latin typeface="Meiryo UI" panose="020B0604030504040204" pitchFamily="50" charset="-128"/>
              <a:ea typeface="Meiryo UI" panose="020B0604030504040204" pitchFamily="50" charset="-128"/>
            </a:endParaRPr>
          </a:p>
        </p:txBody>
      </p:sp>
      <p:sp>
        <p:nvSpPr>
          <p:cNvPr id="28" name="Shape 26"/>
          <p:cNvSpPr/>
          <p:nvPr/>
        </p:nvSpPr>
        <p:spPr>
          <a:xfrm>
            <a:off x="274320" y="4041648"/>
            <a:ext cx="402336" cy="621792"/>
          </a:xfrm>
          <a:prstGeom prst="rect">
            <a:avLst/>
          </a:prstGeom>
          <a:solidFill>
            <a:srgbClr val="0F2D5B"/>
          </a:solidFill>
          <a:ln w="12700">
            <a:solidFill>
              <a:srgbClr val="0F2D5B"/>
            </a:solidFill>
            <a:prstDash val="solid"/>
          </a:ln>
        </p:spPr>
        <p:txBody>
          <a:bodyPr/>
          <a:lstStyle/>
          <a:p>
            <a:endParaRPr lang="ja-JP" altLang="en-US">
              <a:latin typeface="Meiryo UI" panose="020B0604030504040204" pitchFamily="50" charset="-128"/>
              <a:ea typeface="Meiryo UI" panose="020B0604030504040204" pitchFamily="50" charset="-128"/>
            </a:endParaRPr>
          </a:p>
        </p:txBody>
      </p:sp>
      <p:sp>
        <p:nvSpPr>
          <p:cNvPr id="29" name="Text 27"/>
          <p:cNvSpPr/>
          <p:nvPr/>
        </p:nvSpPr>
        <p:spPr>
          <a:xfrm>
            <a:off x="274320" y="4041648"/>
            <a:ext cx="402336"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Meiryo UI" panose="020B0604030504040204" pitchFamily="50" charset="-128"/>
                <a:ea typeface="Meiryo UI" panose="020B0604030504040204" pitchFamily="50" charset="-128"/>
              </a:rPr>
              <a:t>5</a:t>
            </a:r>
            <a:endParaRPr lang="en-US" sz="1600" dirty="0">
              <a:latin typeface="Meiryo UI" panose="020B0604030504040204" pitchFamily="50" charset="-128"/>
              <a:ea typeface="Meiryo UI" panose="020B0604030504040204" pitchFamily="50" charset="-128"/>
            </a:endParaRPr>
          </a:p>
        </p:txBody>
      </p:sp>
      <p:sp>
        <p:nvSpPr>
          <p:cNvPr id="30" name="Text 28"/>
          <p:cNvSpPr/>
          <p:nvPr/>
        </p:nvSpPr>
        <p:spPr>
          <a:xfrm>
            <a:off x="777240" y="4078224"/>
            <a:ext cx="8001000" cy="310896"/>
          </a:xfrm>
          <a:prstGeom prst="rect">
            <a:avLst/>
          </a:prstGeom>
          <a:noFill/>
          <a:ln/>
        </p:spPr>
        <p:txBody>
          <a:bodyPr wrap="square" lIns="0" tIns="0" rIns="0" bIns="0" rtlCol="0" anchor="ctr"/>
          <a:lstStyle/>
          <a:p>
            <a:pPr marL="0" indent="0">
              <a:buNone/>
            </a:pPr>
            <a:r>
              <a:rPr lang="en-US" sz="1400" b="1" dirty="0">
                <a:solidFill>
                  <a:srgbClr val="0F2D5B"/>
                </a:solidFill>
                <a:latin typeface="Meiryo UI" panose="020B0604030504040204" pitchFamily="50" charset="-128"/>
                <a:ea typeface="Meiryo UI" panose="020B0604030504040204" pitchFamily="50" charset="-128"/>
              </a:rPr>
              <a:t>非機能要件の測定条件は明文化されているか</a:t>
            </a:r>
            <a:endParaRPr lang="en-US" sz="1400" dirty="0">
              <a:latin typeface="Meiryo UI" panose="020B0604030504040204" pitchFamily="50" charset="-128"/>
              <a:ea typeface="Meiryo UI" panose="020B0604030504040204" pitchFamily="50" charset="-128"/>
            </a:endParaRPr>
          </a:p>
        </p:txBody>
      </p:sp>
      <p:sp>
        <p:nvSpPr>
          <p:cNvPr id="31" name="Text 29"/>
          <p:cNvSpPr/>
          <p:nvPr/>
        </p:nvSpPr>
        <p:spPr>
          <a:xfrm>
            <a:off x="777240" y="4389120"/>
            <a:ext cx="8001000" cy="256032"/>
          </a:xfrm>
          <a:prstGeom prst="rect">
            <a:avLst/>
          </a:prstGeom>
          <a:noFill/>
          <a:ln/>
        </p:spPr>
        <p:txBody>
          <a:bodyPr wrap="square" lIns="0" tIns="0" rIns="0" bIns="0" rtlCol="0" anchor="ctr"/>
          <a:lstStyle/>
          <a:p>
            <a:pPr marL="0" indent="0">
              <a:buNone/>
            </a:pPr>
            <a:r>
              <a:rPr lang="en-US" sz="1150" dirty="0">
                <a:solidFill>
                  <a:srgbClr val="475569"/>
                </a:solidFill>
                <a:latin typeface="Meiryo UI" panose="020B0604030504040204" pitchFamily="50" charset="-128"/>
                <a:ea typeface="Meiryo UI" panose="020B0604030504040204" pitchFamily="50" charset="-128"/>
              </a:rPr>
              <a:t>→ 「速い」「安定している」だけでは受入判定ができない</a:t>
            </a:r>
            <a:endParaRPr lang="en-US" sz="1150" dirty="0">
              <a:latin typeface="Meiryo UI" panose="020B0604030504040204" pitchFamily="50" charset="-128"/>
              <a:ea typeface="Meiryo UI" panose="020B0604030504040204" pitchFamily="50" charset="-12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FIDENTIAL有">
  <a:themeElements>
    <a:clrScheme name="SHIFT_color format">
      <a:dk1>
        <a:srgbClr val="3E3A3B"/>
      </a:dk1>
      <a:lt1>
        <a:srgbClr val="FFFFFF"/>
      </a:lt1>
      <a:dk2>
        <a:srgbClr val="707070"/>
      </a:dk2>
      <a:lt2>
        <a:srgbClr val="E5E5E5"/>
      </a:lt2>
      <a:accent1>
        <a:srgbClr val="D60026"/>
      </a:accent1>
      <a:accent2>
        <a:srgbClr val="DE707F"/>
      </a:accent2>
      <a:accent3>
        <a:srgbClr val="00A291"/>
      </a:accent3>
      <a:accent4>
        <a:srgbClr val="1C903B"/>
      </a:accent4>
      <a:accent5>
        <a:srgbClr val="3E86C8"/>
      </a:accent5>
      <a:accent6>
        <a:srgbClr val="000000"/>
      </a:accent6>
      <a:hlink>
        <a:srgbClr val="3E86C8"/>
      </a:hlink>
      <a:folHlink>
        <a:srgbClr val="70707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oAutofit/>
      </a:bodyPr>
      <a:lstStyle>
        <a:defPPr marL="0" indent="0" algn="l">
          <a:lnSpc>
            <a:spcPct val="110000"/>
          </a:lnSpc>
          <a:spcBef>
            <a:spcPts val="0"/>
          </a:spcBef>
          <a:buFont typeface="Arial" panose="020B0604020202020204" pitchFamily="34" charset="0"/>
          <a:buNone/>
          <a:defRPr sz="180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1337</TotalTime>
  <Words>1670</Words>
  <Application>Microsoft Office PowerPoint</Application>
  <PresentationFormat>画面に合わせる (16:9)</PresentationFormat>
  <Paragraphs>426</Paragraphs>
  <Slides>20</Slides>
  <Notes>20</Notes>
  <HiddenSlides>0</HiddenSlides>
  <MMClips>0</MMClips>
  <ScaleCrop>false</ScaleCrop>
  <HeadingPairs>
    <vt:vector size="6" baseType="variant">
      <vt:variant>
        <vt:lpstr>使用されているフォント</vt:lpstr>
      </vt:variant>
      <vt:variant>
        <vt:i4>5</vt:i4>
      </vt:variant>
      <vt:variant>
        <vt:lpstr>テーマ</vt:lpstr>
      </vt:variant>
      <vt:variant>
        <vt:i4>3</vt:i4>
      </vt:variant>
      <vt:variant>
        <vt:lpstr>スライド タイトル</vt:lpstr>
      </vt:variant>
      <vt:variant>
        <vt:i4>20</vt:i4>
      </vt:variant>
    </vt:vector>
  </HeadingPairs>
  <TitlesOfParts>
    <vt:vector size="28" baseType="lpstr">
      <vt:lpstr>Meiryo UI</vt:lpstr>
      <vt:lpstr>Meiryo</vt:lpstr>
      <vt:lpstr>游ゴシック</vt:lpstr>
      <vt:lpstr>Arial</vt:lpstr>
      <vt:lpstr>Calibri</vt:lpstr>
      <vt:lpstr>Office Theme</vt:lpstr>
      <vt:lpstr>CONFIDENTIAL有</vt:lpstr>
      <vt:lpstr>1_Office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アジャイル経験PdM向け：ウォーターフォール開発いろは</dc:title>
  <dc:subject>PptxGenJS Presentation</dc:subject>
  <dc:creator>PptxGenJS</dc:creator>
  <cp:lastModifiedBy>工藤 重人_23214</cp:lastModifiedBy>
  <cp:revision>7</cp:revision>
  <cp:lastPrinted>2026-03-16T06:33:07Z</cp:lastPrinted>
  <dcterms:created xsi:type="dcterms:W3CDTF">2026-03-16T01:40:28Z</dcterms:created>
  <dcterms:modified xsi:type="dcterms:W3CDTF">2026-03-17T01:50:26Z</dcterms:modified>
</cp:coreProperties>
</file>